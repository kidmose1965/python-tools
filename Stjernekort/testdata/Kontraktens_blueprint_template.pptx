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5"/>
  </p:notesMasterIdLst>
  <p:handoutMasterIdLst>
    <p:handoutMasterId r:id="rId6"/>
  </p:handoutMasterIdLst>
  <p:sldIdLst>
    <p:sldId id="275" r:id="rId2"/>
    <p:sldId id="261" r:id="rId3"/>
    <p:sldId id="276" r:id="rId4"/>
  </p:sldIdLst>
  <p:sldSz cx="12190413" cy="6859588"/>
  <p:notesSz cx="6805613" cy="9944100"/>
  <p:custDataLst>
    <p:tags r:id="rId7"/>
  </p:custDataLst>
  <p:defaultTextStyle>
    <a:defPPr>
      <a:defRPr lang="en-US"/>
    </a:defPPr>
    <a:lvl1pPr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1pPr>
    <a:lvl2pPr marL="457189"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2pPr>
    <a:lvl3pPr marL="914377"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3pPr>
    <a:lvl4pPr marL="1371566"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4pPr>
    <a:lvl5pPr marL="1828754"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5pPr>
    <a:lvl6pPr marL="2285943" algn="l" defTabSz="914377" rtl="0" eaLnBrk="1" latinLnBrk="0" hangingPunct="1"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6pPr>
    <a:lvl7pPr marL="2743131" algn="l" defTabSz="914377" rtl="0" eaLnBrk="1" latinLnBrk="0" hangingPunct="1"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7pPr>
    <a:lvl8pPr marL="3200320" algn="l" defTabSz="914377" rtl="0" eaLnBrk="1" latinLnBrk="0" hangingPunct="1"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8pPr>
    <a:lvl9pPr marL="3657509" algn="l" defTabSz="914377" rtl="0" eaLnBrk="1" latinLnBrk="0" hangingPunct="1"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779">
          <p15:clr>
            <a:srgbClr val="A4A3A4"/>
          </p15:clr>
        </p15:guide>
        <p15:guide id="2" orient="horz" pos="2696">
          <p15:clr>
            <a:srgbClr val="A4A3A4"/>
          </p15:clr>
        </p15:guide>
        <p15:guide id="3" orient="horz" pos="1682">
          <p15:clr>
            <a:srgbClr val="A4A3A4"/>
          </p15:clr>
        </p15:guide>
        <p15:guide id="4" orient="horz" pos="1790">
          <p15:clr>
            <a:srgbClr val="A4A3A4"/>
          </p15:clr>
        </p15:guide>
        <p15:guide id="5" orient="horz" pos="1360">
          <p15:clr>
            <a:srgbClr val="A4A3A4"/>
          </p15:clr>
        </p15:guide>
        <p15:guide id="6" pos="2934">
          <p15:clr>
            <a:srgbClr val="A4A3A4"/>
          </p15:clr>
        </p15:guide>
        <p15:guide id="7" pos="5375">
          <p15:clr>
            <a:srgbClr val="A4A3A4"/>
          </p15:clr>
        </p15:guide>
        <p15:guide id="8" pos="4099">
          <p15:clr>
            <a:srgbClr val="A4A3A4"/>
          </p15:clr>
        </p15:guide>
        <p15:guide id="9" pos="4208">
          <p15:clr>
            <a:srgbClr val="A4A3A4"/>
          </p15:clr>
        </p15:guide>
        <p15:guide id="10" pos="2826">
          <p15:clr>
            <a:srgbClr val="A4A3A4"/>
          </p15:clr>
        </p15:guide>
        <p15:guide id="11" pos="386">
          <p15:clr>
            <a:srgbClr val="A4A3A4"/>
          </p15:clr>
        </p15:guide>
        <p15:guide id="12" orient="horz" pos="1039">
          <p15:clr>
            <a:srgbClr val="A4A3A4"/>
          </p15:clr>
        </p15:guide>
        <p15:guide id="13" orient="horz" pos="3595">
          <p15:clr>
            <a:srgbClr val="A4A3A4"/>
          </p15:clr>
        </p15:guide>
        <p15:guide id="14" orient="horz" pos="2243">
          <p15:clr>
            <a:srgbClr val="A4A3A4"/>
          </p15:clr>
        </p15:guide>
        <p15:guide id="15" orient="horz" pos="2387">
          <p15:clr>
            <a:srgbClr val="A4A3A4"/>
          </p15:clr>
        </p15:guide>
        <p15:guide id="16" orient="horz" pos="1814">
          <p15:clr>
            <a:srgbClr val="A4A3A4"/>
          </p15:clr>
        </p15:guide>
        <p15:guide id="17" pos="3911">
          <p15:clr>
            <a:srgbClr val="A4A3A4"/>
          </p15:clr>
        </p15:guide>
        <p15:guide id="18" pos="7166">
          <p15:clr>
            <a:srgbClr val="A4A3A4"/>
          </p15:clr>
        </p15:guide>
        <p15:guide id="19" pos="5465">
          <p15:clr>
            <a:srgbClr val="A4A3A4"/>
          </p15:clr>
        </p15:guide>
        <p15:guide id="20" pos="5610">
          <p15:clr>
            <a:srgbClr val="A4A3A4"/>
          </p15:clr>
        </p15:guide>
        <p15:guide id="21" pos="3768">
          <p15:clr>
            <a:srgbClr val="A4A3A4"/>
          </p15:clr>
        </p15:guide>
        <p15:guide id="22" pos="515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D0C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7" autoAdjust="0"/>
    <p:restoredTop sz="89744" autoAdjust="0"/>
  </p:normalViewPr>
  <p:slideViewPr>
    <p:cSldViewPr>
      <p:cViewPr>
        <p:scale>
          <a:sx n="100" d="100"/>
          <a:sy n="100" d="100"/>
        </p:scale>
        <p:origin x="-432" y="-144"/>
      </p:cViewPr>
      <p:guideLst>
        <p:guide orient="horz" pos="779"/>
        <p:guide orient="horz" pos="2704"/>
        <p:guide orient="horz" pos="1682"/>
        <p:guide orient="horz" pos="1797"/>
        <p:guide orient="horz" pos="1344"/>
        <p:guide orient="horz" pos="1039"/>
        <p:guide orient="horz" pos="3612"/>
        <p:guide orient="horz" pos="2251"/>
        <p:guide orient="horz" pos="2387"/>
        <p:guide orient="horz" pos="4065"/>
        <p:guide pos="2932"/>
        <p:guide pos="5381"/>
        <p:guide pos="4099"/>
        <p:guide pos="4208"/>
        <p:guide pos="2841"/>
        <p:guide pos="386"/>
        <p:guide pos="3930"/>
        <p:guide pos="7166"/>
        <p:guide pos="5465"/>
        <p:guide pos="5610"/>
        <p:guide pos="3748"/>
        <p:guide pos="51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108" y="-78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B7588AC-F512-4847-9233-601F4B16DDF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41452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F5B7C09-5A60-450F-8B1D-B16CDE8563A2}" type="datetime1">
              <a:rPr lang="en-GB" noProof="0" smtClean="0"/>
              <a:pPr/>
              <a:t>25/11/2016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4637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GB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1F2F6E2-CA2D-40A7-8BE4-C30E5CF2054D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653467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ＭＳ Ｐゴシック" pitchFamily="-111" charset="-128"/>
      </a:defRPr>
    </a:lvl1pPr>
    <a:lvl2pPr marL="457189"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2pPr>
    <a:lvl3pPr marL="914377"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3pPr>
    <a:lvl4pPr marL="1371566"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4pPr>
    <a:lvl5pPr marL="1828754"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5pPr>
    <a:lvl6pPr marL="2285943" algn="l" defTabSz="4571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6125"/>
            <a:ext cx="6624637" cy="37290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n-GB" noProof="0" dirty="0" err="1" smtClean="0"/>
              <a:t>Endslide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2265211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6125"/>
            <a:ext cx="6624637" cy="37290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n-GB" noProof="0" dirty="0" smtClean="0"/>
              <a:t>Der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kan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godt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sættes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en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dato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ind</a:t>
            </a:r>
            <a:r>
              <a:rPr lang="en-GB" baseline="0" noProof="0" dirty="0" smtClean="0"/>
              <a:t> under </a:t>
            </a:r>
            <a:r>
              <a:rPr lang="en-GB" baseline="0" noProof="0" dirty="0" err="1" smtClean="0"/>
              <a:t>beskrivelserne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til</a:t>
            </a:r>
            <a:r>
              <a:rPr lang="en-GB" baseline="0" noProof="0" dirty="0" smtClean="0"/>
              <a:t> de </a:t>
            </a:r>
            <a:r>
              <a:rPr lang="en-GB" baseline="0" noProof="0" dirty="0" err="1" smtClean="0"/>
              <a:t>nedadgående</a:t>
            </a:r>
            <a:r>
              <a:rPr lang="en-GB" baseline="0" noProof="0" dirty="0" smtClean="0"/>
              <a:t> pile. (der </a:t>
            </a:r>
            <a:r>
              <a:rPr lang="en-GB" baseline="0" noProof="0" dirty="0" err="1" smtClean="0"/>
              <a:t>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plads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til</a:t>
            </a:r>
            <a:r>
              <a:rPr lang="en-GB" baseline="0" noProof="0" dirty="0" smtClean="0"/>
              <a:t> fire </a:t>
            </a:r>
            <a:r>
              <a:rPr lang="en-GB" baseline="0" noProof="0" dirty="0" err="1" smtClean="0"/>
              <a:t>linjer</a:t>
            </a:r>
            <a:r>
              <a:rPr lang="en-GB" baseline="0" noProof="0" dirty="0" smtClean="0"/>
              <a:t> I alt – </a:t>
            </a:r>
            <a:r>
              <a:rPr lang="en-GB" baseline="0" noProof="0" dirty="0" err="1" smtClean="0"/>
              <a:t>tre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linjers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tekst</a:t>
            </a:r>
            <a:r>
              <a:rPr lang="en-GB" baseline="0" noProof="0" dirty="0" smtClean="0"/>
              <a:t> + </a:t>
            </a:r>
            <a:r>
              <a:rPr lang="en-GB" baseline="0" noProof="0" dirty="0" err="1" smtClean="0"/>
              <a:t>en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dato</a:t>
            </a:r>
            <a:r>
              <a:rPr lang="en-GB" baseline="0" noProof="0" dirty="0" smtClean="0"/>
              <a:t>.)</a:t>
            </a:r>
          </a:p>
          <a:p>
            <a:r>
              <a:rPr lang="en-GB" baseline="0" noProof="0" dirty="0" err="1" smtClean="0"/>
              <a:t>Hvis</a:t>
            </a:r>
            <a:r>
              <a:rPr lang="en-GB" baseline="0" noProof="0" dirty="0" smtClean="0"/>
              <a:t> man </a:t>
            </a:r>
            <a:r>
              <a:rPr lang="en-GB" baseline="0" noProof="0" dirty="0" err="1" smtClean="0"/>
              <a:t>ikke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skal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bruge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alle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symbolerne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på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bundlinjen</a:t>
            </a:r>
            <a:r>
              <a:rPr lang="en-GB" baseline="0" noProof="0" dirty="0" smtClean="0"/>
              <a:t>, </a:t>
            </a:r>
            <a:r>
              <a:rPr lang="en-GB" baseline="0" noProof="0" dirty="0" err="1" smtClean="0"/>
              <a:t>kan</a:t>
            </a:r>
            <a:r>
              <a:rPr lang="en-GB" baseline="0" noProof="0" dirty="0" smtClean="0"/>
              <a:t> man blot </a:t>
            </a:r>
            <a:r>
              <a:rPr lang="en-GB" baseline="0" noProof="0" dirty="0" err="1" smtClean="0"/>
              <a:t>slette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dem</a:t>
            </a:r>
            <a:r>
              <a:rPr lang="en-GB" baseline="0" noProof="0" dirty="0" smtClean="0"/>
              <a:t>, </a:t>
            </a:r>
            <a:r>
              <a:rPr lang="en-GB" baseline="0" noProof="0" dirty="0" err="1" smtClean="0"/>
              <a:t>og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derefter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slette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cellen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i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skemaet</a:t>
            </a:r>
            <a:r>
              <a:rPr lang="en-GB" baseline="0" noProof="0" dirty="0" smtClean="0"/>
              <a:t>, </a:t>
            </a:r>
            <a:r>
              <a:rPr lang="en-GB" baseline="0" noProof="0" dirty="0" err="1" smtClean="0"/>
              <a:t>og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flytte</a:t>
            </a:r>
            <a:r>
              <a:rPr lang="en-GB" baseline="0" noProof="0" dirty="0" smtClean="0"/>
              <a:t> de </a:t>
            </a:r>
            <a:r>
              <a:rPr lang="en-GB" baseline="0" noProof="0" dirty="0" err="1" smtClean="0"/>
              <a:t>resterende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symboler</a:t>
            </a:r>
            <a:r>
              <a:rPr lang="en-GB" baseline="0" noProof="0" dirty="0" smtClean="0"/>
              <a:t> mod </a:t>
            </a:r>
            <a:r>
              <a:rPr lang="en-GB" baseline="0" noProof="0" dirty="0" err="1" smtClean="0"/>
              <a:t>venstre</a:t>
            </a:r>
            <a:r>
              <a:rPr lang="en-GB" baseline="0" noProof="0" dirty="0" smtClean="0"/>
              <a:t>.</a:t>
            </a:r>
          </a:p>
          <a:p>
            <a:r>
              <a:rPr lang="en-GB" noProof="0" dirty="0" err="1" smtClean="0"/>
              <a:t>Hvis</a:t>
            </a:r>
            <a:r>
              <a:rPr lang="en-GB" baseline="0" noProof="0" dirty="0" smtClean="0"/>
              <a:t> der </a:t>
            </a:r>
            <a:r>
              <a:rPr lang="en-GB" baseline="0" noProof="0" dirty="0" err="1" smtClean="0"/>
              <a:t>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behov</a:t>
            </a:r>
            <a:r>
              <a:rPr lang="en-GB" baseline="0" noProof="0" dirty="0" smtClean="0"/>
              <a:t> for at </a:t>
            </a:r>
            <a:r>
              <a:rPr lang="en-GB" baseline="0" noProof="0" dirty="0" err="1" smtClean="0"/>
              <a:t>makere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hvem</a:t>
            </a:r>
            <a:r>
              <a:rPr lang="en-GB" baseline="0" noProof="0" dirty="0" smtClean="0"/>
              <a:t> der </a:t>
            </a:r>
            <a:r>
              <a:rPr lang="en-GB" baseline="0" noProof="0" dirty="0" err="1" smtClean="0"/>
              <a:t>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ansvarlig</a:t>
            </a:r>
            <a:r>
              <a:rPr lang="en-GB" baseline="0" noProof="0" dirty="0" smtClean="0"/>
              <a:t> for de </a:t>
            </a:r>
            <a:r>
              <a:rPr lang="en-GB" baseline="0" noProof="0" dirty="0" err="1" smtClean="0"/>
              <a:t>enkelte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aktiviteter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kunne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dette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eventuelt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gøres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ved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hjælp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af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skygger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eller</a:t>
            </a:r>
            <a:r>
              <a:rPr lang="en-GB" baseline="0" noProof="0" dirty="0" smtClean="0"/>
              <a:t> outline </a:t>
            </a:r>
            <a:r>
              <a:rPr lang="en-GB" baseline="0" noProof="0" dirty="0" err="1" smtClean="0"/>
              <a:t>farve</a:t>
            </a:r>
            <a:r>
              <a:rPr lang="en-GB" baseline="0" noProof="0" dirty="0" smtClean="0"/>
              <a:t>.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209195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6125"/>
            <a:ext cx="6624637" cy="37290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n-GB" noProof="0" dirty="0" smtClean="0"/>
              <a:t>Der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kan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godt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sættes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en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dato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ind</a:t>
            </a:r>
            <a:r>
              <a:rPr lang="en-GB" baseline="0" noProof="0" dirty="0" smtClean="0"/>
              <a:t> under </a:t>
            </a:r>
            <a:r>
              <a:rPr lang="en-GB" baseline="0" noProof="0" dirty="0" err="1" smtClean="0"/>
              <a:t>beskrivelserne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til</a:t>
            </a:r>
            <a:r>
              <a:rPr lang="en-GB" baseline="0" noProof="0" dirty="0" smtClean="0"/>
              <a:t> de </a:t>
            </a:r>
            <a:r>
              <a:rPr lang="en-GB" baseline="0" noProof="0" dirty="0" err="1" smtClean="0"/>
              <a:t>nedadgående</a:t>
            </a:r>
            <a:r>
              <a:rPr lang="en-GB" baseline="0" noProof="0" dirty="0" smtClean="0"/>
              <a:t> pile. (der </a:t>
            </a:r>
            <a:r>
              <a:rPr lang="en-GB" baseline="0" noProof="0" dirty="0" err="1" smtClean="0"/>
              <a:t>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plads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til</a:t>
            </a:r>
            <a:r>
              <a:rPr lang="en-GB" baseline="0" noProof="0" dirty="0" smtClean="0"/>
              <a:t> fire </a:t>
            </a:r>
            <a:r>
              <a:rPr lang="en-GB" baseline="0" noProof="0" dirty="0" err="1" smtClean="0"/>
              <a:t>linjer</a:t>
            </a:r>
            <a:r>
              <a:rPr lang="en-GB" baseline="0" noProof="0" dirty="0" smtClean="0"/>
              <a:t> I alt – </a:t>
            </a:r>
            <a:r>
              <a:rPr lang="en-GB" baseline="0" noProof="0" dirty="0" err="1" smtClean="0"/>
              <a:t>tre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linjers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tekst</a:t>
            </a:r>
            <a:r>
              <a:rPr lang="en-GB" baseline="0" noProof="0" dirty="0" smtClean="0"/>
              <a:t> + </a:t>
            </a:r>
            <a:r>
              <a:rPr lang="en-GB" baseline="0" noProof="0" dirty="0" err="1" smtClean="0"/>
              <a:t>en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dato</a:t>
            </a:r>
            <a:r>
              <a:rPr lang="en-GB" baseline="0" noProof="0" dirty="0" smtClean="0"/>
              <a:t>.)</a:t>
            </a:r>
          </a:p>
          <a:p>
            <a:r>
              <a:rPr lang="en-GB" baseline="0" noProof="0" dirty="0" err="1" smtClean="0"/>
              <a:t>Hvis</a:t>
            </a:r>
            <a:r>
              <a:rPr lang="en-GB" baseline="0" noProof="0" dirty="0" smtClean="0"/>
              <a:t> man </a:t>
            </a:r>
            <a:r>
              <a:rPr lang="en-GB" baseline="0" noProof="0" dirty="0" err="1" smtClean="0"/>
              <a:t>ikke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skal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bruge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alle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symbolerne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på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bundlinjen</a:t>
            </a:r>
            <a:r>
              <a:rPr lang="en-GB" baseline="0" noProof="0" dirty="0" smtClean="0"/>
              <a:t>, </a:t>
            </a:r>
            <a:r>
              <a:rPr lang="en-GB" baseline="0" noProof="0" dirty="0" err="1" smtClean="0"/>
              <a:t>kan</a:t>
            </a:r>
            <a:r>
              <a:rPr lang="en-GB" baseline="0" noProof="0" dirty="0" smtClean="0"/>
              <a:t> man blot </a:t>
            </a:r>
            <a:r>
              <a:rPr lang="en-GB" baseline="0" noProof="0" dirty="0" err="1" smtClean="0"/>
              <a:t>slette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dem</a:t>
            </a:r>
            <a:r>
              <a:rPr lang="en-GB" baseline="0" noProof="0" dirty="0" smtClean="0"/>
              <a:t>, </a:t>
            </a:r>
            <a:r>
              <a:rPr lang="en-GB" baseline="0" noProof="0" dirty="0" err="1" smtClean="0"/>
              <a:t>og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derefter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slette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cellen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i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skemaet</a:t>
            </a:r>
            <a:r>
              <a:rPr lang="en-GB" baseline="0" noProof="0" dirty="0" smtClean="0"/>
              <a:t>, </a:t>
            </a:r>
            <a:r>
              <a:rPr lang="en-GB" baseline="0" noProof="0" dirty="0" err="1" smtClean="0"/>
              <a:t>og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flytte</a:t>
            </a:r>
            <a:r>
              <a:rPr lang="en-GB" baseline="0" noProof="0" dirty="0" smtClean="0"/>
              <a:t> de </a:t>
            </a:r>
            <a:r>
              <a:rPr lang="en-GB" baseline="0" noProof="0" dirty="0" err="1" smtClean="0"/>
              <a:t>resterende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symboler</a:t>
            </a:r>
            <a:r>
              <a:rPr lang="en-GB" baseline="0" noProof="0" dirty="0" smtClean="0"/>
              <a:t> mod </a:t>
            </a:r>
            <a:r>
              <a:rPr lang="en-GB" baseline="0" noProof="0" dirty="0" err="1" smtClean="0"/>
              <a:t>venstre</a:t>
            </a:r>
            <a:r>
              <a:rPr lang="en-GB" baseline="0" noProof="0" dirty="0" smtClean="0"/>
              <a:t>.</a:t>
            </a:r>
          </a:p>
          <a:p>
            <a:r>
              <a:rPr lang="en-GB" noProof="0" dirty="0" err="1" smtClean="0"/>
              <a:t>Hvis</a:t>
            </a:r>
            <a:r>
              <a:rPr lang="en-GB" baseline="0" noProof="0" dirty="0" smtClean="0"/>
              <a:t> der </a:t>
            </a:r>
            <a:r>
              <a:rPr lang="en-GB" baseline="0" noProof="0" dirty="0" err="1" smtClean="0"/>
              <a:t>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behov</a:t>
            </a:r>
            <a:r>
              <a:rPr lang="en-GB" baseline="0" noProof="0" dirty="0" smtClean="0"/>
              <a:t> for at </a:t>
            </a:r>
            <a:r>
              <a:rPr lang="en-GB" baseline="0" noProof="0" dirty="0" err="1" smtClean="0"/>
              <a:t>makere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hvem</a:t>
            </a:r>
            <a:r>
              <a:rPr lang="en-GB" baseline="0" noProof="0" dirty="0" smtClean="0"/>
              <a:t> der </a:t>
            </a:r>
            <a:r>
              <a:rPr lang="en-GB" baseline="0" noProof="0" dirty="0" err="1" smtClean="0"/>
              <a:t>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ansvarlig</a:t>
            </a:r>
            <a:r>
              <a:rPr lang="en-GB" baseline="0" noProof="0" dirty="0" smtClean="0"/>
              <a:t> for de </a:t>
            </a:r>
            <a:r>
              <a:rPr lang="en-GB" baseline="0" noProof="0" dirty="0" err="1" smtClean="0"/>
              <a:t>enkelte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aktiviteter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kunne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dette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eventuelt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gøres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ved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hjælp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af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skygger</a:t>
            </a:r>
            <a:r>
              <a:rPr lang="en-GB" baseline="0" noProof="0" dirty="0" smtClean="0"/>
              <a:t> </a:t>
            </a:r>
            <a:r>
              <a:rPr lang="en-GB" baseline="0" noProof="0" dirty="0" err="1" smtClean="0"/>
              <a:t>eller</a:t>
            </a:r>
            <a:r>
              <a:rPr lang="en-GB" baseline="0" noProof="0" dirty="0" smtClean="0"/>
              <a:t> outline </a:t>
            </a:r>
            <a:r>
              <a:rPr lang="en-GB" baseline="0" noProof="0" dirty="0" err="1" smtClean="0"/>
              <a:t>farve</a:t>
            </a:r>
            <a:r>
              <a:rPr lang="en-GB" baseline="0" noProof="0" dirty="0" smtClean="0"/>
              <a:t>.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209195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_ramboll"/>
          <p:cNvSpPr>
            <a:spLocks noChangeAspect="1"/>
          </p:cNvSpPr>
          <p:nvPr userDrawn="1"/>
        </p:nvSpPr>
        <p:spPr>
          <a:xfrm>
            <a:off x="849490" y="6159826"/>
            <a:ext cx="1127971" cy="2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Logo_ramboll_bmkAr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90" y="6159826"/>
            <a:ext cx="1220064" cy="255600"/>
          </a:xfrm>
          <a:prstGeom prst="rect">
            <a:avLst/>
          </a:prstGeom>
        </p:spPr>
      </p:pic>
      <p:pic>
        <p:nvPicPr>
          <p:cNvPr id="4" name="Logo_ramboll_bmkAr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90" y="6159826"/>
            <a:ext cx="1220064" cy="255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815308" y="257164"/>
            <a:ext cx="10560296" cy="681548"/>
          </a:xfrm>
        </p:spPr>
        <p:txBody>
          <a:bodyPr tIns="0" anchor="b" anchorCtr="0"/>
          <a:lstStyle>
            <a:lvl1pPr>
              <a:defRPr sz="4300" cap="all" baseline="0" smtClean="0">
                <a:solidFill>
                  <a:schemeClr val="bg2"/>
                </a:solidFill>
                <a:latin typeface="Verdana" pitchFamily="34" charset="0"/>
              </a:defRPr>
            </a:lvl1pPr>
          </a:lstStyle>
          <a:p>
            <a:r>
              <a:rPr lang="en-GB" noProof="0" dirty="0" smtClean="0"/>
              <a:t>Click to edit Master title style</a:t>
            </a:r>
          </a:p>
        </p:txBody>
      </p:sp>
      <p:sp>
        <p:nvSpPr>
          <p:cNvPr id="27655" name="Subtit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15308" y="943418"/>
            <a:ext cx="10559797" cy="1753006"/>
          </a:xfrm>
        </p:spPr>
        <p:txBody>
          <a:bodyPr lIns="0"/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4300" b="1" cap="all" baseline="0" smtClean="0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r>
              <a:rPr lang="en-GB" noProof="0" dirty="0" smtClean="0"/>
              <a:t>Click to edit Master subtitle style</a:t>
            </a:r>
          </a:p>
        </p:txBody>
      </p:sp>
      <p:sp>
        <p:nvSpPr>
          <p:cNvPr id="7" name="SD_FLD_DocumentDate"/>
          <p:cNvSpPr txBox="1"/>
          <p:nvPr userDrawn="1"/>
        </p:nvSpPr>
        <p:spPr bwMode="auto">
          <a:xfrm>
            <a:off x="6092207" y="6281954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8" name="SD_FLD_Name"/>
          <p:cNvSpPr txBox="1"/>
          <p:nvPr userDrawn="1"/>
        </p:nvSpPr>
        <p:spPr bwMode="auto">
          <a:xfrm>
            <a:off x="6092207" y="6129519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64395" y="6284782"/>
            <a:ext cx="479938" cy="155611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_ramboll"/>
          <p:cNvSpPr>
            <a:spLocks noChangeAspect="1"/>
          </p:cNvSpPr>
          <p:nvPr userDrawn="1"/>
        </p:nvSpPr>
        <p:spPr>
          <a:xfrm>
            <a:off x="817201" y="6159600"/>
            <a:ext cx="1128381" cy="2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Logo_ramboll_bmkAr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1" y="6159600"/>
            <a:ext cx="1220064" cy="2556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0413" cy="2878805"/>
          </a:xfrm>
          <a:noFill/>
          <a:ln>
            <a:noFill/>
          </a:ln>
        </p:spPr>
        <p:txBody>
          <a:bodyPr tIns="0" anchor="t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815308" y="3141695"/>
            <a:ext cx="10560295" cy="658454"/>
          </a:xfrm>
        </p:spPr>
        <p:txBody>
          <a:bodyPr tIns="0" anchor="b" anchorCtr="0"/>
          <a:lstStyle>
            <a:lvl1pPr>
              <a:defRPr sz="4300" cap="all" baseline="0" smtClean="0">
                <a:solidFill>
                  <a:schemeClr val="bg2"/>
                </a:solidFill>
                <a:latin typeface="Verdana" pitchFamily="34" charset="0"/>
              </a:defRPr>
            </a:lvl1pPr>
          </a:lstStyle>
          <a:p>
            <a:r>
              <a:rPr lang="en-GB" noProof="0" dirty="0" smtClean="0"/>
              <a:t>Click to edit Master title style</a:t>
            </a:r>
          </a:p>
        </p:txBody>
      </p:sp>
      <p:sp>
        <p:nvSpPr>
          <p:cNvPr id="27655" name="Subtit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15308" y="3798879"/>
            <a:ext cx="10560296" cy="1753006"/>
          </a:xfrm>
        </p:spPr>
        <p:txBody>
          <a:bodyPr lIns="0"/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4300" b="1" cap="all" baseline="0" smtClean="0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r>
              <a:rPr lang="en-GB" noProof="0" dirty="0" smtClean="0"/>
              <a:t>Click to edit Master subtitle style</a:t>
            </a:r>
          </a:p>
        </p:txBody>
      </p:sp>
      <p:sp>
        <p:nvSpPr>
          <p:cNvPr id="9" name="SD_FLD_DocumentDate"/>
          <p:cNvSpPr txBox="1"/>
          <p:nvPr userDrawn="1"/>
        </p:nvSpPr>
        <p:spPr bwMode="auto">
          <a:xfrm>
            <a:off x="6092207" y="6281954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" name="SD_FLD_Name"/>
          <p:cNvSpPr txBox="1"/>
          <p:nvPr userDrawn="1"/>
        </p:nvSpPr>
        <p:spPr bwMode="auto">
          <a:xfrm>
            <a:off x="6092207" y="6129519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64395" y="6284782"/>
            <a:ext cx="479938" cy="155611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927" y="1645033"/>
            <a:ext cx="10558676" cy="4063354"/>
          </a:xfrm>
        </p:spPr>
        <p:txBody>
          <a:bodyPr/>
          <a:lstStyle/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5308" y="1645033"/>
            <a:ext cx="5165613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209492" y="1645581"/>
            <a:ext cx="5166111" cy="4061740"/>
          </a:xfrm>
          <a:noFill/>
        </p:spPr>
        <p:txBody>
          <a:bodyPr tIns="0" anchor="t" anchorCtr="0"/>
          <a:lstStyle>
            <a:lvl1pPr>
              <a:buNone/>
              <a:defRPr/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963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927" y="3317933"/>
            <a:ext cx="4887316" cy="1072190"/>
          </a:xfrm>
        </p:spPr>
        <p:txBody>
          <a:bodyPr/>
          <a:lstStyle/>
          <a:p>
            <a:r>
              <a:rPr lang="en-GB" noProof="0" dirty="0" smtClean="0"/>
              <a:t>Click to edit Master title style</a:t>
            </a:r>
            <a:endParaRPr lang="en-GB" noProof="0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2"/>
          </p:nvPr>
        </p:nvSpPr>
        <p:spPr>
          <a:xfrm>
            <a:off x="6210299" y="3377581"/>
            <a:ext cx="5165304" cy="2333340"/>
          </a:xfrm>
        </p:spPr>
        <p:txBody>
          <a:bodyPr/>
          <a:lstStyle/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11" name="Picture Placeholder3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0413" cy="2878805"/>
          </a:xfrm>
          <a:noFill/>
          <a:ln>
            <a:noFill/>
          </a:ln>
        </p:spPr>
        <p:txBody>
          <a:bodyPr tIns="936000" anchor="ctr" anchorCtr="1"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79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299" y="1645033"/>
            <a:ext cx="516530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/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0300" y="1645034"/>
            <a:ext cx="5165302" cy="1914966"/>
          </a:xfrm>
        </p:spPr>
        <p:txBody>
          <a:bodyPr/>
          <a:lstStyle/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0299" y="3791827"/>
            <a:ext cx="5165304" cy="1914969"/>
          </a:xfrm>
        </p:spPr>
        <p:txBody>
          <a:bodyPr/>
          <a:lstStyle/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10299" y="1645583"/>
            <a:ext cx="5165304" cy="1914418"/>
          </a:xfrm>
          <a:noFill/>
          <a:ln>
            <a:noFill/>
          </a:ln>
        </p:spPr>
        <p:txBody>
          <a:bodyPr lIns="38399"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10299" y="1645583"/>
            <a:ext cx="5165304" cy="1914418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210299" y="3791828"/>
            <a:ext cx="5165304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448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10299" y="1645583"/>
            <a:ext cx="5165304" cy="1914418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210300" y="3791828"/>
            <a:ext cx="2465388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905774" y="3791828"/>
            <a:ext cx="2465490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16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905875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210300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210300" y="3791828"/>
            <a:ext cx="2465388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905875" y="3791828"/>
            <a:ext cx="2465388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044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3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210300" y="3791828"/>
            <a:ext cx="2465388" cy="1006436"/>
          </a:xfrm>
        </p:spPr>
        <p:txBody>
          <a:bodyPr lIns="0"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1588" indent="0">
              <a:lnSpc>
                <a:spcPct val="100000"/>
              </a:lnSpc>
              <a:spcAft>
                <a:spcPts val="0"/>
              </a:spcAft>
              <a:buNone/>
              <a:defRPr sz="1400" b="0"/>
            </a:lvl2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210300" y="4798264"/>
            <a:ext cx="2465388" cy="908533"/>
          </a:xfrm>
        </p:spPr>
        <p:txBody>
          <a:bodyPr lIns="0" anchor="b" anchorCtr="0"/>
          <a:lstStyle>
            <a:lvl1pPr marL="0" indent="0" algn="r">
              <a:lnSpc>
                <a:spcPct val="100000"/>
              </a:lnSpc>
              <a:spcAft>
                <a:spcPts val="300"/>
              </a:spcAft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1588" indent="0" algn="r">
              <a:lnSpc>
                <a:spcPct val="100000"/>
              </a:lnSpc>
              <a:spcAft>
                <a:spcPts val="0"/>
              </a:spcAft>
              <a:buNone/>
              <a:defRPr sz="1400" b="0"/>
            </a:lvl2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905875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210300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905875" y="3791828"/>
            <a:ext cx="2465388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2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210300" y="1648208"/>
            <a:ext cx="2465388" cy="1911793"/>
          </a:xfrm>
        </p:spPr>
        <p:txBody>
          <a:bodyPr lIns="0"/>
          <a:lstStyle>
            <a:lvl1pPr marL="0" indent="0" algn="r">
              <a:lnSpc>
                <a:spcPct val="100000"/>
              </a:lnSpc>
              <a:spcAft>
                <a:spcPts val="300"/>
              </a:spcAft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1588" indent="0" algn="r">
              <a:lnSpc>
                <a:spcPct val="100000"/>
              </a:lnSpc>
              <a:spcAft>
                <a:spcPts val="0"/>
              </a:spcAft>
              <a:buNone/>
              <a:defRPr sz="1400" b="0"/>
            </a:lvl2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210300" y="3791828"/>
            <a:ext cx="2465388" cy="1914969"/>
          </a:xfrm>
        </p:spPr>
        <p:txBody>
          <a:bodyPr lIns="0"/>
          <a:lstStyle>
            <a:lvl1pPr marL="0" indent="0" algn="r">
              <a:lnSpc>
                <a:spcPct val="100000"/>
              </a:lnSpc>
              <a:spcAft>
                <a:spcPts val="300"/>
              </a:spcAft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1588" indent="0" algn="r">
              <a:lnSpc>
                <a:spcPct val="100000"/>
              </a:lnSpc>
              <a:spcAft>
                <a:spcPts val="0"/>
              </a:spcAft>
              <a:buNone/>
              <a:defRPr sz="1400" b="0"/>
            </a:lvl2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905875" y="3791827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ysClr val="windowText" lastClr="000000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905875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16927" y="1648207"/>
            <a:ext cx="10554335" cy="4058590"/>
          </a:xfrm>
        </p:spPr>
        <p:txBody>
          <a:bodyPr lIns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 smtClean="0"/>
              <a:t>Click to edit Master text styles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8349" y="0"/>
            <a:ext cx="6078853" cy="3424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2698348" y="3610812"/>
            <a:ext cx="609520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GB" dirty="0" smtClean="0"/>
              <a:t>Keyword slide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0413" cy="6859588"/>
          </a:xfrm>
          <a:noFill/>
        </p:spPr>
        <p:txBody>
          <a:bodyPr tIns="0" anchor="t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928" y="452543"/>
            <a:ext cx="10558675" cy="10562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edit Master title style</a:t>
            </a:r>
            <a:endParaRPr lang="en-GB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, Title and 3 transparent fac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0413" cy="6859588"/>
          </a:xfrm>
          <a:noFill/>
        </p:spPr>
        <p:txBody>
          <a:bodyPr tIns="36000" anchor="t" anchorCtr="0"/>
          <a:lstStyle>
            <a:lvl1pPr algn="ctr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Insert picture: Click ‘Insert’ tab in Top Ribbon, Click ‘Picture’, Select the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928" y="452543"/>
            <a:ext cx="10558675" cy="10562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edit Master title style</a:t>
            </a:r>
            <a:endParaRPr lang="en-GB" noProof="0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17562" y="2320796"/>
            <a:ext cx="3402000" cy="2160000"/>
          </a:xfrm>
          <a:prstGeom prst="roundRect">
            <a:avLst>
              <a:gd name="adj" fmla="val 7802"/>
            </a:avLst>
          </a:prstGeom>
          <a:blipFill>
            <a:blip r:embed="rId2"/>
            <a:stretch>
              <a:fillRect/>
            </a:stretch>
          </a:blipFill>
        </p:spPr>
        <p:txBody>
          <a:bodyPr lIns="144000" tIns="90000" rIns="144000" bIns="90000"/>
          <a:lstStyle>
            <a:lvl1pPr marL="0" indent="0"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>
                <a:solidFill>
                  <a:schemeClr val="bg1"/>
                </a:solidFill>
              </a:defRPr>
            </a:lvl2pPr>
            <a:lvl3pPr marL="252000">
              <a:defRPr sz="1600">
                <a:solidFill>
                  <a:schemeClr val="bg1"/>
                </a:solidFill>
              </a:defRPr>
            </a:lvl3pPr>
            <a:lvl4pPr marL="630000" indent="-252000">
              <a:defRPr>
                <a:solidFill>
                  <a:schemeClr val="bg1"/>
                </a:solidFill>
              </a:defRPr>
            </a:lvl4pPr>
            <a:lvl5pPr marL="990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3" name="Slide Number Placeholder 2" hidden="1"/>
          <p:cNvSpPr>
            <a:spLocks noGrp="1"/>
          </p:cNvSpPr>
          <p:nvPr>
            <p:ph type="sldNum" sz="quarter" idx="11"/>
          </p:nvPr>
        </p:nvSpPr>
        <p:spPr>
          <a:xfrm>
            <a:off x="11364395" y="7018599"/>
            <a:ext cx="59403" cy="45719"/>
          </a:xfrm>
        </p:spPr>
        <p:txBody>
          <a:bodyPr/>
          <a:lstStyle>
            <a:lvl1pPr>
              <a:defRPr sz="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5794" y="2320796"/>
            <a:ext cx="3402000" cy="2160000"/>
          </a:xfrm>
          <a:prstGeom prst="roundRect">
            <a:avLst>
              <a:gd name="adj" fmla="val 7802"/>
            </a:avLst>
          </a:prstGeom>
          <a:blipFill>
            <a:blip r:embed="rId2"/>
            <a:stretch>
              <a:fillRect/>
            </a:stretch>
          </a:blipFill>
        </p:spPr>
        <p:txBody>
          <a:bodyPr lIns="144000" tIns="90000" rIns="144000" bIns="90000"/>
          <a:lstStyle>
            <a:lvl1pPr marL="0" indent="0"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>
                <a:solidFill>
                  <a:schemeClr val="bg1"/>
                </a:solidFill>
              </a:defRPr>
            </a:lvl2pPr>
            <a:lvl3pPr marL="252000">
              <a:defRPr sz="1600">
                <a:solidFill>
                  <a:schemeClr val="bg1"/>
                </a:solidFill>
              </a:defRPr>
            </a:lvl3pPr>
            <a:lvl4pPr marL="630000" indent="-252000">
              <a:defRPr>
                <a:solidFill>
                  <a:schemeClr val="bg1"/>
                </a:solidFill>
              </a:defRPr>
            </a:lvl4pPr>
            <a:lvl5pPr marL="990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7974025" y="2320796"/>
            <a:ext cx="3402000" cy="2160000"/>
          </a:xfrm>
          <a:prstGeom prst="roundRect">
            <a:avLst>
              <a:gd name="adj" fmla="val 7802"/>
            </a:avLst>
          </a:prstGeom>
          <a:blipFill>
            <a:blip r:embed="rId2"/>
            <a:stretch>
              <a:fillRect/>
            </a:stretch>
          </a:blipFill>
        </p:spPr>
        <p:txBody>
          <a:bodyPr lIns="144000" tIns="90000" rIns="144000" bIns="90000"/>
          <a:lstStyle>
            <a:lvl1pPr marL="0" indent="0"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>
                <a:solidFill>
                  <a:schemeClr val="bg1"/>
                </a:solidFill>
              </a:defRPr>
            </a:lvl2pPr>
            <a:lvl3pPr marL="252000">
              <a:defRPr sz="1600">
                <a:solidFill>
                  <a:schemeClr val="bg1"/>
                </a:solidFill>
              </a:defRPr>
            </a:lvl3pPr>
            <a:lvl4pPr marL="630000" indent="-252000">
              <a:defRPr>
                <a:solidFill>
                  <a:schemeClr val="bg1"/>
                </a:solidFill>
              </a:defRPr>
            </a:lvl4pPr>
            <a:lvl5pPr marL="990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0899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>
        <p:tmplLst>
          <p:tmpl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9" grpId="0" uiExpand="1" build="p" animBg="1">
        <p:tmplLst>
          <p:tmpl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0413" cy="6859588"/>
          </a:xfrm>
          <a:noFill/>
        </p:spPr>
        <p:txBody>
          <a:bodyPr tIns="0" anchor="t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Insert picture: Click ‘Insert’ tab in Top Ribbon, Click ‘Picture’, Select the picture</a:t>
            </a:r>
            <a:endParaRPr lang="en-GB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0413" cy="6859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816927" y="452544"/>
            <a:ext cx="10558676" cy="1196721"/>
          </a:xfrm>
        </p:spPr>
        <p:txBody>
          <a:bodyPr tIns="0"/>
          <a:lstStyle>
            <a:lvl1pPr>
              <a:defRPr sz="3200" cap="all" baseline="0" smtClean="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GB" noProof="0" dirty="0" smtClean="0"/>
              <a:t>Click to edit Master title style</a:t>
            </a:r>
          </a:p>
        </p:txBody>
      </p:sp>
      <p:sp>
        <p:nvSpPr>
          <p:cNvPr id="12" name="SD_FLD_DocumentDate"/>
          <p:cNvSpPr txBox="1"/>
          <p:nvPr userDrawn="1"/>
        </p:nvSpPr>
        <p:spPr bwMode="auto">
          <a:xfrm>
            <a:off x="6092207" y="6281954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SD_FLD_Name"/>
          <p:cNvSpPr txBox="1"/>
          <p:nvPr userDrawn="1"/>
        </p:nvSpPr>
        <p:spPr bwMode="auto">
          <a:xfrm>
            <a:off x="6092207" y="6129519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Logo_ramboll_white"/>
          <p:cNvSpPr>
            <a:spLocks noChangeAspect="1"/>
          </p:cNvSpPr>
          <p:nvPr userDrawn="1"/>
        </p:nvSpPr>
        <p:spPr>
          <a:xfrm>
            <a:off x="817200" y="6159600"/>
            <a:ext cx="1130538" cy="2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Logo_ramboll_white_bmkAr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" y="6159600"/>
            <a:ext cx="1220064" cy="255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_ramboll"/>
          <p:cNvSpPr>
            <a:spLocks noChangeAspect="1"/>
          </p:cNvSpPr>
          <p:nvPr userDrawn="1"/>
        </p:nvSpPr>
        <p:spPr>
          <a:xfrm>
            <a:off x="817201" y="6159600"/>
            <a:ext cx="1128381" cy="2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Logo_ramboll_bmkArt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1" y="6159600"/>
            <a:ext cx="1220064" cy="255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16927" y="452543"/>
            <a:ext cx="10559098" cy="74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00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GB" noProof="0" dirty="0" smtClean="0"/>
              <a:t>Presentation title</a:t>
            </a:r>
            <a:br>
              <a:rPr lang="en-GB" noProof="0" dirty="0" smtClean="0"/>
            </a:br>
            <a:r>
              <a:rPr lang="en-GB" noProof="0" dirty="0" smtClean="0"/>
              <a:t>(in cyan)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64395" y="6282000"/>
            <a:ext cx="479938" cy="155611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6927" y="1648207"/>
            <a:ext cx="10558676" cy="4060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 smtClean="0"/>
              <a:t>Click to edit Master text styles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2"/>
            <a:r>
              <a:rPr lang="en-GB" noProof="0" dirty="0" smtClean="0"/>
              <a:t>Third level</a:t>
            </a:r>
          </a:p>
          <a:p>
            <a:pPr lvl="3"/>
            <a:r>
              <a:rPr lang="en-GB" noProof="0" dirty="0" smtClean="0"/>
              <a:t>Fourth level</a:t>
            </a:r>
          </a:p>
          <a:p>
            <a:pPr lvl="4"/>
            <a:r>
              <a:rPr lang="en-GB" noProof="0" dirty="0" smtClean="0"/>
              <a:t>Fifth level</a:t>
            </a:r>
          </a:p>
        </p:txBody>
      </p:sp>
      <p:sp>
        <p:nvSpPr>
          <p:cNvPr id="7" name="SD_FLD_DocumentDate"/>
          <p:cNvSpPr txBox="1"/>
          <p:nvPr/>
        </p:nvSpPr>
        <p:spPr bwMode="auto">
          <a:xfrm>
            <a:off x="6092207" y="6281954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8" name="SD_FLD_Name"/>
          <p:cNvSpPr txBox="1"/>
          <p:nvPr/>
        </p:nvSpPr>
        <p:spPr bwMode="auto">
          <a:xfrm>
            <a:off x="6092207" y="6129519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7" r:id="rId3"/>
    <p:sldLayoutId id="2147483761" r:id="rId4"/>
    <p:sldLayoutId id="2147483762" r:id="rId5"/>
    <p:sldLayoutId id="2147483738" r:id="rId6"/>
    <p:sldLayoutId id="2147483739" r:id="rId7"/>
    <p:sldLayoutId id="2147483741" r:id="rId8"/>
    <p:sldLayoutId id="2147483742" r:id="rId9"/>
    <p:sldLayoutId id="2147483763" r:id="rId10"/>
    <p:sldLayoutId id="2147483764" r:id="rId11"/>
    <p:sldLayoutId id="2147483765" r:id="rId12"/>
    <p:sldLayoutId id="2147483757" r:id="rId13"/>
    <p:sldLayoutId id="2147483758" r:id="rId14"/>
    <p:sldLayoutId id="2147483759" r:id="rId15"/>
    <p:sldLayoutId id="2147483749" r:id="rId16"/>
    <p:sldLayoutId id="2147483760" r:id="rId17"/>
    <p:sldLayoutId id="2147483746" r:id="rId18"/>
    <p:sldLayoutId id="2147483747" r:id="rId19"/>
    <p:sldLayoutId id="2147483748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457189" rtl="0" eaLnBrk="1" fontAlgn="base" hangingPunct="1">
        <a:spcBef>
          <a:spcPct val="0"/>
        </a:spcBef>
        <a:spcAft>
          <a:spcPct val="0"/>
        </a:spcAft>
        <a:defRPr sz="2400" b="1" kern="1200" cap="all">
          <a:solidFill>
            <a:schemeClr val="tx2"/>
          </a:solidFill>
          <a:latin typeface="Verdana"/>
          <a:ea typeface="ＭＳ Ｐゴシック" pitchFamily="-111" charset="-128"/>
          <a:cs typeface="ＭＳ Ｐゴシック" pitchFamily="-111" charset="-128"/>
        </a:defRPr>
      </a:lvl1pPr>
      <a:lvl2pPr algn="l" defTabSz="457189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2pPr>
      <a:lvl3pPr algn="l" defTabSz="457189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3pPr>
      <a:lvl4pPr algn="l" defTabSz="457189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4pPr>
      <a:lvl5pPr algn="l" defTabSz="457189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5pPr>
      <a:lvl6pPr marL="457189" algn="l" defTabSz="457189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6pPr>
      <a:lvl7pPr marL="914377" algn="l" defTabSz="457189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7pPr>
      <a:lvl8pPr marL="1371566" algn="l" defTabSz="457189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8pPr>
      <a:lvl9pPr marL="1828754" algn="l" defTabSz="457189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52000" indent="-2520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kern="1200">
          <a:solidFill>
            <a:schemeClr val="tx1"/>
          </a:solidFill>
          <a:latin typeface="Verdana"/>
          <a:ea typeface="ＭＳ Ｐゴシック" pitchFamily="-111" charset="-128"/>
          <a:cs typeface="ＭＳ Ｐゴシック" pitchFamily="-111" charset="-128"/>
        </a:defRPr>
      </a:lvl1pPr>
      <a:lvl2pPr marL="648000" indent="-2520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sz="1600" kern="1200">
          <a:solidFill>
            <a:schemeClr val="tx1"/>
          </a:solidFill>
          <a:latin typeface="Verdana"/>
          <a:ea typeface="ＭＳ Ｐゴシック" pitchFamily="-111" charset="-128"/>
          <a:cs typeface="+mn-cs"/>
        </a:defRPr>
      </a:lvl2pPr>
      <a:lvl3pPr marL="979200" indent="-2520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sz="1400" kern="1200">
          <a:solidFill>
            <a:schemeClr val="tx1"/>
          </a:solidFill>
          <a:latin typeface="Verdana"/>
          <a:ea typeface="ＭＳ Ｐゴシック" pitchFamily="-111" charset="-128"/>
          <a:cs typeface="+mn-cs"/>
        </a:defRPr>
      </a:lvl3pPr>
      <a:lvl4pPr marL="1386000" indent="-2844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sz="1400" kern="1200">
          <a:solidFill>
            <a:schemeClr val="tx1"/>
          </a:solidFill>
          <a:latin typeface="Verdana"/>
          <a:ea typeface="ＭＳ Ｐゴシック" pitchFamily="-111" charset="-128"/>
          <a:cs typeface="+mn-cs"/>
        </a:defRPr>
      </a:lvl4pPr>
      <a:lvl5pPr marL="1699200" indent="-2844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sz="1400" kern="1200">
          <a:solidFill>
            <a:schemeClr val="tx1"/>
          </a:solidFill>
          <a:latin typeface="Verdana"/>
          <a:ea typeface="ＭＳ Ｐゴシック" pitchFamily="-111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Om </a:t>
            </a:r>
            <a:r>
              <a:rPr lang="en-GB" dirty="0" err="1" smtClean="0"/>
              <a:t>templaten</a:t>
            </a:r>
            <a:endParaRPr lang="en-GB" dirty="0"/>
          </a:p>
        </p:txBody>
      </p:sp>
      <p:sp>
        <p:nvSpPr>
          <p:cNvPr id="103438" name="TextBox 12"/>
          <p:cNvSpPr txBox="1">
            <a:spLocks noChangeArrowheads="1"/>
          </p:cNvSpPr>
          <p:nvPr/>
        </p:nvSpPr>
        <p:spPr bwMode="auto">
          <a:xfrm>
            <a:off x="12698348" y="3610811"/>
            <a:ext cx="609520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GB" dirty="0" smtClean="0"/>
              <a:t>End slide</a:t>
            </a:r>
            <a:endParaRPr lang="en-GB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97201" y="0"/>
            <a:ext cx="6080000" cy="3424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817563" y="1236663"/>
            <a:ext cx="10558462" cy="44973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sz="1100" dirty="0" smtClean="0">
                <a:solidFill>
                  <a:schemeClr val="bg1"/>
                </a:solidFill>
              </a:rPr>
              <a:t>Ovenfor templaten findes figurer som kan trækkes ned på templaten.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a-DK" sz="11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sz="1100" dirty="0" smtClean="0">
                <a:solidFill>
                  <a:schemeClr val="bg1"/>
                </a:solidFill>
              </a:rPr>
              <a:t>Der er en fastlagt højde for figurer med hhv. én og to linjers tekst. Ved figurer med tre linjer eller mere justerer man selv højden.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a-DK" sz="11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sz="1100" dirty="0" smtClean="0">
                <a:solidFill>
                  <a:schemeClr val="bg1"/>
                </a:solidFill>
              </a:rPr>
              <a:t>Længden af figurerne er valgfri.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a-DK" sz="11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sz="1100" dirty="0" smtClean="0">
                <a:solidFill>
                  <a:schemeClr val="bg1"/>
                </a:solidFill>
              </a:rPr>
              <a:t>Til Venstre for templaten findes nogle ekstra forslag til markører som kan trækkes direkte til højre ind på templaten. (marker figur, tryk </a:t>
            </a:r>
            <a:r>
              <a:rPr lang="da-DK" sz="1100" dirty="0" err="1" smtClean="0">
                <a:solidFill>
                  <a:schemeClr val="bg1"/>
                </a:solidFill>
              </a:rPr>
              <a:t>Ctrl</a:t>
            </a:r>
            <a:r>
              <a:rPr lang="da-DK" sz="1100" dirty="0" smtClean="0">
                <a:solidFill>
                  <a:schemeClr val="bg1"/>
                </a:solidFill>
              </a:rPr>
              <a:t> + pil til højre, for at trække vandret)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a-DK" sz="11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sz="1100" dirty="0" smtClean="0">
                <a:solidFill>
                  <a:schemeClr val="bg1"/>
                </a:solidFill>
              </a:rPr>
              <a:t>Man kan lave flere figurer ved at kopiere de eksisterende (</a:t>
            </a:r>
            <a:r>
              <a:rPr lang="da-DK" sz="1100" dirty="0" err="1" smtClean="0">
                <a:solidFill>
                  <a:schemeClr val="bg1"/>
                </a:solidFill>
              </a:rPr>
              <a:t>Crtl</a:t>
            </a:r>
            <a:r>
              <a:rPr lang="da-DK" sz="1100" dirty="0" smtClean="0">
                <a:solidFill>
                  <a:schemeClr val="bg1"/>
                </a:solidFill>
              </a:rPr>
              <a:t> + c, efterfulgt af </a:t>
            </a:r>
            <a:r>
              <a:rPr lang="da-DK" sz="1100" dirty="0" err="1" smtClean="0">
                <a:solidFill>
                  <a:schemeClr val="bg1"/>
                </a:solidFill>
              </a:rPr>
              <a:t>Ctrl</a:t>
            </a:r>
            <a:r>
              <a:rPr lang="da-DK" sz="1100" dirty="0" smtClean="0">
                <a:solidFill>
                  <a:schemeClr val="bg1"/>
                </a:solidFill>
              </a:rPr>
              <a:t> + v) eller  ved at markere den figur man vil kopiere og derefter trykke </a:t>
            </a:r>
            <a:r>
              <a:rPr lang="da-DK" sz="1100" dirty="0" err="1" smtClean="0">
                <a:solidFill>
                  <a:schemeClr val="bg1"/>
                </a:solidFill>
              </a:rPr>
              <a:t>Ctrl</a:t>
            </a:r>
            <a:r>
              <a:rPr lang="da-DK" sz="1100" dirty="0" smtClean="0">
                <a:solidFill>
                  <a:schemeClr val="bg1"/>
                </a:solidFill>
              </a:rPr>
              <a:t> og imens man holder </a:t>
            </a:r>
            <a:r>
              <a:rPr lang="da-DK" sz="1100" dirty="0" err="1" smtClean="0">
                <a:solidFill>
                  <a:schemeClr val="bg1"/>
                </a:solidFill>
              </a:rPr>
              <a:t>Ctrl</a:t>
            </a:r>
            <a:r>
              <a:rPr lang="da-DK" sz="1100" dirty="0" smtClean="0">
                <a:solidFill>
                  <a:schemeClr val="bg1"/>
                </a:solidFill>
              </a:rPr>
              <a:t>-knappen nede trækker man med musen i den figur man vil kopiere og slipper der hvor man ønsker at kopien skal være.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a-DK" sz="11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sz="1100" dirty="0" smtClean="0">
                <a:solidFill>
                  <a:schemeClr val="bg1"/>
                </a:solidFill>
              </a:rPr>
              <a:t>Man kan markere flere symboler på én gang ved at bruge musen/</a:t>
            </a:r>
            <a:r>
              <a:rPr lang="da-DK" sz="1100" dirty="0" err="1" smtClean="0">
                <a:solidFill>
                  <a:schemeClr val="bg1"/>
                </a:solidFill>
              </a:rPr>
              <a:t>curseren</a:t>
            </a:r>
            <a:r>
              <a:rPr lang="da-DK" sz="1100" dirty="0" smtClean="0">
                <a:solidFill>
                  <a:schemeClr val="bg1"/>
                </a:solidFill>
              </a:rPr>
              <a:t> til at trække (venstreklik og hold + træk) en ”usynlig” firkant rundt om de figurer man ønsker at markere. Når man slipper venstreknappen bliver indholdet i firkanten markeret. Hele figuren man ønsker at markere skal være </a:t>
            </a:r>
            <a:r>
              <a:rPr lang="da-DK" sz="1100" i="1" dirty="0" smtClean="0">
                <a:solidFill>
                  <a:schemeClr val="bg1"/>
                </a:solidFill>
              </a:rPr>
              <a:t>inden for </a:t>
            </a:r>
            <a:r>
              <a:rPr lang="da-DK" sz="1100" dirty="0" smtClean="0">
                <a:solidFill>
                  <a:schemeClr val="bg1"/>
                </a:solidFill>
              </a:rPr>
              <a:t>firkanten for at figuren bliver markeret på denne måde.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a-DK" sz="11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sz="1100" dirty="0" smtClean="0">
                <a:solidFill>
                  <a:schemeClr val="bg1"/>
                </a:solidFill>
              </a:rPr>
              <a:t>Anbefaling: brug kun én farvekategori til hver ”fase”.</a:t>
            </a:r>
            <a:endParaRPr lang="da-DK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/>
          <p:cNvGrpSpPr/>
          <p:nvPr/>
        </p:nvGrpSpPr>
        <p:grpSpPr>
          <a:xfrm>
            <a:off x="1846734" y="189120"/>
            <a:ext cx="1080120" cy="5941715"/>
            <a:chOff x="1861062" y="189120"/>
            <a:chExt cx="1080120" cy="5941715"/>
          </a:xfrm>
        </p:grpSpPr>
        <p:cxnSp>
          <p:nvCxnSpPr>
            <p:cNvPr id="114" name="Straight Connector 113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ectangle 114"/>
            <p:cNvSpPr/>
            <p:nvPr/>
          </p:nvSpPr>
          <p:spPr>
            <a:xfrm>
              <a:off x="186106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Afklaringsrapport og revideret leverancebeskrivelse godkendt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21210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806086" y="296945"/>
            <a:ext cx="1181738" cy="0"/>
          </a:xfrm>
          <a:prstGeom prst="straightConnector1">
            <a:avLst/>
          </a:prstGeom>
          <a:ln w="9525">
            <a:solidFill>
              <a:schemeClr val="bg2"/>
            </a:solidFill>
            <a:prstDash val="sys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16927" y="-458638"/>
            <a:ext cx="10559098" cy="360733"/>
          </a:xfrm>
        </p:spPr>
        <p:txBody>
          <a:bodyPr/>
          <a:lstStyle/>
          <a:p>
            <a:r>
              <a:rPr lang="en-GB" sz="2000" dirty="0" err="1" smtClean="0"/>
              <a:t>kontraktens</a:t>
            </a:r>
            <a:r>
              <a:rPr lang="en-GB" sz="2000" dirty="0" smtClean="0"/>
              <a:t> blueprint (template – med </a:t>
            </a:r>
            <a:r>
              <a:rPr lang="en-GB" sz="2000" dirty="0" err="1" smtClean="0"/>
              <a:t>delleverancer</a:t>
            </a:r>
            <a:r>
              <a:rPr lang="en-GB" sz="2000" dirty="0" smtClean="0"/>
              <a:t>)</a:t>
            </a:r>
            <a:endParaRPr lang="en-GB" sz="2000" dirty="0"/>
          </a:p>
        </p:txBody>
      </p:sp>
      <p:sp>
        <p:nvSpPr>
          <p:cNvPr id="16393" name="TextBox 8"/>
          <p:cNvSpPr txBox="1">
            <a:spLocks noChangeArrowheads="1"/>
          </p:cNvSpPr>
          <p:nvPr/>
        </p:nvSpPr>
        <p:spPr bwMode="auto">
          <a:xfrm>
            <a:off x="12698348" y="3610812"/>
            <a:ext cx="609520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GB" dirty="0" smtClean="0"/>
              <a:t>Content slide, two columns with image</a:t>
            </a:r>
            <a:endParaRPr lang="en-GB" dirty="0"/>
          </a:p>
        </p:txBody>
      </p:sp>
      <p:grpSp>
        <p:nvGrpSpPr>
          <p:cNvPr id="14" name="Group 13"/>
          <p:cNvGrpSpPr/>
          <p:nvPr/>
        </p:nvGrpSpPr>
        <p:grpSpPr>
          <a:xfrm>
            <a:off x="12698348" y="0"/>
            <a:ext cx="6080000" cy="3424411"/>
            <a:chOff x="12698347" y="0"/>
            <a:chExt cx="6080001" cy="3423619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98347" y="0"/>
              <a:ext cx="6080001" cy="342361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5" descr="content_slide_two_columns.jpg"/>
            <p:cNvPicPr>
              <a:picLocks noChangeAspect="1"/>
            </p:cNvPicPr>
            <p:nvPr/>
          </p:nvPicPr>
          <p:blipFill rotWithShape="1">
            <a:blip r:embed="rId4" cstate="screen"/>
            <a:srcRect r="124" b="102"/>
            <a:stretch/>
          </p:blipFill>
          <p:spPr bwMode="auto">
            <a:xfrm>
              <a:off x="15792879" y="813088"/>
              <a:ext cx="2598543" cy="20398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Rectangle 1"/>
          <p:cNvSpPr/>
          <p:nvPr/>
        </p:nvSpPr>
        <p:spPr>
          <a:xfrm>
            <a:off x="806086" y="370195"/>
            <a:ext cx="10558462" cy="5760640"/>
          </a:xfrm>
          <a:prstGeom prst="rect">
            <a:avLst/>
          </a:prstGeom>
          <a:noFill/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" name="Straight Connector 3"/>
          <p:cNvCxnSpPr/>
          <p:nvPr/>
        </p:nvCxnSpPr>
        <p:spPr>
          <a:xfrm>
            <a:off x="806086" y="5565404"/>
            <a:ext cx="10558462" cy="0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88" name="Straight Connector 16387"/>
          <p:cNvCxnSpPr/>
          <p:nvPr/>
        </p:nvCxnSpPr>
        <p:spPr>
          <a:xfrm>
            <a:off x="806086" y="3019012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819187" y="2997746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smtClean="0">
                <a:solidFill>
                  <a:schemeClr val="bg2"/>
                </a:solidFill>
              </a:rPr>
              <a:t>Løbende </a:t>
            </a:r>
          </a:p>
          <a:p>
            <a:r>
              <a:rPr lang="da-DK" sz="800" dirty="0" smtClean="0">
                <a:solidFill>
                  <a:schemeClr val="bg2"/>
                </a:solidFill>
              </a:rPr>
              <a:t>ydelser</a:t>
            </a:r>
            <a:endParaRPr lang="da-DK" sz="800" dirty="0">
              <a:solidFill>
                <a:schemeClr val="bg2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22720" y="351474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smtClean="0">
                <a:solidFill>
                  <a:schemeClr val="bg2"/>
                </a:solidFill>
              </a:rPr>
              <a:t>Etablerings-</a:t>
            </a:r>
          </a:p>
          <a:p>
            <a:r>
              <a:rPr lang="da-DK" sz="800" dirty="0" smtClean="0">
                <a:solidFill>
                  <a:schemeClr val="bg2"/>
                </a:solidFill>
              </a:rPr>
              <a:t>projekt</a:t>
            </a:r>
            <a:endParaRPr lang="da-DK" sz="800" dirty="0">
              <a:solidFill>
                <a:schemeClr val="bg2"/>
              </a:solidFill>
            </a:endParaRPr>
          </a:p>
        </p:txBody>
      </p:sp>
      <p:graphicFrame>
        <p:nvGraphicFramePr>
          <p:cNvPr id="16396" name="Table 163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730482"/>
              </p:ext>
            </p:extLst>
          </p:nvPr>
        </p:nvGraphicFramePr>
        <p:xfrm>
          <a:off x="2362405" y="6166098"/>
          <a:ext cx="9017960" cy="381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08280"/>
                <a:gridCol w="1080000"/>
                <a:gridCol w="208280"/>
                <a:gridCol w="1080000"/>
                <a:gridCol w="208280"/>
                <a:gridCol w="1080000"/>
                <a:gridCol w="208280"/>
                <a:gridCol w="1080000"/>
                <a:gridCol w="208280"/>
                <a:gridCol w="1080000"/>
                <a:gridCol w="208280"/>
                <a:gridCol w="1080000"/>
                <a:gridCol w="208280"/>
                <a:gridCol w="1080000"/>
              </a:tblGrid>
              <a:tr h="280165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Betaling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Ophævelse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Bod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Ibrugtagning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Udtrædelses-adgang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Overtagelse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Betaling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384" name="Pentagon 16383"/>
          <p:cNvSpPr/>
          <p:nvPr/>
        </p:nvSpPr>
        <p:spPr>
          <a:xfrm>
            <a:off x="1570854" y="423360"/>
            <a:ext cx="833941" cy="288412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Afklarings-fase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78" name="Pentagon 77"/>
          <p:cNvSpPr/>
          <p:nvPr/>
        </p:nvSpPr>
        <p:spPr>
          <a:xfrm>
            <a:off x="838622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Én linje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3" name="Pentagon 82"/>
          <p:cNvSpPr/>
          <p:nvPr/>
        </p:nvSpPr>
        <p:spPr>
          <a:xfrm>
            <a:off x="1918743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linjer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5" name="Pentagon 84"/>
          <p:cNvSpPr/>
          <p:nvPr/>
        </p:nvSpPr>
        <p:spPr>
          <a:xfrm>
            <a:off x="4561772" y="3231347"/>
            <a:ext cx="6539856" cy="196989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Vedligeholdelse og Support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6" name="Pentagon 85"/>
          <p:cNvSpPr/>
          <p:nvPr/>
        </p:nvSpPr>
        <p:spPr>
          <a:xfrm>
            <a:off x="8579483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linjer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7" name="Pentagon 86"/>
          <p:cNvSpPr/>
          <p:nvPr/>
        </p:nvSpPr>
        <p:spPr>
          <a:xfrm>
            <a:off x="9731610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Én linje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8" name="Pentagon 87"/>
          <p:cNvSpPr/>
          <p:nvPr/>
        </p:nvSpPr>
        <p:spPr>
          <a:xfrm>
            <a:off x="10811731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linjer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9" name="Pentagon 88"/>
          <p:cNvSpPr/>
          <p:nvPr/>
        </p:nvSpPr>
        <p:spPr>
          <a:xfrm>
            <a:off x="3106874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Én linje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90" name="Pentagon 89"/>
          <p:cNvSpPr/>
          <p:nvPr/>
        </p:nvSpPr>
        <p:spPr>
          <a:xfrm>
            <a:off x="4186995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linjer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91" name="Pentagon 90"/>
          <p:cNvSpPr/>
          <p:nvPr/>
        </p:nvSpPr>
        <p:spPr>
          <a:xfrm>
            <a:off x="5339122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Én linje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92" name="Pentagon 91"/>
          <p:cNvSpPr/>
          <p:nvPr/>
        </p:nvSpPr>
        <p:spPr>
          <a:xfrm>
            <a:off x="6419243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linjer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98" name="Pentagon 97"/>
          <p:cNvSpPr/>
          <p:nvPr/>
        </p:nvSpPr>
        <p:spPr>
          <a:xfrm>
            <a:off x="838622" y="-929316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Uddannelse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00" name="Pentagon 99"/>
          <p:cNvSpPr/>
          <p:nvPr/>
        </p:nvSpPr>
        <p:spPr>
          <a:xfrm>
            <a:off x="10823351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Opgave / projekt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1" name="Pentagon 100"/>
          <p:cNvSpPr/>
          <p:nvPr/>
        </p:nvSpPr>
        <p:spPr>
          <a:xfrm>
            <a:off x="7508888" y="-929316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err="1" smtClean="0">
                <a:solidFill>
                  <a:schemeClr val="tx1"/>
                </a:solidFill>
              </a:rPr>
              <a:t>Hypercare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3" name="Pentagon 102"/>
          <p:cNvSpPr/>
          <p:nvPr/>
        </p:nvSpPr>
        <p:spPr>
          <a:xfrm>
            <a:off x="2404796" y="874251"/>
            <a:ext cx="2070230" cy="288412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Systemimplementering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4" name="Pentagon 103"/>
          <p:cNvSpPr/>
          <p:nvPr/>
        </p:nvSpPr>
        <p:spPr>
          <a:xfrm>
            <a:off x="1918742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Delleverance 1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05" name="Pentagon 104"/>
          <p:cNvSpPr/>
          <p:nvPr/>
        </p:nvSpPr>
        <p:spPr>
          <a:xfrm>
            <a:off x="4186995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Delleverance 2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6" name="Pentagon 105"/>
          <p:cNvSpPr/>
          <p:nvPr/>
        </p:nvSpPr>
        <p:spPr>
          <a:xfrm>
            <a:off x="3106875" y="-929316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Uddannelse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7" name="Pentagon 106"/>
          <p:cNvSpPr/>
          <p:nvPr/>
        </p:nvSpPr>
        <p:spPr>
          <a:xfrm>
            <a:off x="6419243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Ophørs-ydelser</a:t>
            </a:r>
          </a:p>
        </p:txBody>
      </p:sp>
      <p:sp>
        <p:nvSpPr>
          <p:cNvPr id="16397" name="Isosceles Triangle 16396"/>
          <p:cNvSpPr/>
          <p:nvPr/>
        </p:nvSpPr>
        <p:spPr>
          <a:xfrm>
            <a:off x="2383557" y="6275274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8" name="Oval 16397"/>
          <p:cNvSpPr/>
          <p:nvPr/>
        </p:nvSpPr>
        <p:spPr>
          <a:xfrm>
            <a:off x="3685034" y="6275274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9" name="5-Point Star 16398"/>
          <p:cNvSpPr>
            <a:spLocks noChangeAspect="1"/>
          </p:cNvSpPr>
          <p:nvPr/>
        </p:nvSpPr>
        <p:spPr>
          <a:xfrm>
            <a:off x="4952603" y="6260333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400" name="Diamond 16399"/>
          <p:cNvSpPr/>
          <p:nvPr/>
        </p:nvSpPr>
        <p:spPr>
          <a:xfrm>
            <a:off x="6252939" y="6257282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401" name="&quot;No&quot; Symbol 16400"/>
          <p:cNvSpPr/>
          <p:nvPr/>
        </p:nvSpPr>
        <p:spPr>
          <a:xfrm>
            <a:off x="2322930" y="670343"/>
            <a:ext cx="144000" cy="144000"/>
          </a:xfrm>
          <a:prstGeom prst="noSmoking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121" name="Isosceles Triangle 120"/>
          <p:cNvSpPr/>
          <p:nvPr/>
        </p:nvSpPr>
        <p:spPr>
          <a:xfrm rot="10800000">
            <a:off x="8819260" y="6275274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16411" name="Group 16410"/>
          <p:cNvGrpSpPr/>
          <p:nvPr/>
        </p:nvGrpSpPr>
        <p:grpSpPr>
          <a:xfrm>
            <a:off x="3934966" y="189120"/>
            <a:ext cx="1080120" cy="5941715"/>
            <a:chOff x="3934966" y="189120"/>
            <a:chExt cx="1080120" cy="594171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475026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3934966" y="5531342"/>
              <a:ext cx="1080120" cy="599493"/>
            </a:xfrm>
            <a:prstGeom prst="rect">
              <a:avLst/>
            </a:prstGeom>
            <a:noFill/>
            <a:ln>
              <a:noFill/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Delleverance-prøve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4286005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03" name="Group 16402"/>
          <p:cNvGrpSpPr/>
          <p:nvPr/>
        </p:nvGrpSpPr>
        <p:grpSpPr>
          <a:xfrm>
            <a:off x="4678796" y="189120"/>
            <a:ext cx="1080120" cy="5941715"/>
            <a:chOff x="4678796" y="189120"/>
            <a:chExt cx="1080120" cy="5941715"/>
          </a:xfrm>
        </p:grpSpPr>
        <p:cxnSp>
          <p:nvCxnSpPr>
            <p:cNvPr id="54" name="Straight Connector 53"/>
            <p:cNvCxnSpPr/>
            <p:nvPr/>
          </p:nvCxnSpPr>
          <p:spPr>
            <a:xfrm>
              <a:off x="5218856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/>
            <p:cNvSpPr/>
            <p:nvPr/>
          </p:nvSpPr>
          <p:spPr>
            <a:xfrm>
              <a:off x="4678796" y="5531342"/>
              <a:ext cx="1080120" cy="599493"/>
            </a:xfrm>
            <a:prstGeom prst="rect">
              <a:avLst/>
            </a:prstGeom>
            <a:noFill/>
            <a:ln>
              <a:noFill/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Driftsprøve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029835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02" name="Group 16401"/>
          <p:cNvGrpSpPr/>
          <p:nvPr/>
        </p:nvGrpSpPr>
        <p:grpSpPr>
          <a:xfrm>
            <a:off x="6239222" y="189120"/>
            <a:ext cx="1080120" cy="5941715"/>
            <a:chOff x="6239222" y="189120"/>
            <a:chExt cx="1080120" cy="5941715"/>
          </a:xfrm>
        </p:grpSpPr>
        <p:cxnSp>
          <p:nvCxnSpPr>
            <p:cNvPr id="57" name="Straight Connector 56"/>
            <p:cNvCxnSpPr/>
            <p:nvPr/>
          </p:nvCxnSpPr>
          <p:spPr>
            <a:xfrm>
              <a:off x="6779282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/>
            <p:cNvSpPr/>
            <p:nvPr/>
          </p:nvSpPr>
          <p:spPr>
            <a:xfrm>
              <a:off x="623922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Overtagelses-prøve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59026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395" name="Group 16394"/>
          <p:cNvGrpSpPr/>
          <p:nvPr/>
        </p:nvGrpSpPr>
        <p:grpSpPr>
          <a:xfrm>
            <a:off x="6959302" y="189120"/>
            <a:ext cx="1080120" cy="5941715"/>
            <a:chOff x="6959302" y="189120"/>
            <a:chExt cx="1080120" cy="5941715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7499362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/>
            <p:cNvSpPr/>
            <p:nvPr/>
          </p:nvSpPr>
          <p:spPr>
            <a:xfrm>
              <a:off x="695930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Driftsprøve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731034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394" name="Group 16393"/>
          <p:cNvGrpSpPr/>
          <p:nvPr/>
        </p:nvGrpSpPr>
        <p:grpSpPr>
          <a:xfrm>
            <a:off x="10559702" y="189120"/>
            <a:ext cx="1080120" cy="5941715"/>
            <a:chOff x="10559702" y="189120"/>
            <a:chExt cx="1080120" cy="5941715"/>
          </a:xfrm>
        </p:grpSpPr>
        <p:cxnSp>
          <p:nvCxnSpPr>
            <p:cNvPr id="63" name="Straight Connector 62"/>
            <p:cNvCxnSpPr/>
            <p:nvPr/>
          </p:nvCxnSpPr>
          <p:spPr>
            <a:xfrm>
              <a:off x="11099762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1055970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Kontrakt-</a:t>
              </a:r>
            </a:p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ophør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091074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12" name="Group 16411"/>
          <p:cNvGrpSpPr/>
          <p:nvPr/>
        </p:nvGrpSpPr>
        <p:grpSpPr>
          <a:xfrm>
            <a:off x="-1393626" y="189120"/>
            <a:ext cx="1080120" cy="5941715"/>
            <a:chOff x="1861062" y="189120"/>
            <a:chExt cx="1080120" cy="5941715"/>
          </a:xfrm>
        </p:grpSpPr>
        <p:cxnSp>
          <p:nvCxnSpPr>
            <p:cNvPr id="48" name="Straight Connector 47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186106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Opdateret Leverance-beskrivelse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21210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sp>
        <p:nvSpPr>
          <p:cNvPr id="84" name="Rectangle 83"/>
          <p:cNvSpPr/>
          <p:nvPr/>
        </p:nvSpPr>
        <p:spPr>
          <a:xfrm>
            <a:off x="838622" y="131663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smtClean="0">
                <a:solidFill>
                  <a:schemeClr val="bg2"/>
                </a:solidFill>
              </a:rPr>
              <a:t>Milepæle</a:t>
            </a:r>
            <a:endParaRPr lang="da-DK" sz="800" dirty="0">
              <a:solidFill>
                <a:schemeClr val="bg2"/>
              </a:solidFill>
            </a:endParaRPr>
          </a:p>
        </p:txBody>
      </p:sp>
      <p:grpSp>
        <p:nvGrpSpPr>
          <p:cNvPr id="16413" name="Group 16412"/>
          <p:cNvGrpSpPr/>
          <p:nvPr/>
        </p:nvGrpSpPr>
        <p:grpSpPr>
          <a:xfrm>
            <a:off x="1030794" y="370195"/>
            <a:ext cx="1080120" cy="5760640"/>
            <a:chOff x="1030794" y="370195"/>
            <a:chExt cx="1080120" cy="5760640"/>
          </a:xfrm>
        </p:grpSpPr>
        <p:cxnSp>
          <p:nvCxnSpPr>
            <p:cNvPr id="109" name="Straight Connector 108"/>
            <p:cNvCxnSpPr/>
            <p:nvPr/>
          </p:nvCxnSpPr>
          <p:spPr>
            <a:xfrm>
              <a:off x="1570854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 109"/>
            <p:cNvSpPr/>
            <p:nvPr/>
          </p:nvSpPr>
          <p:spPr>
            <a:xfrm>
              <a:off x="1030794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Kontrakt-indgåelse</a:t>
              </a:r>
            </a:p>
          </p:txBody>
        </p:sp>
      </p:grpSp>
      <p:sp>
        <p:nvSpPr>
          <p:cNvPr id="111" name="5-Point Star 110"/>
          <p:cNvSpPr>
            <a:spLocks noChangeAspect="1"/>
          </p:cNvSpPr>
          <p:nvPr/>
        </p:nvSpPr>
        <p:spPr>
          <a:xfrm>
            <a:off x="10099775" y="6260333"/>
            <a:ext cx="193243" cy="173899"/>
          </a:xfrm>
          <a:prstGeom prst="star5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12" name="Straight Connector 111"/>
          <p:cNvCxnSpPr/>
          <p:nvPr/>
        </p:nvCxnSpPr>
        <p:spPr>
          <a:xfrm>
            <a:off x="803961" y="5269284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817062" y="5248018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smtClean="0">
                <a:solidFill>
                  <a:schemeClr val="bg2"/>
                </a:solidFill>
              </a:rPr>
              <a:t>Kundens </a:t>
            </a:r>
          </a:p>
          <a:p>
            <a:r>
              <a:rPr lang="da-DK" sz="800" dirty="0" smtClean="0">
                <a:solidFill>
                  <a:schemeClr val="bg2"/>
                </a:solidFill>
              </a:rPr>
              <a:t>ydelser</a:t>
            </a:r>
            <a:endParaRPr lang="da-DK" sz="800" dirty="0">
              <a:solidFill>
                <a:schemeClr val="bg2"/>
              </a:solidFill>
            </a:endParaRPr>
          </a:p>
        </p:txBody>
      </p:sp>
      <p:cxnSp>
        <p:nvCxnSpPr>
          <p:cNvPr id="119" name="Straight Connector 118"/>
          <p:cNvCxnSpPr/>
          <p:nvPr/>
        </p:nvCxnSpPr>
        <p:spPr>
          <a:xfrm>
            <a:off x="803961" y="4981252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817062" y="4959986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err="1" smtClean="0">
                <a:solidFill>
                  <a:schemeClr val="bg2"/>
                </a:solidFill>
              </a:rPr>
              <a:t>Governance</a:t>
            </a:r>
            <a:endParaRPr lang="da-DK" sz="800" dirty="0">
              <a:solidFill>
                <a:schemeClr val="bg2"/>
              </a:solidFill>
            </a:endParaRPr>
          </a:p>
        </p:txBody>
      </p:sp>
      <p:cxnSp>
        <p:nvCxnSpPr>
          <p:cNvPr id="131" name="Straight Connector 130"/>
          <p:cNvCxnSpPr/>
          <p:nvPr/>
        </p:nvCxnSpPr>
        <p:spPr>
          <a:xfrm>
            <a:off x="803961" y="4693220"/>
            <a:ext cx="10558462" cy="0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817062" y="4671954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smtClean="0">
                <a:solidFill>
                  <a:schemeClr val="bg2"/>
                </a:solidFill>
              </a:rPr>
              <a:t>Optioner</a:t>
            </a:r>
            <a:endParaRPr lang="da-DK" sz="800" dirty="0">
              <a:solidFill>
                <a:schemeClr val="bg2"/>
              </a:solidFill>
            </a:endParaRPr>
          </a:p>
        </p:txBody>
      </p:sp>
      <p:sp>
        <p:nvSpPr>
          <p:cNvPr id="133" name="Pentagon 132"/>
          <p:cNvSpPr/>
          <p:nvPr/>
        </p:nvSpPr>
        <p:spPr>
          <a:xfrm>
            <a:off x="1613913" y="756818"/>
            <a:ext cx="687311" cy="288412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Options-afklaring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34" name="Pentagon 133"/>
          <p:cNvSpPr/>
          <p:nvPr/>
        </p:nvSpPr>
        <p:spPr>
          <a:xfrm>
            <a:off x="1613913" y="1090275"/>
            <a:ext cx="769644" cy="288412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Kontrakt-workshop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35" name="Pentagon 134"/>
          <p:cNvSpPr/>
          <p:nvPr/>
        </p:nvSpPr>
        <p:spPr>
          <a:xfrm>
            <a:off x="2542692" y="1266692"/>
            <a:ext cx="1176250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Datakonvertering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36" name="Pentagon 135"/>
          <p:cNvSpPr/>
          <p:nvPr/>
        </p:nvSpPr>
        <p:spPr>
          <a:xfrm>
            <a:off x="3394907" y="1554724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Uddannelse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37" name="Pentagon 136"/>
          <p:cNvSpPr/>
          <p:nvPr/>
        </p:nvSpPr>
        <p:spPr>
          <a:xfrm>
            <a:off x="9731610" y="-883605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err="1" smtClean="0">
                <a:solidFill>
                  <a:schemeClr val="tx1"/>
                </a:solidFill>
              </a:rPr>
              <a:t>Hypercare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38" name="Pentagon 137"/>
          <p:cNvSpPr/>
          <p:nvPr/>
        </p:nvSpPr>
        <p:spPr>
          <a:xfrm>
            <a:off x="8579663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Ophørs-ydelser</a:t>
            </a:r>
          </a:p>
        </p:txBody>
      </p:sp>
      <p:sp>
        <p:nvSpPr>
          <p:cNvPr id="139" name="Pentagon 138"/>
          <p:cNvSpPr/>
          <p:nvPr/>
        </p:nvSpPr>
        <p:spPr>
          <a:xfrm>
            <a:off x="5339122" y="-904861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Én linje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40" name="Pentagon 139"/>
          <p:cNvSpPr/>
          <p:nvPr/>
        </p:nvSpPr>
        <p:spPr>
          <a:xfrm>
            <a:off x="7508888" y="-1159304"/>
            <a:ext cx="1011263" cy="196989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Én linje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41" name="Pentagon 140"/>
          <p:cNvSpPr/>
          <p:nvPr/>
        </p:nvSpPr>
        <p:spPr>
          <a:xfrm>
            <a:off x="4561772" y="3480414"/>
            <a:ext cx="6539856" cy="196989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Drift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42" name="Pentagon 141"/>
          <p:cNvSpPr/>
          <p:nvPr/>
        </p:nvSpPr>
        <p:spPr>
          <a:xfrm>
            <a:off x="8759502" y="3795902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Videre-udvikling</a:t>
            </a:r>
          </a:p>
        </p:txBody>
      </p:sp>
      <p:sp>
        <p:nvSpPr>
          <p:cNvPr id="16391" name="TextBox 16390"/>
          <p:cNvSpPr txBox="1"/>
          <p:nvPr/>
        </p:nvSpPr>
        <p:spPr bwMode="auto">
          <a:xfrm>
            <a:off x="-241498" y="-1250726"/>
            <a:ext cx="936104" cy="232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indent="-25400" algn="l" defTabSz="457200" rtl="0" eaLnBrk="0" fontAlgn="base" latinLnBrk="0" hangingPunct="0">
              <a:lnSpc>
                <a:spcPts val="2163"/>
              </a:lnSpc>
              <a:spcBef>
                <a:spcPct val="0"/>
              </a:spcBef>
              <a:spcAft>
                <a:spcPts val="1500"/>
              </a:spcAft>
              <a:buClrTx/>
              <a:buSzTx/>
              <a:tabLst/>
            </a:pPr>
            <a:r>
              <a:rPr kumimoji="0" lang="da-DK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ＭＳ Ｐゴシック" pitchFamily="-111" charset="-128"/>
                <a:cs typeface="ＭＳ Ｐゴシック" pitchFamily="-111" charset="-128"/>
              </a:rPr>
              <a:t>Primære farver</a:t>
            </a:r>
          </a:p>
        </p:txBody>
      </p:sp>
      <p:sp>
        <p:nvSpPr>
          <p:cNvPr id="145" name="TextBox 144"/>
          <p:cNvSpPr txBox="1"/>
          <p:nvPr/>
        </p:nvSpPr>
        <p:spPr bwMode="auto">
          <a:xfrm>
            <a:off x="-241498" y="-1034702"/>
            <a:ext cx="936104" cy="232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indent="-25400" algn="l" defTabSz="457200" rtl="0" eaLnBrk="0" fontAlgn="base" latinLnBrk="0" hangingPunct="0">
              <a:lnSpc>
                <a:spcPts val="2163"/>
              </a:lnSpc>
              <a:spcBef>
                <a:spcPct val="0"/>
              </a:spcBef>
              <a:spcAft>
                <a:spcPts val="1500"/>
              </a:spcAft>
              <a:buClrTx/>
              <a:buSzTx/>
              <a:tabLst/>
            </a:pPr>
            <a:r>
              <a:rPr kumimoji="0" lang="da-DK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ＭＳ Ｐゴシック" pitchFamily="-111" charset="-128"/>
                <a:cs typeface="ＭＳ Ｐゴシック" pitchFamily="-111" charset="-128"/>
              </a:rPr>
              <a:t>Ekstra farver</a:t>
            </a:r>
          </a:p>
        </p:txBody>
      </p:sp>
      <p:sp>
        <p:nvSpPr>
          <p:cNvPr id="146" name="Pentagon 145"/>
          <p:cNvSpPr/>
          <p:nvPr/>
        </p:nvSpPr>
        <p:spPr>
          <a:xfrm>
            <a:off x="10390316" y="4312231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Ophørs-ydelser</a:t>
            </a:r>
          </a:p>
        </p:txBody>
      </p:sp>
      <p:sp>
        <p:nvSpPr>
          <p:cNvPr id="147" name="Isosceles Triangle 146"/>
          <p:cNvSpPr/>
          <p:nvPr/>
        </p:nvSpPr>
        <p:spPr>
          <a:xfrm rot="10800000">
            <a:off x="6703197" y="1184180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9" name="Isosceles Triangle 148"/>
          <p:cNvSpPr/>
          <p:nvPr/>
        </p:nvSpPr>
        <p:spPr>
          <a:xfrm rot="10800000">
            <a:off x="9652232" y="3696439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4" name="Pentagon 153"/>
          <p:cNvSpPr/>
          <p:nvPr/>
        </p:nvSpPr>
        <p:spPr>
          <a:xfrm>
            <a:off x="9279611" y="4157582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Videre-udvikling</a:t>
            </a:r>
          </a:p>
        </p:txBody>
      </p:sp>
      <p:sp>
        <p:nvSpPr>
          <p:cNvPr id="155" name="Isosceles Triangle 154"/>
          <p:cNvSpPr/>
          <p:nvPr/>
        </p:nvSpPr>
        <p:spPr>
          <a:xfrm rot="10800000">
            <a:off x="10172341" y="4058119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56" name="Straight Connector 155"/>
          <p:cNvCxnSpPr/>
          <p:nvPr/>
        </p:nvCxnSpPr>
        <p:spPr>
          <a:xfrm>
            <a:off x="817062" y="4671954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Pentagon 156"/>
          <p:cNvSpPr/>
          <p:nvPr/>
        </p:nvSpPr>
        <p:spPr>
          <a:xfrm>
            <a:off x="1590601" y="5033005"/>
            <a:ext cx="9509161" cy="196989"/>
          </a:xfrm>
          <a:prstGeom prst="homePlate">
            <a:avLst>
              <a:gd name="adj" fmla="val 242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err="1" smtClean="0">
                <a:solidFill>
                  <a:schemeClr val="bg1"/>
                </a:solidFill>
              </a:rPr>
              <a:t>Governance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60" name="Pentagon 159"/>
          <p:cNvSpPr/>
          <p:nvPr/>
        </p:nvSpPr>
        <p:spPr>
          <a:xfrm>
            <a:off x="5576613" y="1699919"/>
            <a:ext cx="1082782" cy="196989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Uddannelse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61" name="Pentagon 160"/>
          <p:cNvSpPr/>
          <p:nvPr/>
        </p:nvSpPr>
        <p:spPr>
          <a:xfrm>
            <a:off x="4485609" y="1328196"/>
            <a:ext cx="2305927" cy="288412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Systemimplementering</a:t>
            </a:r>
            <a:endParaRPr lang="da-DK" sz="800" dirty="0">
              <a:solidFill>
                <a:schemeClr val="tx1"/>
              </a:solidFill>
            </a:endParaRPr>
          </a:p>
        </p:txBody>
      </p:sp>
      <p:grpSp>
        <p:nvGrpSpPr>
          <p:cNvPr id="163" name="Group 162"/>
          <p:cNvGrpSpPr/>
          <p:nvPr/>
        </p:nvGrpSpPr>
        <p:grpSpPr>
          <a:xfrm>
            <a:off x="-2185714" y="189434"/>
            <a:ext cx="1080120" cy="5941715"/>
            <a:chOff x="1861062" y="189120"/>
            <a:chExt cx="1080120" cy="5941715"/>
          </a:xfrm>
        </p:grpSpPr>
        <p:cxnSp>
          <p:nvCxnSpPr>
            <p:cNvPr id="164" name="Straight Connector 163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/>
            <p:cNvSpPr/>
            <p:nvPr/>
          </p:nvSpPr>
          <p:spPr>
            <a:xfrm>
              <a:off x="186106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Opdateret Leverance-beskrivelse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221210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-3049810" y="189434"/>
            <a:ext cx="1080120" cy="5941715"/>
            <a:chOff x="1861062" y="189120"/>
            <a:chExt cx="1080120" cy="5941715"/>
          </a:xfrm>
        </p:grpSpPr>
        <p:cxnSp>
          <p:nvCxnSpPr>
            <p:cNvPr id="168" name="Straight Connector 167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Rectangle 168"/>
            <p:cNvSpPr/>
            <p:nvPr/>
          </p:nvSpPr>
          <p:spPr>
            <a:xfrm>
              <a:off x="186106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Opdateret Leverance-beskrivelse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221210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sp>
        <p:nvSpPr>
          <p:cNvPr id="117" name="&quot;No&quot; Symbol 116"/>
          <p:cNvSpPr/>
          <p:nvPr/>
        </p:nvSpPr>
        <p:spPr>
          <a:xfrm>
            <a:off x="7533750" y="6275274"/>
            <a:ext cx="144000" cy="144000"/>
          </a:xfrm>
          <a:prstGeom prst="noSmoking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118" name="Isosceles Triangle 117"/>
          <p:cNvSpPr/>
          <p:nvPr/>
        </p:nvSpPr>
        <p:spPr>
          <a:xfrm rot="10800000">
            <a:off x="6707274" y="1864911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2" name="Diamond 121"/>
          <p:cNvSpPr/>
          <p:nvPr/>
        </p:nvSpPr>
        <p:spPr>
          <a:xfrm>
            <a:off x="5126782" y="1820543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3" name="Isosceles Triangle 122"/>
          <p:cNvSpPr/>
          <p:nvPr/>
        </p:nvSpPr>
        <p:spPr>
          <a:xfrm>
            <a:off x="2294255" y="1972931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4" name="Isosceles Triangle 123"/>
          <p:cNvSpPr/>
          <p:nvPr/>
        </p:nvSpPr>
        <p:spPr>
          <a:xfrm>
            <a:off x="5106144" y="2008927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5" name="Isosceles Triangle 124"/>
          <p:cNvSpPr/>
          <p:nvPr/>
        </p:nvSpPr>
        <p:spPr>
          <a:xfrm>
            <a:off x="6707274" y="2080935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6" name="5-Point Star 125"/>
          <p:cNvSpPr>
            <a:spLocks noChangeAspect="1"/>
          </p:cNvSpPr>
          <p:nvPr/>
        </p:nvSpPr>
        <p:spPr>
          <a:xfrm>
            <a:off x="5126782" y="2268932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7" name="5-Point Star 126"/>
          <p:cNvSpPr>
            <a:spLocks noChangeAspect="1"/>
          </p:cNvSpPr>
          <p:nvPr/>
        </p:nvSpPr>
        <p:spPr>
          <a:xfrm>
            <a:off x="6672673" y="2268932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8" name="5-Point Star 127"/>
          <p:cNvSpPr>
            <a:spLocks noChangeAspect="1"/>
          </p:cNvSpPr>
          <p:nvPr/>
        </p:nvSpPr>
        <p:spPr>
          <a:xfrm>
            <a:off x="7395597" y="2259628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03" name="Group 16402"/>
          <p:cNvGrpSpPr/>
          <p:nvPr/>
        </p:nvGrpSpPr>
        <p:grpSpPr>
          <a:xfrm>
            <a:off x="5241498" y="208170"/>
            <a:ext cx="709692" cy="5922665"/>
            <a:chOff x="5241498" y="208170"/>
            <a:chExt cx="709692" cy="5922665"/>
          </a:xfrm>
        </p:grpSpPr>
        <p:cxnSp>
          <p:nvCxnSpPr>
            <p:cNvPr id="54" name="Straight Connector 53"/>
            <p:cNvCxnSpPr/>
            <p:nvPr/>
          </p:nvCxnSpPr>
          <p:spPr>
            <a:xfrm>
              <a:off x="5567400" y="370195"/>
              <a:ext cx="0" cy="5235412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/>
            <p:cNvSpPr/>
            <p:nvPr/>
          </p:nvSpPr>
          <p:spPr>
            <a:xfrm>
              <a:off x="5241498" y="5565404"/>
              <a:ext cx="709692" cy="565431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36000" tIns="0" rIns="36000" bIns="0" rtlCol="0" anchor="b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Driftsprøve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375126" y="208170"/>
              <a:ext cx="378042" cy="169200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1702718" y="208170"/>
            <a:ext cx="1428099" cy="5922665"/>
            <a:chOff x="1678946" y="208170"/>
            <a:chExt cx="1428099" cy="5922665"/>
          </a:xfrm>
        </p:grpSpPr>
        <p:cxnSp>
          <p:nvCxnSpPr>
            <p:cNvPr id="114" name="Straight Connector 113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ectangle 114"/>
            <p:cNvSpPr/>
            <p:nvPr/>
          </p:nvSpPr>
          <p:spPr>
            <a:xfrm>
              <a:off x="1678946" y="5565404"/>
              <a:ext cx="1428099" cy="565431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36000" tIns="0" rIns="0" bIns="0" rtlCol="0" anchor="b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Afklaringsfase afslutning </a:t>
              </a:r>
              <a:endParaRPr lang="da-DK" sz="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212101" y="208170"/>
              <a:ext cx="378042" cy="169200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36000"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16927" y="-458638"/>
            <a:ext cx="10559098" cy="360733"/>
          </a:xfrm>
        </p:spPr>
        <p:txBody>
          <a:bodyPr/>
          <a:lstStyle/>
          <a:p>
            <a:r>
              <a:rPr lang="en-GB" sz="2000" dirty="0" err="1" smtClean="0"/>
              <a:t>kontraktens</a:t>
            </a:r>
            <a:r>
              <a:rPr lang="en-GB" sz="2000" dirty="0" smtClean="0"/>
              <a:t> blueprint (template – med </a:t>
            </a:r>
            <a:r>
              <a:rPr lang="en-GB" sz="2000" dirty="0" err="1" smtClean="0"/>
              <a:t>delleverancer</a:t>
            </a:r>
            <a:r>
              <a:rPr lang="en-GB" sz="2000" dirty="0" smtClean="0"/>
              <a:t>)</a:t>
            </a:r>
            <a:endParaRPr lang="en-GB" sz="2000" dirty="0"/>
          </a:p>
        </p:txBody>
      </p:sp>
      <p:sp>
        <p:nvSpPr>
          <p:cNvPr id="16393" name="TextBox 8"/>
          <p:cNvSpPr txBox="1">
            <a:spLocks noChangeArrowheads="1"/>
          </p:cNvSpPr>
          <p:nvPr/>
        </p:nvSpPr>
        <p:spPr bwMode="auto">
          <a:xfrm>
            <a:off x="12698348" y="3610812"/>
            <a:ext cx="609520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GB" dirty="0" smtClean="0"/>
              <a:t>Content slide, two columns with image</a:t>
            </a:r>
            <a:endParaRPr lang="en-GB" dirty="0"/>
          </a:p>
        </p:txBody>
      </p:sp>
      <p:grpSp>
        <p:nvGrpSpPr>
          <p:cNvPr id="14" name="Group 13"/>
          <p:cNvGrpSpPr/>
          <p:nvPr/>
        </p:nvGrpSpPr>
        <p:grpSpPr>
          <a:xfrm>
            <a:off x="12698348" y="0"/>
            <a:ext cx="6080000" cy="3424411"/>
            <a:chOff x="12698347" y="0"/>
            <a:chExt cx="6080001" cy="3423619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98347" y="0"/>
              <a:ext cx="6080001" cy="342361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5" descr="content_slide_two_columns.jpg"/>
            <p:cNvPicPr>
              <a:picLocks noChangeAspect="1"/>
            </p:cNvPicPr>
            <p:nvPr/>
          </p:nvPicPr>
          <p:blipFill rotWithShape="1">
            <a:blip r:embed="rId4" cstate="screen"/>
            <a:srcRect r="124" b="102"/>
            <a:stretch/>
          </p:blipFill>
          <p:spPr bwMode="auto">
            <a:xfrm>
              <a:off x="15792879" y="813088"/>
              <a:ext cx="2598543" cy="20398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Rectangle 1"/>
          <p:cNvSpPr/>
          <p:nvPr/>
        </p:nvSpPr>
        <p:spPr>
          <a:xfrm>
            <a:off x="806086" y="370195"/>
            <a:ext cx="10558462" cy="5760640"/>
          </a:xfrm>
          <a:prstGeom prst="rect">
            <a:avLst/>
          </a:prstGeom>
          <a:noFill/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" name="Straight Connector 3"/>
          <p:cNvCxnSpPr/>
          <p:nvPr/>
        </p:nvCxnSpPr>
        <p:spPr>
          <a:xfrm>
            <a:off x="815611" y="5565404"/>
            <a:ext cx="10558462" cy="0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88" name="Straight Connector 16387"/>
          <p:cNvCxnSpPr/>
          <p:nvPr/>
        </p:nvCxnSpPr>
        <p:spPr>
          <a:xfrm>
            <a:off x="806086" y="3019012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819187" y="2997746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smtClean="0">
                <a:solidFill>
                  <a:schemeClr val="bg2"/>
                </a:solidFill>
              </a:rPr>
              <a:t>Løbende </a:t>
            </a:r>
          </a:p>
          <a:p>
            <a:r>
              <a:rPr lang="da-DK" sz="800" dirty="0" smtClean="0">
                <a:solidFill>
                  <a:schemeClr val="bg2"/>
                </a:solidFill>
              </a:rPr>
              <a:t>ydelser</a:t>
            </a:r>
            <a:endParaRPr lang="da-DK" sz="800" dirty="0">
              <a:solidFill>
                <a:schemeClr val="bg2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22720" y="351474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smtClean="0">
                <a:solidFill>
                  <a:schemeClr val="bg2"/>
                </a:solidFill>
              </a:rPr>
              <a:t>Etablerings-</a:t>
            </a:r>
          </a:p>
          <a:p>
            <a:r>
              <a:rPr lang="da-DK" sz="800" dirty="0" smtClean="0">
                <a:solidFill>
                  <a:schemeClr val="bg2"/>
                </a:solidFill>
              </a:rPr>
              <a:t>projekt</a:t>
            </a:r>
            <a:endParaRPr lang="da-DK" sz="800" dirty="0">
              <a:solidFill>
                <a:schemeClr val="bg2"/>
              </a:solidFill>
            </a:endParaRPr>
          </a:p>
        </p:txBody>
      </p:sp>
      <p:graphicFrame>
        <p:nvGraphicFramePr>
          <p:cNvPr id="16396" name="Table 163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84242"/>
              </p:ext>
            </p:extLst>
          </p:nvPr>
        </p:nvGraphicFramePr>
        <p:xfrm>
          <a:off x="2362405" y="6166098"/>
          <a:ext cx="9017960" cy="381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08280"/>
                <a:gridCol w="1080000"/>
                <a:gridCol w="208280"/>
                <a:gridCol w="1080000"/>
                <a:gridCol w="208280"/>
                <a:gridCol w="1080000"/>
                <a:gridCol w="208280"/>
                <a:gridCol w="1080000"/>
                <a:gridCol w="208280"/>
                <a:gridCol w="1080000"/>
                <a:gridCol w="208280"/>
                <a:gridCol w="1080000"/>
                <a:gridCol w="208280"/>
                <a:gridCol w="1080000"/>
              </a:tblGrid>
              <a:tr h="280165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Betaling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Ophævelse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Bod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Ibrugtagning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Udtrædelses-adgang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Overtagelse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 smtClean="0">
                          <a:solidFill>
                            <a:schemeClr val="bg2"/>
                          </a:solidFill>
                        </a:rPr>
                        <a:t>Bonus</a:t>
                      </a:r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384" name="Pentagon 16383"/>
          <p:cNvSpPr/>
          <p:nvPr/>
        </p:nvSpPr>
        <p:spPr>
          <a:xfrm>
            <a:off x="1570854" y="423360"/>
            <a:ext cx="833941" cy="288412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Afklarings-fase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78" name="Pentagon 77"/>
          <p:cNvSpPr/>
          <p:nvPr/>
        </p:nvSpPr>
        <p:spPr>
          <a:xfrm>
            <a:off x="838622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Én linje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3" name="Pentagon 82"/>
          <p:cNvSpPr/>
          <p:nvPr/>
        </p:nvSpPr>
        <p:spPr>
          <a:xfrm>
            <a:off x="1918743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linjer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6" name="Pentagon 85"/>
          <p:cNvSpPr/>
          <p:nvPr/>
        </p:nvSpPr>
        <p:spPr>
          <a:xfrm>
            <a:off x="8579483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linjer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7" name="Pentagon 86"/>
          <p:cNvSpPr/>
          <p:nvPr/>
        </p:nvSpPr>
        <p:spPr>
          <a:xfrm>
            <a:off x="9731610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Én linje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8" name="Pentagon 87"/>
          <p:cNvSpPr/>
          <p:nvPr/>
        </p:nvSpPr>
        <p:spPr>
          <a:xfrm>
            <a:off x="10811731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linjer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89" name="Pentagon 88"/>
          <p:cNvSpPr/>
          <p:nvPr/>
        </p:nvSpPr>
        <p:spPr>
          <a:xfrm>
            <a:off x="3106874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Én linje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90" name="Pentagon 89"/>
          <p:cNvSpPr/>
          <p:nvPr/>
        </p:nvSpPr>
        <p:spPr>
          <a:xfrm>
            <a:off x="4186995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linjer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91" name="Pentagon 90"/>
          <p:cNvSpPr/>
          <p:nvPr/>
        </p:nvSpPr>
        <p:spPr>
          <a:xfrm>
            <a:off x="5339122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Én linje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92" name="Pentagon 91"/>
          <p:cNvSpPr/>
          <p:nvPr/>
        </p:nvSpPr>
        <p:spPr>
          <a:xfrm>
            <a:off x="6419243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linjer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98" name="Pentagon 97"/>
          <p:cNvSpPr/>
          <p:nvPr/>
        </p:nvSpPr>
        <p:spPr>
          <a:xfrm>
            <a:off x="838622" y="-929316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Uddannelse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00" name="Pentagon 99"/>
          <p:cNvSpPr/>
          <p:nvPr/>
        </p:nvSpPr>
        <p:spPr>
          <a:xfrm>
            <a:off x="10823351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Opgave / projekt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1" name="Pentagon 100"/>
          <p:cNvSpPr/>
          <p:nvPr/>
        </p:nvSpPr>
        <p:spPr>
          <a:xfrm>
            <a:off x="7508888" y="-929316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err="1" smtClean="0">
                <a:solidFill>
                  <a:schemeClr val="tx1"/>
                </a:solidFill>
              </a:rPr>
              <a:t>Hypercare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3" name="Pentagon 102"/>
          <p:cNvSpPr/>
          <p:nvPr/>
        </p:nvSpPr>
        <p:spPr>
          <a:xfrm>
            <a:off x="2454516" y="874251"/>
            <a:ext cx="2001459" cy="288412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Systemimplementering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04" name="Pentagon 103"/>
          <p:cNvSpPr/>
          <p:nvPr/>
        </p:nvSpPr>
        <p:spPr>
          <a:xfrm>
            <a:off x="1918742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Delleverance 1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05" name="Pentagon 104"/>
          <p:cNvSpPr/>
          <p:nvPr/>
        </p:nvSpPr>
        <p:spPr>
          <a:xfrm>
            <a:off x="4186995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Delleverance 2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6" name="Pentagon 105"/>
          <p:cNvSpPr/>
          <p:nvPr/>
        </p:nvSpPr>
        <p:spPr>
          <a:xfrm>
            <a:off x="3106875" y="-929316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Uddannelse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7" name="Pentagon 106"/>
          <p:cNvSpPr/>
          <p:nvPr/>
        </p:nvSpPr>
        <p:spPr>
          <a:xfrm>
            <a:off x="6419243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Ophørs-ydelser</a:t>
            </a:r>
          </a:p>
        </p:txBody>
      </p:sp>
      <p:sp>
        <p:nvSpPr>
          <p:cNvPr id="16397" name="Isosceles Triangle 16396"/>
          <p:cNvSpPr/>
          <p:nvPr/>
        </p:nvSpPr>
        <p:spPr>
          <a:xfrm>
            <a:off x="2383557" y="6284673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8" name="Oval 16397"/>
          <p:cNvSpPr/>
          <p:nvPr/>
        </p:nvSpPr>
        <p:spPr>
          <a:xfrm>
            <a:off x="3679397" y="6284673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9" name="5-Point Star 16398"/>
          <p:cNvSpPr>
            <a:spLocks noChangeAspect="1"/>
          </p:cNvSpPr>
          <p:nvPr/>
        </p:nvSpPr>
        <p:spPr>
          <a:xfrm>
            <a:off x="4939233" y="6269732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400" name="Diamond 16399"/>
          <p:cNvSpPr/>
          <p:nvPr/>
        </p:nvSpPr>
        <p:spPr>
          <a:xfrm>
            <a:off x="6248296" y="6266681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401" name="&quot;No&quot; Symbol 16400"/>
          <p:cNvSpPr/>
          <p:nvPr/>
        </p:nvSpPr>
        <p:spPr>
          <a:xfrm>
            <a:off x="2350924" y="5640226"/>
            <a:ext cx="144000" cy="144000"/>
          </a:xfrm>
          <a:prstGeom prst="noSmoking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121" name="Isosceles Triangle 120"/>
          <p:cNvSpPr/>
          <p:nvPr/>
        </p:nvSpPr>
        <p:spPr>
          <a:xfrm rot="10800000">
            <a:off x="8803936" y="6284673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16411" name="Group 16410"/>
          <p:cNvGrpSpPr/>
          <p:nvPr/>
        </p:nvGrpSpPr>
        <p:grpSpPr>
          <a:xfrm>
            <a:off x="3934966" y="208170"/>
            <a:ext cx="1080120" cy="5922665"/>
            <a:chOff x="3934966" y="208170"/>
            <a:chExt cx="1080120" cy="592266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475026" y="370195"/>
              <a:ext cx="0" cy="5235412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4286005" y="208170"/>
              <a:ext cx="378042" cy="169200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4966" y="5565404"/>
              <a:ext cx="1080120" cy="565431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36000" tIns="0" rIns="36000" bIns="0" rtlCol="0" anchor="b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Delleveranceprøve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402" name="Group 16401"/>
          <p:cNvGrpSpPr/>
          <p:nvPr/>
        </p:nvGrpSpPr>
        <p:grpSpPr>
          <a:xfrm>
            <a:off x="6239222" y="208170"/>
            <a:ext cx="936104" cy="5922665"/>
            <a:chOff x="6239222" y="208170"/>
            <a:chExt cx="936104" cy="5922665"/>
          </a:xfrm>
        </p:grpSpPr>
        <p:cxnSp>
          <p:nvCxnSpPr>
            <p:cNvPr id="57" name="Straight Connector 56"/>
            <p:cNvCxnSpPr/>
            <p:nvPr/>
          </p:nvCxnSpPr>
          <p:spPr>
            <a:xfrm>
              <a:off x="6779282" y="370195"/>
              <a:ext cx="0" cy="5235412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/>
            <p:cNvSpPr/>
            <p:nvPr/>
          </p:nvSpPr>
          <p:spPr>
            <a:xfrm>
              <a:off x="6239222" y="5565404"/>
              <a:ext cx="936104" cy="565431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36000" tIns="0" rIns="36000" bIns="0" rtlCol="0" anchor="b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Overtagelses-</a:t>
              </a:r>
              <a:br>
                <a:rPr lang="da-DK" sz="800" dirty="0" smtClean="0">
                  <a:solidFill>
                    <a:schemeClr val="tx1"/>
                  </a:solidFill>
                </a:rPr>
              </a:br>
              <a:r>
                <a:rPr lang="da-DK" sz="800" dirty="0" smtClean="0">
                  <a:solidFill>
                    <a:schemeClr val="tx1"/>
                  </a:solidFill>
                </a:rPr>
                <a:t>prøve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590261" y="208170"/>
              <a:ext cx="378042" cy="169200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395" name="Group 16394"/>
          <p:cNvGrpSpPr/>
          <p:nvPr/>
        </p:nvGrpSpPr>
        <p:grpSpPr>
          <a:xfrm>
            <a:off x="7175326" y="208170"/>
            <a:ext cx="1080120" cy="5922665"/>
            <a:chOff x="6959302" y="208170"/>
            <a:chExt cx="1080120" cy="5922665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7499362" y="370195"/>
              <a:ext cx="0" cy="5235412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/>
            <p:cNvSpPr/>
            <p:nvPr/>
          </p:nvSpPr>
          <p:spPr>
            <a:xfrm>
              <a:off x="6959302" y="5565404"/>
              <a:ext cx="1080120" cy="565431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bIns="0" rtlCol="0" anchor="b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Driftsprøve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7310341" y="208170"/>
              <a:ext cx="378042" cy="169200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bIns="0"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394" name="Group 16393"/>
          <p:cNvGrpSpPr/>
          <p:nvPr/>
        </p:nvGrpSpPr>
        <p:grpSpPr>
          <a:xfrm>
            <a:off x="10559702" y="208170"/>
            <a:ext cx="815822" cy="5922665"/>
            <a:chOff x="10540652" y="208170"/>
            <a:chExt cx="815822" cy="5922665"/>
          </a:xfrm>
        </p:grpSpPr>
        <p:cxnSp>
          <p:nvCxnSpPr>
            <p:cNvPr id="63" name="Straight Connector 62"/>
            <p:cNvCxnSpPr/>
            <p:nvPr/>
          </p:nvCxnSpPr>
          <p:spPr>
            <a:xfrm>
              <a:off x="11099762" y="370195"/>
              <a:ext cx="0" cy="5235412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10540652" y="5565404"/>
              <a:ext cx="815822" cy="565431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36000" tIns="0" rIns="0" bIns="0" rtlCol="0" anchor="b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Kontrakt-ophør</a:t>
              </a:r>
              <a:endParaRPr lang="da-DK"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0910741" y="208170"/>
              <a:ext cx="378042" cy="169200"/>
            </a:xfrm>
            <a:prstGeom prst="rect">
              <a:avLst/>
            </a:prstGeom>
            <a:ln w="1905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36000" tIns="0" rIns="0" bIns="0"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12" name="Group 16411"/>
          <p:cNvGrpSpPr/>
          <p:nvPr/>
        </p:nvGrpSpPr>
        <p:grpSpPr>
          <a:xfrm>
            <a:off x="-1393626" y="189120"/>
            <a:ext cx="1080120" cy="5941715"/>
            <a:chOff x="1861062" y="189120"/>
            <a:chExt cx="1080120" cy="5941715"/>
          </a:xfrm>
        </p:grpSpPr>
        <p:cxnSp>
          <p:nvCxnSpPr>
            <p:cNvPr id="48" name="Straight Connector 47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186106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Opdateret Leverance-beskrivelse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21210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sp>
        <p:nvSpPr>
          <p:cNvPr id="84" name="Rectangle 83"/>
          <p:cNvSpPr/>
          <p:nvPr/>
        </p:nvSpPr>
        <p:spPr>
          <a:xfrm>
            <a:off x="982637" y="131663"/>
            <a:ext cx="1296145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b="1" dirty="0" smtClean="0">
                <a:solidFill>
                  <a:schemeClr val="bg2"/>
                </a:solidFill>
              </a:rPr>
              <a:t>Kontraktindgåelse</a:t>
            </a:r>
            <a:endParaRPr lang="da-DK" sz="800" b="1" dirty="0">
              <a:solidFill>
                <a:schemeClr val="bg2"/>
              </a:solidFill>
            </a:endParaRPr>
          </a:p>
        </p:txBody>
      </p:sp>
      <p:cxnSp>
        <p:nvCxnSpPr>
          <p:cNvPr id="109" name="Straight Connector 108"/>
          <p:cNvCxnSpPr/>
          <p:nvPr/>
        </p:nvCxnSpPr>
        <p:spPr>
          <a:xfrm>
            <a:off x="1570854" y="273720"/>
            <a:ext cx="0" cy="5291684"/>
          </a:xfrm>
          <a:prstGeom prst="line">
            <a:avLst/>
          </a:prstGeom>
          <a:ln w="19050">
            <a:solidFill>
              <a:schemeClr val="bg2"/>
            </a:solidFill>
            <a:prstDash val="solid"/>
            <a:headEnd type="arrow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5-Point Star 110"/>
          <p:cNvSpPr>
            <a:spLocks noChangeAspect="1"/>
          </p:cNvSpPr>
          <p:nvPr/>
        </p:nvSpPr>
        <p:spPr>
          <a:xfrm>
            <a:off x="10099775" y="6269732"/>
            <a:ext cx="193243" cy="173899"/>
          </a:xfrm>
          <a:prstGeom prst="star5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12" name="Straight Connector 111"/>
          <p:cNvCxnSpPr/>
          <p:nvPr/>
        </p:nvCxnSpPr>
        <p:spPr>
          <a:xfrm>
            <a:off x="803961" y="5269284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817062" y="5248018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smtClean="0">
                <a:solidFill>
                  <a:schemeClr val="bg2"/>
                </a:solidFill>
              </a:rPr>
              <a:t>Kundens </a:t>
            </a:r>
          </a:p>
          <a:p>
            <a:r>
              <a:rPr lang="da-DK" sz="800" dirty="0" smtClean="0">
                <a:solidFill>
                  <a:schemeClr val="bg2"/>
                </a:solidFill>
              </a:rPr>
              <a:t>ydelser</a:t>
            </a:r>
            <a:endParaRPr lang="da-DK" sz="800" dirty="0">
              <a:solidFill>
                <a:schemeClr val="bg2"/>
              </a:solidFill>
            </a:endParaRPr>
          </a:p>
        </p:txBody>
      </p:sp>
      <p:cxnSp>
        <p:nvCxnSpPr>
          <p:cNvPr id="119" name="Straight Connector 118"/>
          <p:cNvCxnSpPr/>
          <p:nvPr/>
        </p:nvCxnSpPr>
        <p:spPr>
          <a:xfrm>
            <a:off x="803961" y="4981252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817062" y="4959986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err="1" smtClean="0">
                <a:solidFill>
                  <a:schemeClr val="bg2"/>
                </a:solidFill>
              </a:rPr>
              <a:t>Governance</a:t>
            </a:r>
            <a:endParaRPr lang="da-DK" sz="800" dirty="0">
              <a:solidFill>
                <a:schemeClr val="bg2"/>
              </a:solidFill>
            </a:endParaRPr>
          </a:p>
        </p:txBody>
      </p:sp>
      <p:cxnSp>
        <p:nvCxnSpPr>
          <p:cNvPr id="131" name="Straight Connector 130"/>
          <p:cNvCxnSpPr/>
          <p:nvPr/>
        </p:nvCxnSpPr>
        <p:spPr>
          <a:xfrm>
            <a:off x="803961" y="4693220"/>
            <a:ext cx="10558462" cy="0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817062" y="4671954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smtClean="0">
                <a:solidFill>
                  <a:schemeClr val="bg2"/>
                </a:solidFill>
              </a:rPr>
              <a:t>Optioner</a:t>
            </a:r>
            <a:endParaRPr lang="da-DK" sz="800" dirty="0">
              <a:solidFill>
                <a:schemeClr val="bg2"/>
              </a:solidFill>
            </a:endParaRPr>
          </a:p>
        </p:txBody>
      </p:sp>
      <p:sp>
        <p:nvSpPr>
          <p:cNvPr id="133" name="Pentagon 132"/>
          <p:cNvSpPr/>
          <p:nvPr/>
        </p:nvSpPr>
        <p:spPr>
          <a:xfrm>
            <a:off x="1613913" y="756818"/>
            <a:ext cx="687311" cy="288412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Options-afklaring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34" name="Pentagon 133"/>
          <p:cNvSpPr/>
          <p:nvPr/>
        </p:nvSpPr>
        <p:spPr>
          <a:xfrm>
            <a:off x="1613913" y="1090275"/>
            <a:ext cx="769644" cy="288412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Kontrakt-workshop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35" name="Pentagon 134"/>
          <p:cNvSpPr/>
          <p:nvPr/>
        </p:nvSpPr>
        <p:spPr>
          <a:xfrm>
            <a:off x="2542692" y="1266692"/>
            <a:ext cx="1176250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Datakonvertering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36" name="Pentagon 135"/>
          <p:cNvSpPr/>
          <p:nvPr/>
        </p:nvSpPr>
        <p:spPr>
          <a:xfrm>
            <a:off x="3394907" y="1554724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Uddannelse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37" name="Pentagon 136"/>
          <p:cNvSpPr/>
          <p:nvPr/>
        </p:nvSpPr>
        <p:spPr>
          <a:xfrm>
            <a:off x="9731610" y="-883605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err="1" smtClean="0">
                <a:solidFill>
                  <a:schemeClr val="tx1"/>
                </a:solidFill>
              </a:rPr>
              <a:t>Hypercare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38" name="Pentagon 137"/>
          <p:cNvSpPr/>
          <p:nvPr/>
        </p:nvSpPr>
        <p:spPr>
          <a:xfrm>
            <a:off x="8579663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Ophørs-ydelser</a:t>
            </a:r>
          </a:p>
        </p:txBody>
      </p:sp>
      <p:sp>
        <p:nvSpPr>
          <p:cNvPr id="139" name="Pentagon 138"/>
          <p:cNvSpPr/>
          <p:nvPr/>
        </p:nvSpPr>
        <p:spPr>
          <a:xfrm>
            <a:off x="5339122" y="-904861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tx1"/>
                </a:solidFill>
              </a:rPr>
              <a:t>Én linje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40" name="Pentagon 139"/>
          <p:cNvSpPr/>
          <p:nvPr/>
        </p:nvSpPr>
        <p:spPr>
          <a:xfrm>
            <a:off x="7508888" y="-1159304"/>
            <a:ext cx="1011263" cy="196989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Én linje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42" name="Pentagon 141"/>
          <p:cNvSpPr/>
          <p:nvPr/>
        </p:nvSpPr>
        <p:spPr>
          <a:xfrm>
            <a:off x="8093429" y="3807601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Videre-udvikling</a:t>
            </a:r>
          </a:p>
        </p:txBody>
      </p:sp>
      <p:sp>
        <p:nvSpPr>
          <p:cNvPr id="16391" name="TextBox 16390"/>
          <p:cNvSpPr txBox="1"/>
          <p:nvPr/>
        </p:nvSpPr>
        <p:spPr bwMode="auto">
          <a:xfrm>
            <a:off x="-241498" y="-1250726"/>
            <a:ext cx="936104" cy="232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indent="-25400" algn="l" defTabSz="457200" rtl="0" eaLnBrk="0" fontAlgn="base" latinLnBrk="0" hangingPunct="0">
              <a:lnSpc>
                <a:spcPts val="2163"/>
              </a:lnSpc>
              <a:spcBef>
                <a:spcPct val="0"/>
              </a:spcBef>
              <a:spcAft>
                <a:spcPts val="1500"/>
              </a:spcAft>
              <a:buClrTx/>
              <a:buSzTx/>
              <a:tabLst/>
            </a:pPr>
            <a:r>
              <a:rPr kumimoji="0" lang="da-DK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ＭＳ Ｐゴシック" pitchFamily="-111" charset="-128"/>
                <a:cs typeface="ＭＳ Ｐゴシック" pitchFamily="-111" charset="-128"/>
              </a:rPr>
              <a:t>Primære farver</a:t>
            </a:r>
          </a:p>
        </p:txBody>
      </p:sp>
      <p:sp>
        <p:nvSpPr>
          <p:cNvPr id="145" name="TextBox 144"/>
          <p:cNvSpPr txBox="1"/>
          <p:nvPr/>
        </p:nvSpPr>
        <p:spPr bwMode="auto">
          <a:xfrm>
            <a:off x="-241498" y="-1034702"/>
            <a:ext cx="936104" cy="232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indent="-25400" algn="l" defTabSz="457200" rtl="0" eaLnBrk="0" fontAlgn="base" latinLnBrk="0" hangingPunct="0">
              <a:lnSpc>
                <a:spcPts val="2163"/>
              </a:lnSpc>
              <a:spcBef>
                <a:spcPct val="0"/>
              </a:spcBef>
              <a:spcAft>
                <a:spcPts val="1500"/>
              </a:spcAft>
              <a:buClrTx/>
              <a:buSzTx/>
              <a:tabLst/>
            </a:pPr>
            <a:r>
              <a:rPr kumimoji="0" lang="da-DK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ＭＳ Ｐゴシック" pitchFamily="-111" charset="-128"/>
                <a:cs typeface="ＭＳ Ｐゴシック" pitchFamily="-111" charset="-128"/>
              </a:rPr>
              <a:t>Ekstra farver</a:t>
            </a:r>
          </a:p>
        </p:txBody>
      </p:sp>
      <p:sp>
        <p:nvSpPr>
          <p:cNvPr id="146" name="Pentagon 145"/>
          <p:cNvSpPr/>
          <p:nvPr/>
        </p:nvSpPr>
        <p:spPr>
          <a:xfrm>
            <a:off x="10099776" y="4365898"/>
            <a:ext cx="1262648" cy="288412"/>
          </a:xfrm>
          <a:prstGeom prst="homePlate">
            <a:avLst>
              <a:gd name="adj" fmla="val 242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Ophørs-ydelser</a:t>
            </a:r>
          </a:p>
        </p:txBody>
      </p:sp>
      <p:sp>
        <p:nvSpPr>
          <p:cNvPr id="149" name="Isosceles Triangle 148"/>
          <p:cNvSpPr/>
          <p:nvPr/>
        </p:nvSpPr>
        <p:spPr>
          <a:xfrm rot="10800000">
            <a:off x="8986159" y="3709445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4" name="Pentagon 153"/>
          <p:cNvSpPr/>
          <p:nvPr/>
        </p:nvSpPr>
        <p:spPr>
          <a:xfrm>
            <a:off x="8759503" y="4273703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Videre-udvikling</a:t>
            </a:r>
          </a:p>
        </p:txBody>
      </p:sp>
      <p:sp>
        <p:nvSpPr>
          <p:cNvPr id="155" name="Isosceles Triangle 154"/>
          <p:cNvSpPr/>
          <p:nvPr/>
        </p:nvSpPr>
        <p:spPr>
          <a:xfrm rot="10800000">
            <a:off x="9652233" y="4174239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56" name="Straight Connector 155"/>
          <p:cNvCxnSpPr/>
          <p:nvPr/>
        </p:nvCxnSpPr>
        <p:spPr>
          <a:xfrm>
            <a:off x="817062" y="4671954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Pentagon 156"/>
          <p:cNvSpPr/>
          <p:nvPr/>
        </p:nvSpPr>
        <p:spPr>
          <a:xfrm>
            <a:off x="1590601" y="5033005"/>
            <a:ext cx="9509161" cy="196989"/>
          </a:xfrm>
          <a:prstGeom prst="homePlate">
            <a:avLst>
              <a:gd name="adj" fmla="val 242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err="1" smtClean="0">
                <a:solidFill>
                  <a:schemeClr val="bg1"/>
                </a:solidFill>
              </a:rPr>
              <a:t>Governance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60" name="Pentagon 159"/>
          <p:cNvSpPr/>
          <p:nvPr/>
        </p:nvSpPr>
        <p:spPr>
          <a:xfrm>
            <a:off x="5277838" y="2421682"/>
            <a:ext cx="1082782" cy="196989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Uddannelse</a:t>
            </a:r>
            <a:endParaRPr lang="da-DK" sz="800" dirty="0">
              <a:solidFill>
                <a:schemeClr val="bg1"/>
              </a:solidFill>
            </a:endParaRPr>
          </a:p>
        </p:txBody>
      </p:sp>
      <p:grpSp>
        <p:nvGrpSpPr>
          <p:cNvPr id="163" name="Group 162"/>
          <p:cNvGrpSpPr/>
          <p:nvPr/>
        </p:nvGrpSpPr>
        <p:grpSpPr>
          <a:xfrm>
            <a:off x="-2185714" y="189434"/>
            <a:ext cx="1080120" cy="5941715"/>
            <a:chOff x="1861062" y="189120"/>
            <a:chExt cx="1080120" cy="5941715"/>
          </a:xfrm>
        </p:grpSpPr>
        <p:cxnSp>
          <p:nvCxnSpPr>
            <p:cNvPr id="164" name="Straight Connector 163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/>
            <p:cNvSpPr/>
            <p:nvPr/>
          </p:nvSpPr>
          <p:spPr>
            <a:xfrm>
              <a:off x="186106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Opdateret Leverance-beskrivelse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221210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-3049810" y="189434"/>
            <a:ext cx="1080120" cy="5941715"/>
            <a:chOff x="1861062" y="189120"/>
            <a:chExt cx="1080120" cy="5941715"/>
          </a:xfrm>
        </p:grpSpPr>
        <p:cxnSp>
          <p:nvCxnSpPr>
            <p:cNvPr id="168" name="Straight Connector 167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Rectangle 168"/>
            <p:cNvSpPr/>
            <p:nvPr/>
          </p:nvSpPr>
          <p:spPr>
            <a:xfrm>
              <a:off x="186106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tx1"/>
                  </a:solidFill>
                </a:rPr>
                <a:t>Opdateret Leverance-beskrivelse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221210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 smtClean="0">
                  <a:solidFill>
                    <a:schemeClr val="bg2"/>
                  </a:solidFill>
                </a:rPr>
                <a:t>Mx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sp>
        <p:nvSpPr>
          <p:cNvPr id="117" name="&quot;No&quot; Symbol 116"/>
          <p:cNvSpPr/>
          <p:nvPr/>
        </p:nvSpPr>
        <p:spPr>
          <a:xfrm>
            <a:off x="7544116" y="6284673"/>
            <a:ext cx="144000" cy="144000"/>
          </a:xfrm>
          <a:prstGeom prst="noSmoking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rot="2635802">
            <a:off x="754371" y="5291980"/>
            <a:ext cx="888386" cy="11099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b="1" dirty="0" smtClean="0">
                <a:solidFill>
                  <a:schemeClr val="bg2"/>
                </a:solidFill>
              </a:rPr>
              <a:t>Milepæle</a:t>
            </a:r>
            <a:endParaRPr lang="da-DK" sz="800" b="1" dirty="0">
              <a:solidFill>
                <a:schemeClr val="bg2"/>
              </a:solidFill>
            </a:endParaRPr>
          </a:p>
        </p:txBody>
      </p:sp>
      <p:sp>
        <p:nvSpPr>
          <p:cNvPr id="85" name="Pentagon 84"/>
          <p:cNvSpPr/>
          <p:nvPr/>
        </p:nvSpPr>
        <p:spPr>
          <a:xfrm>
            <a:off x="4561772" y="3231347"/>
            <a:ext cx="6539856" cy="196989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Vedligeholdelse og Support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41" name="Pentagon 140"/>
          <p:cNvSpPr/>
          <p:nvPr/>
        </p:nvSpPr>
        <p:spPr>
          <a:xfrm>
            <a:off x="4561772" y="3480414"/>
            <a:ext cx="6539856" cy="196989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Drift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61" name="Pentagon 160"/>
          <p:cNvSpPr/>
          <p:nvPr/>
        </p:nvSpPr>
        <p:spPr>
          <a:xfrm>
            <a:off x="3214887" y="1955032"/>
            <a:ext cx="3566716" cy="288412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Systemimplementering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18" name="Isosceles Triangle 117"/>
          <p:cNvSpPr/>
          <p:nvPr/>
        </p:nvSpPr>
        <p:spPr>
          <a:xfrm>
            <a:off x="4214051" y="5659268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2" name="5-Point Star 121"/>
          <p:cNvSpPr>
            <a:spLocks noChangeAspect="1"/>
          </p:cNvSpPr>
          <p:nvPr/>
        </p:nvSpPr>
        <p:spPr>
          <a:xfrm>
            <a:off x="4533811" y="5644327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3" name="Diamond 122"/>
          <p:cNvSpPr/>
          <p:nvPr/>
        </p:nvSpPr>
        <p:spPr>
          <a:xfrm>
            <a:off x="4546388" y="5821276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6" name="Isosceles Triangle 125"/>
          <p:cNvSpPr/>
          <p:nvPr/>
        </p:nvSpPr>
        <p:spPr>
          <a:xfrm>
            <a:off x="5339122" y="5705242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7" name="5-Point Star 126"/>
          <p:cNvSpPr>
            <a:spLocks noChangeAspect="1"/>
          </p:cNvSpPr>
          <p:nvPr/>
        </p:nvSpPr>
        <p:spPr>
          <a:xfrm>
            <a:off x="5638571" y="5666065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8" name="Isosceles Triangle 127"/>
          <p:cNvSpPr/>
          <p:nvPr/>
        </p:nvSpPr>
        <p:spPr>
          <a:xfrm rot="10800000">
            <a:off x="6308825" y="5659268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9" name="Isosceles Triangle 128"/>
          <p:cNvSpPr/>
          <p:nvPr/>
        </p:nvSpPr>
        <p:spPr>
          <a:xfrm>
            <a:off x="6589196" y="5659268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3" name="5-Point Star 142"/>
          <p:cNvSpPr>
            <a:spLocks noChangeAspect="1"/>
          </p:cNvSpPr>
          <p:nvPr/>
        </p:nvSpPr>
        <p:spPr>
          <a:xfrm>
            <a:off x="6869567" y="5644327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4" name="5-Point Star 143"/>
          <p:cNvSpPr>
            <a:spLocks noChangeAspect="1"/>
          </p:cNvSpPr>
          <p:nvPr/>
        </p:nvSpPr>
        <p:spPr>
          <a:xfrm>
            <a:off x="7463358" y="5644327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53" name="Straight Connector 152"/>
          <p:cNvCxnSpPr/>
          <p:nvPr/>
        </p:nvCxnSpPr>
        <p:spPr>
          <a:xfrm>
            <a:off x="815611" y="383526"/>
            <a:ext cx="10558462" cy="0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5-Point Star 158"/>
          <p:cNvSpPr>
            <a:spLocks noChangeAspect="1"/>
          </p:cNvSpPr>
          <p:nvPr/>
        </p:nvSpPr>
        <p:spPr>
          <a:xfrm>
            <a:off x="3654783" y="1197814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4" name="Oval 123"/>
          <p:cNvSpPr/>
          <p:nvPr/>
        </p:nvSpPr>
        <p:spPr>
          <a:xfrm>
            <a:off x="4235197" y="5857260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5" name="Oval 124"/>
          <p:cNvSpPr/>
          <p:nvPr/>
        </p:nvSpPr>
        <p:spPr>
          <a:xfrm>
            <a:off x="5519142" y="5861978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0" name="Oval 129"/>
          <p:cNvSpPr/>
          <p:nvPr/>
        </p:nvSpPr>
        <p:spPr>
          <a:xfrm>
            <a:off x="6445180" y="5776111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7" name="Oval 146"/>
          <p:cNvSpPr/>
          <p:nvPr/>
        </p:nvSpPr>
        <p:spPr>
          <a:xfrm>
            <a:off x="7636106" y="5839268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0" name="Oval 149"/>
          <p:cNvSpPr/>
          <p:nvPr/>
        </p:nvSpPr>
        <p:spPr>
          <a:xfrm>
            <a:off x="9027583" y="3982867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2" name="Oval 161"/>
          <p:cNvSpPr/>
          <p:nvPr/>
        </p:nvSpPr>
        <p:spPr>
          <a:xfrm>
            <a:off x="9718755" y="4345901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1" name="Isosceles Triangle 170"/>
          <p:cNvSpPr/>
          <p:nvPr/>
        </p:nvSpPr>
        <p:spPr>
          <a:xfrm>
            <a:off x="7741690" y="5659268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2" name="Pentagon 171"/>
          <p:cNvSpPr/>
          <p:nvPr/>
        </p:nvSpPr>
        <p:spPr>
          <a:xfrm>
            <a:off x="4550389" y="874251"/>
            <a:ext cx="1000729" cy="288412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Prøve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73" name="Pentagon 172"/>
          <p:cNvSpPr/>
          <p:nvPr/>
        </p:nvSpPr>
        <p:spPr>
          <a:xfrm>
            <a:off x="6833228" y="1955032"/>
            <a:ext cx="826561" cy="288412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smtClean="0">
                <a:solidFill>
                  <a:schemeClr val="bg1"/>
                </a:solidFill>
              </a:rPr>
              <a:t>Prøve</a:t>
            </a:r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174" name="Diamond 173"/>
          <p:cNvSpPr/>
          <p:nvPr/>
        </p:nvSpPr>
        <p:spPr>
          <a:xfrm>
            <a:off x="6769216" y="5759258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175" name="Group 174"/>
          <p:cNvGrpSpPr/>
          <p:nvPr/>
        </p:nvGrpSpPr>
        <p:grpSpPr>
          <a:xfrm>
            <a:off x="10163657" y="208170"/>
            <a:ext cx="1080120" cy="5941715"/>
            <a:chOff x="1861062" y="189120"/>
            <a:chExt cx="1080120" cy="5941715"/>
          </a:xfrm>
        </p:grpSpPr>
        <p:cxnSp>
          <p:nvCxnSpPr>
            <p:cNvPr id="176" name="Straight Connector 175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ectangle 176"/>
            <p:cNvSpPr/>
            <p:nvPr/>
          </p:nvSpPr>
          <p:spPr>
            <a:xfrm>
              <a:off x="186106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2212101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bg2"/>
                  </a:solidFill>
                </a:rPr>
                <a:t>Option</a:t>
              </a:r>
            </a:p>
            <a:p>
              <a:pPr algn="ctr"/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9710521" y="131663"/>
            <a:ext cx="1080120" cy="6023842"/>
            <a:chOff x="1861062" y="106993"/>
            <a:chExt cx="1080120" cy="6023842"/>
          </a:xfrm>
        </p:grpSpPr>
        <p:cxnSp>
          <p:nvCxnSpPr>
            <p:cNvPr id="180" name="Straight Connector 179"/>
            <p:cNvCxnSpPr/>
            <p:nvPr/>
          </p:nvCxnSpPr>
          <p:spPr>
            <a:xfrm flipH="1">
              <a:off x="2401122" y="370195"/>
              <a:ext cx="3674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ectangle 180"/>
            <p:cNvSpPr/>
            <p:nvPr/>
          </p:nvSpPr>
          <p:spPr>
            <a:xfrm>
              <a:off x="1861062" y="5531342"/>
              <a:ext cx="1080120" cy="59949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2212101" y="106993"/>
              <a:ext cx="378042" cy="251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smtClean="0">
                  <a:solidFill>
                    <a:schemeClr val="bg2"/>
                  </a:solidFill>
                </a:rPr>
                <a:t>Option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651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heme/theme1.xml><?xml version="1.0" encoding="utf-8"?>
<a:theme xmlns:a="http://schemas.openxmlformats.org/drawingml/2006/main" name="Ramboll Basic template">
  <a:themeElements>
    <a:clrScheme name="Ramboll">
      <a:dk1>
        <a:srgbClr val="000000"/>
      </a:dk1>
      <a:lt1>
        <a:srgbClr val="FFFFFF"/>
      </a:lt1>
      <a:dk2>
        <a:srgbClr val="009DE0"/>
      </a:dk2>
      <a:lt2>
        <a:srgbClr val="797766"/>
      </a:lt2>
      <a:accent1>
        <a:srgbClr val="A7D3F5"/>
      </a:accent1>
      <a:accent2>
        <a:srgbClr val="5CA551"/>
      </a:accent2>
      <a:accent3>
        <a:srgbClr val="A1C23D"/>
      </a:accent3>
      <a:accent4>
        <a:srgbClr val="C40079"/>
      </a:accent4>
      <a:accent5>
        <a:srgbClr val="C63418"/>
      </a:accent5>
      <a:accent6>
        <a:srgbClr val="D0CFC5"/>
      </a:accent6>
      <a:hlink>
        <a:srgbClr val="009DE0"/>
      </a:hlink>
      <a:folHlink>
        <a:srgbClr val="9DD3F5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36000" tIns="0" rIns="0" bIns="0" numCol="1" anchor="t" anchorCtr="0" compatLnSpc="1">
        <a:prstTxWarp prst="textNoShape">
          <a:avLst/>
        </a:prstTxWarp>
      </a:bodyPr>
      <a:lstStyle>
        <a:defPPr marL="12700" marR="0" indent="-25400" algn="l" defTabSz="457200" rtl="0" eaLnBrk="0" fontAlgn="base" latinLnBrk="0" hangingPunct="0">
          <a:lnSpc>
            <a:spcPts val="2163"/>
          </a:lnSpc>
          <a:spcBef>
            <a:spcPct val="0"/>
          </a:spcBef>
          <a:spcAft>
            <a:spcPts val="1500"/>
          </a:spcAft>
          <a:buClrTx/>
          <a:buSzTx/>
          <a:tabLst/>
          <a:defRPr kumimoji="0" sz="18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Verdana"/>
            <a:ea typeface="ＭＳ Ｐゴシック" pitchFamily="-111" charset="-128"/>
            <a:cs typeface="ＭＳ Ｐゴシック" pitchFamily="-111" charset="-128"/>
          </a:defRPr>
        </a:defPPr>
      </a:lstStyle>
    </a:txDef>
  </a:objectDefaults>
  <a:extraClrSchemeLst>
    <a:extraClrScheme>
      <a:clrScheme name="Ramboll 1">
        <a:dk1>
          <a:srgbClr val="000000"/>
        </a:dk1>
        <a:lt1>
          <a:srgbClr val="009DE0"/>
        </a:lt1>
        <a:dk2>
          <a:srgbClr val="797766"/>
        </a:dk2>
        <a:lt2>
          <a:srgbClr val="FFFFFF"/>
        </a:lt2>
        <a:accent1>
          <a:srgbClr val="9DD3F5"/>
        </a:accent1>
        <a:accent2>
          <a:srgbClr val="5CA551"/>
        </a:accent2>
        <a:accent3>
          <a:srgbClr val="AACCED"/>
        </a:accent3>
        <a:accent4>
          <a:srgbClr val="000000"/>
        </a:accent4>
        <a:accent5>
          <a:srgbClr val="CCE6F9"/>
        </a:accent5>
        <a:accent6>
          <a:srgbClr val="539549"/>
        </a:accent6>
        <a:hlink>
          <a:srgbClr val="009DE0"/>
        </a:hlink>
        <a:folHlink>
          <a:srgbClr val="7977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mboll 2">
        <a:dk1>
          <a:srgbClr val="000000"/>
        </a:dk1>
        <a:lt1>
          <a:srgbClr val="FFFFFF"/>
        </a:lt1>
        <a:dk2>
          <a:srgbClr val="009DE0"/>
        </a:dk2>
        <a:lt2>
          <a:srgbClr val="797766"/>
        </a:lt2>
        <a:accent1>
          <a:srgbClr val="9DD3F5"/>
        </a:accent1>
        <a:accent2>
          <a:srgbClr val="5CA551"/>
        </a:accent2>
        <a:accent3>
          <a:srgbClr val="FFFFFF"/>
        </a:accent3>
        <a:accent4>
          <a:srgbClr val="000000"/>
        </a:accent4>
        <a:accent5>
          <a:srgbClr val="CCE6F9"/>
        </a:accent5>
        <a:accent6>
          <a:srgbClr val="539549"/>
        </a:accent6>
        <a:hlink>
          <a:srgbClr val="009DE0"/>
        </a:hlink>
        <a:folHlink>
          <a:srgbClr val="7977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mboll 3">
        <a:dk1>
          <a:srgbClr val="000000"/>
        </a:dk1>
        <a:lt1>
          <a:srgbClr val="FFFFFF"/>
        </a:lt1>
        <a:dk2>
          <a:srgbClr val="009DE0"/>
        </a:dk2>
        <a:lt2>
          <a:srgbClr val="797766"/>
        </a:lt2>
        <a:accent1>
          <a:srgbClr val="D0D0C9"/>
        </a:accent1>
        <a:accent2>
          <a:srgbClr val="5CA551"/>
        </a:accent2>
        <a:accent3>
          <a:srgbClr val="FFFFFF"/>
        </a:accent3>
        <a:accent4>
          <a:srgbClr val="000000"/>
        </a:accent4>
        <a:accent5>
          <a:srgbClr val="E4E4E1"/>
        </a:accent5>
        <a:accent6>
          <a:srgbClr val="539549"/>
        </a:accent6>
        <a:hlink>
          <a:srgbClr val="009DE0"/>
        </a:hlink>
        <a:folHlink>
          <a:srgbClr val="9DD3F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Ramboll Basic template.potx" id="{568CD422-14A3-45EB-8805-C3CD6C93EF47}" vid="{EA1E40D6-BAA1-4BF4-8471-B2A0B4991E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3926</TotalTime>
  <Words>628</Words>
  <Application>Microsoft Office PowerPoint</Application>
  <PresentationFormat>Custom</PresentationFormat>
  <Paragraphs>183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Ramboll Basic template</vt:lpstr>
      <vt:lpstr>Om templaten</vt:lpstr>
      <vt:lpstr>kontraktens blueprint (template – med delleverancer)</vt:lpstr>
      <vt:lpstr>kontraktens blueprint (template – med delleverancer)</vt:lpstr>
    </vt:vector>
  </TitlesOfParts>
  <Company>Ramboll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Ramboll</dc:creator>
  <cp:lastModifiedBy>Anders Thede Bossen</cp:lastModifiedBy>
  <cp:revision>89</cp:revision>
  <cp:lastPrinted>2016-11-15T15:01:37Z</cp:lastPrinted>
  <dcterms:created xsi:type="dcterms:W3CDTF">2012-10-04T12:05:48Z</dcterms:created>
  <dcterms:modified xsi:type="dcterms:W3CDTF">2016-11-25T14:34:17Z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www.skabelondesign.com</vt:lpwstr>
  </property>
  <property fmtid="{D5CDD505-2E9C-101B-9397-08002B2CF9AE}" pid="3" name="SD_ArtworkDefinition">
    <vt:lpwstr>Ramboll</vt:lpwstr>
  </property>
  <property fmtid="{D5CDD505-2E9C-101B-9397-08002B2CF9AE}" pid="4" name="SD_CtlText_LogoSelector">
    <vt:lpwstr>Ramboll</vt:lpwstr>
  </property>
  <property fmtid="{D5CDD505-2E9C-101B-9397-08002B2CF9AE}" pid="5" name="SD_DocumentLanguageString">
    <vt:lpwstr>English (UK)</vt:lpwstr>
  </property>
  <property fmtid="{D5CDD505-2E9C-101B-9397-08002B2CF9AE}" pid="6" name="SD_DocumentLanguage">
    <vt:lpwstr>en-GB</vt:lpwstr>
  </property>
  <property fmtid="{D5CDD505-2E9C-101B-9397-08002B2CF9AE}" pid="7" name="sdDocumentDateFormat">
    <vt:lpwstr>en-GB:dd/MM/yyyy</vt:lpwstr>
  </property>
  <property fmtid="{D5CDD505-2E9C-101B-9397-08002B2CF9AE}" pid="8" name="SD_CtlText_UserProfiles_Date">
    <vt:lpwstr/>
  </property>
  <property fmtid="{D5CDD505-2E9C-101B-9397-08002B2CF9AE}" pid="9" name="SD_CtlText_UserProfiles_Name">
    <vt:lpwstr/>
  </property>
  <property fmtid="{D5CDD505-2E9C-101B-9397-08002B2CF9AE}" pid="10" name="SD_UserprofileName">
    <vt:lpwstr/>
  </property>
  <property fmtid="{D5CDD505-2E9C-101B-9397-08002B2CF9AE}" pid="11" name="DocumentInfoFinished">
    <vt:lpwstr>True</vt:lpwstr>
  </property>
</Properties>
</file>