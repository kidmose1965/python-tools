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5"/>
  </p:notesMasterIdLst>
  <p:handoutMasterIdLst>
    <p:handoutMasterId r:id="rId6"/>
  </p:handoutMasterIdLst>
  <p:sldIdLst>
    <p:sldId id="261" r:id="rId3"/>
  </p:sldIdLst>
  <p:sldSz cx="12190413" cy="6859588"/>
  <p:notesSz cx="6805613" cy="9944100"/>
  <p:custDataLst>
    <p:tags r:id="rId7"/>
  </p:custDataLst>
  <p:defaultTextStyle>
    <a:defPPr>
      <a:defRPr lang="en-US"/>
    </a:defPPr>
    <a:lvl1pPr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1pPr>
    <a:lvl2pPr marL="457189"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2pPr>
    <a:lvl3pPr marL="914377"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3pPr>
    <a:lvl4pPr marL="1371566"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4pPr>
    <a:lvl5pPr marL="1828754" algn="l" defTabSz="457189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5pPr>
    <a:lvl6pPr marL="2285943" algn="l" defTabSz="914377" rtl="0" eaLnBrk="1" latinLnBrk="0" hangingPunct="1"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6pPr>
    <a:lvl7pPr marL="2743131" algn="l" defTabSz="914377" rtl="0" eaLnBrk="1" latinLnBrk="0" hangingPunct="1"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7pPr>
    <a:lvl8pPr marL="3200320" algn="l" defTabSz="914377" rtl="0" eaLnBrk="1" latinLnBrk="0" hangingPunct="1"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8pPr>
    <a:lvl9pPr marL="3657509" algn="l" defTabSz="914377" rtl="0" eaLnBrk="1" latinLnBrk="0" hangingPunct="1">
      <a:defRPr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9">
          <p15:clr>
            <a:srgbClr val="A4A3A4"/>
          </p15:clr>
        </p15:guide>
        <p15:guide id="2" orient="horz" pos="2696">
          <p15:clr>
            <a:srgbClr val="A4A3A4"/>
          </p15:clr>
        </p15:guide>
        <p15:guide id="3" orient="horz" pos="1682">
          <p15:clr>
            <a:srgbClr val="A4A3A4"/>
          </p15:clr>
        </p15:guide>
        <p15:guide id="4" orient="horz" pos="1790">
          <p15:clr>
            <a:srgbClr val="A4A3A4"/>
          </p15:clr>
        </p15:guide>
        <p15:guide id="5" orient="horz" pos="1360">
          <p15:clr>
            <a:srgbClr val="A4A3A4"/>
          </p15:clr>
        </p15:guide>
        <p15:guide id="6" pos="2934">
          <p15:clr>
            <a:srgbClr val="A4A3A4"/>
          </p15:clr>
        </p15:guide>
        <p15:guide id="7" pos="5375">
          <p15:clr>
            <a:srgbClr val="A4A3A4"/>
          </p15:clr>
        </p15:guide>
        <p15:guide id="8" pos="4099">
          <p15:clr>
            <a:srgbClr val="A4A3A4"/>
          </p15:clr>
        </p15:guide>
        <p15:guide id="9" pos="4208">
          <p15:clr>
            <a:srgbClr val="A4A3A4"/>
          </p15:clr>
        </p15:guide>
        <p15:guide id="10" pos="2826">
          <p15:clr>
            <a:srgbClr val="A4A3A4"/>
          </p15:clr>
        </p15:guide>
        <p15:guide id="11" pos="386">
          <p15:clr>
            <a:srgbClr val="A4A3A4"/>
          </p15:clr>
        </p15:guide>
        <p15:guide id="12" orient="horz" pos="1039">
          <p15:clr>
            <a:srgbClr val="A4A3A4"/>
          </p15:clr>
        </p15:guide>
        <p15:guide id="13" orient="horz" pos="3595">
          <p15:clr>
            <a:srgbClr val="A4A3A4"/>
          </p15:clr>
        </p15:guide>
        <p15:guide id="14" orient="horz" pos="2243">
          <p15:clr>
            <a:srgbClr val="A4A3A4"/>
          </p15:clr>
        </p15:guide>
        <p15:guide id="15" orient="horz" pos="2387">
          <p15:clr>
            <a:srgbClr val="A4A3A4"/>
          </p15:clr>
        </p15:guide>
        <p15:guide id="16" orient="horz" pos="1814">
          <p15:clr>
            <a:srgbClr val="A4A3A4"/>
          </p15:clr>
        </p15:guide>
        <p15:guide id="17" pos="3911">
          <p15:clr>
            <a:srgbClr val="A4A3A4"/>
          </p15:clr>
        </p15:guide>
        <p15:guide id="18" pos="7166">
          <p15:clr>
            <a:srgbClr val="A4A3A4"/>
          </p15:clr>
        </p15:guide>
        <p15:guide id="19" pos="5465">
          <p15:clr>
            <a:srgbClr val="A4A3A4"/>
          </p15:clr>
        </p15:guide>
        <p15:guide id="20" pos="5610">
          <p15:clr>
            <a:srgbClr val="A4A3A4"/>
          </p15:clr>
        </p15:guide>
        <p15:guide id="21" pos="3768">
          <p15:clr>
            <a:srgbClr val="A4A3A4"/>
          </p15:clr>
        </p15:guide>
        <p15:guide id="22" pos="515">
          <p15:clr>
            <a:srgbClr val="A4A3A4"/>
          </p15:clr>
        </p15:guide>
        <p15:guide id="23" orient="horz" pos="2704">
          <p15:clr>
            <a:srgbClr val="A4A3A4"/>
          </p15:clr>
        </p15:guide>
        <p15:guide id="24" orient="horz" pos="1797">
          <p15:clr>
            <a:srgbClr val="A4A3A4"/>
          </p15:clr>
        </p15:guide>
        <p15:guide id="25" orient="horz" pos="1344">
          <p15:clr>
            <a:srgbClr val="A4A3A4"/>
          </p15:clr>
        </p15:guide>
        <p15:guide id="26" orient="horz" pos="3612">
          <p15:clr>
            <a:srgbClr val="A4A3A4"/>
          </p15:clr>
        </p15:guide>
        <p15:guide id="27" orient="horz" pos="2251">
          <p15:clr>
            <a:srgbClr val="A4A3A4"/>
          </p15:clr>
        </p15:guide>
        <p15:guide id="28" orient="horz" pos="4065">
          <p15:clr>
            <a:srgbClr val="A4A3A4"/>
          </p15:clr>
        </p15:guide>
        <p15:guide id="29" pos="2932">
          <p15:clr>
            <a:srgbClr val="A4A3A4"/>
          </p15:clr>
        </p15:guide>
        <p15:guide id="30" pos="5381">
          <p15:clr>
            <a:srgbClr val="A4A3A4"/>
          </p15:clr>
        </p15:guide>
        <p15:guide id="31" pos="2841">
          <p15:clr>
            <a:srgbClr val="A4A3A4"/>
          </p15:clr>
        </p15:guide>
        <p15:guide id="32" pos="3930">
          <p15:clr>
            <a:srgbClr val="A4A3A4"/>
          </p15:clr>
        </p15:guide>
        <p15:guide id="33" pos="37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32">
          <p15:clr>
            <a:srgbClr val="A4A3A4"/>
          </p15:clr>
        </p15:guide>
        <p15:guide id="4" pos="214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D0CF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7" autoAdjust="0"/>
    <p:restoredTop sz="89744" autoAdjust="0"/>
  </p:normalViewPr>
  <p:slideViewPr>
    <p:cSldViewPr>
      <p:cViewPr varScale="1">
        <p:scale>
          <a:sx n="97" d="100"/>
          <a:sy n="97" d="100"/>
        </p:scale>
        <p:origin x="96" y="84"/>
      </p:cViewPr>
      <p:guideLst>
        <p:guide orient="horz" pos="779"/>
        <p:guide orient="horz" pos="2696"/>
        <p:guide orient="horz" pos="1682"/>
        <p:guide orient="horz" pos="1790"/>
        <p:guide orient="horz" pos="1360"/>
        <p:guide pos="2934"/>
        <p:guide pos="5375"/>
        <p:guide pos="4099"/>
        <p:guide pos="4208"/>
        <p:guide pos="2826"/>
        <p:guide pos="386"/>
        <p:guide orient="horz" pos="1039"/>
        <p:guide orient="horz" pos="3595"/>
        <p:guide orient="horz" pos="2243"/>
        <p:guide orient="horz" pos="2387"/>
        <p:guide orient="horz" pos="1814"/>
        <p:guide pos="3911"/>
        <p:guide pos="7166"/>
        <p:guide pos="5465"/>
        <p:guide pos="5610"/>
        <p:guide pos="3768"/>
        <p:guide pos="515"/>
        <p:guide orient="horz" pos="2704"/>
        <p:guide orient="horz" pos="1797"/>
        <p:guide orient="horz" pos="1344"/>
        <p:guide orient="horz" pos="3612"/>
        <p:guide orient="horz" pos="2251"/>
        <p:guide orient="horz" pos="4065"/>
        <p:guide pos="2932"/>
        <p:guide pos="5381"/>
        <p:guide pos="2841"/>
        <p:guide pos="3930"/>
        <p:guide pos="374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108" y="-78"/>
      </p:cViewPr>
      <p:guideLst>
        <p:guide orient="horz" pos="2880"/>
        <p:guide pos="2160"/>
        <p:guide orient="horz" pos="3132"/>
        <p:guide pos="2144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B7588AC-F512-4847-9233-601F4B16DDF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414525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F5B7C09-5A60-450F-8B1D-B16CDE8563A2}" type="datetime1">
              <a:rPr lang="en-GB" noProof="0" smtClean="0"/>
              <a:pPr/>
              <a:t>23/09/2026</a:t>
            </a:fld>
            <a:endParaRPr lang="en-GB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4637" cy="37290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23448"/>
            <a:ext cx="5444490" cy="447484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69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69"/>
            <a:ext cx="2949099" cy="49720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1F2F6E2-CA2D-40A7-8BE4-C30E5CF2054D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6534676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ＭＳ Ｐゴシック" pitchFamily="-111" charset="-128"/>
      </a:defRPr>
    </a:lvl1pPr>
    <a:lvl2pPr marL="457189"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2pPr>
    <a:lvl3pPr marL="914377"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3pPr>
    <a:lvl4pPr marL="1371566"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4pPr>
    <a:lvl5pPr marL="1828754" algn="l" defTabSz="457189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Verdana" pitchFamily="34" charset="0"/>
        <a:ea typeface="ＭＳ Ｐゴシック" pitchFamily="-111" charset="-128"/>
        <a:cs typeface="+mn-cs"/>
      </a:defRPr>
    </a:lvl5pPr>
    <a:lvl6pPr marL="2285943" algn="l" defTabSz="4571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6125"/>
            <a:ext cx="6624637" cy="37290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r>
              <a:rPr lang="en-GB" noProof="0" dirty="0"/>
              <a:t>Der</a:t>
            </a:r>
            <a:r>
              <a:rPr lang="en-GB" baseline="0" noProof="0" dirty="0"/>
              <a:t> </a:t>
            </a:r>
            <a:r>
              <a:rPr lang="en-GB" baseline="0" noProof="0" dirty="0" err="1"/>
              <a:t>kan</a:t>
            </a:r>
            <a:r>
              <a:rPr lang="en-GB" baseline="0" noProof="0" dirty="0"/>
              <a:t> </a:t>
            </a:r>
            <a:r>
              <a:rPr lang="en-GB" baseline="0" noProof="0" dirty="0" err="1"/>
              <a:t>godt</a:t>
            </a:r>
            <a:r>
              <a:rPr lang="en-GB" baseline="0" noProof="0" dirty="0"/>
              <a:t> </a:t>
            </a:r>
            <a:r>
              <a:rPr lang="en-GB" baseline="0" noProof="0" dirty="0" err="1"/>
              <a:t>sættes</a:t>
            </a:r>
            <a:r>
              <a:rPr lang="en-GB" baseline="0" noProof="0" dirty="0"/>
              <a:t> </a:t>
            </a:r>
            <a:r>
              <a:rPr lang="en-GB" baseline="0" noProof="0" dirty="0" err="1"/>
              <a:t>en</a:t>
            </a:r>
            <a:r>
              <a:rPr lang="en-GB" baseline="0" noProof="0" dirty="0"/>
              <a:t> </a:t>
            </a:r>
            <a:r>
              <a:rPr lang="en-GB" baseline="0" noProof="0" dirty="0" err="1"/>
              <a:t>dato</a:t>
            </a:r>
            <a:r>
              <a:rPr lang="en-GB" baseline="0" noProof="0" dirty="0"/>
              <a:t> </a:t>
            </a:r>
            <a:r>
              <a:rPr lang="en-GB" baseline="0" noProof="0" dirty="0" err="1"/>
              <a:t>ind</a:t>
            </a:r>
            <a:r>
              <a:rPr lang="en-GB" baseline="0" noProof="0" dirty="0"/>
              <a:t> under </a:t>
            </a:r>
            <a:r>
              <a:rPr lang="en-GB" baseline="0" noProof="0" dirty="0" err="1"/>
              <a:t>beskrivelserne</a:t>
            </a:r>
            <a:r>
              <a:rPr lang="en-GB" baseline="0" noProof="0" dirty="0"/>
              <a:t> </a:t>
            </a:r>
            <a:r>
              <a:rPr lang="en-GB" baseline="0" noProof="0" dirty="0" err="1"/>
              <a:t>til</a:t>
            </a:r>
            <a:r>
              <a:rPr lang="en-GB" baseline="0" noProof="0" dirty="0"/>
              <a:t> de </a:t>
            </a:r>
            <a:r>
              <a:rPr lang="en-GB" baseline="0" noProof="0" dirty="0" err="1"/>
              <a:t>nedadgående</a:t>
            </a:r>
            <a:r>
              <a:rPr lang="en-GB" baseline="0" noProof="0" dirty="0"/>
              <a:t> pile. (der </a:t>
            </a:r>
            <a:r>
              <a:rPr lang="en-GB" baseline="0" noProof="0" dirty="0" err="1"/>
              <a:t>er</a:t>
            </a:r>
            <a:r>
              <a:rPr lang="en-GB" baseline="0" noProof="0" dirty="0"/>
              <a:t> </a:t>
            </a:r>
            <a:r>
              <a:rPr lang="en-GB" baseline="0" noProof="0" dirty="0" err="1"/>
              <a:t>plads</a:t>
            </a:r>
            <a:r>
              <a:rPr lang="en-GB" baseline="0" noProof="0" dirty="0"/>
              <a:t> </a:t>
            </a:r>
            <a:r>
              <a:rPr lang="en-GB" baseline="0" noProof="0" dirty="0" err="1"/>
              <a:t>til</a:t>
            </a:r>
            <a:r>
              <a:rPr lang="en-GB" baseline="0" noProof="0" dirty="0"/>
              <a:t> fire </a:t>
            </a:r>
            <a:r>
              <a:rPr lang="en-GB" baseline="0" noProof="0" dirty="0" err="1"/>
              <a:t>linjer</a:t>
            </a:r>
            <a:r>
              <a:rPr lang="en-GB" baseline="0" noProof="0" dirty="0"/>
              <a:t> I alt – </a:t>
            </a:r>
            <a:r>
              <a:rPr lang="en-GB" baseline="0" noProof="0" dirty="0" err="1"/>
              <a:t>tre</a:t>
            </a:r>
            <a:r>
              <a:rPr lang="en-GB" baseline="0" noProof="0" dirty="0"/>
              <a:t> </a:t>
            </a:r>
            <a:r>
              <a:rPr lang="en-GB" baseline="0" noProof="0" dirty="0" err="1"/>
              <a:t>linjers</a:t>
            </a:r>
            <a:r>
              <a:rPr lang="en-GB" baseline="0" noProof="0" dirty="0"/>
              <a:t> </a:t>
            </a:r>
            <a:r>
              <a:rPr lang="en-GB" baseline="0" noProof="0" dirty="0" err="1"/>
              <a:t>tekst</a:t>
            </a:r>
            <a:r>
              <a:rPr lang="en-GB" baseline="0" noProof="0" dirty="0"/>
              <a:t> + </a:t>
            </a:r>
            <a:r>
              <a:rPr lang="en-GB" baseline="0" noProof="0" dirty="0" err="1"/>
              <a:t>en</a:t>
            </a:r>
            <a:r>
              <a:rPr lang="en-GB" baseline="0" noProof="0" dirty="0"/>
              <a:t> </a:t>
            </a:r>
            <a:r>
              <a:rPr lang="en-GB" baseline="0" noProof="0" dirty="0" err="1"/>
              <a:t>dato</a:t>
            </a:r>
            <a:r>
              <a:rPr lang="en-GB" baseline="0" noProof="0" dirty="0"/>
              <a:t>.)</a:t>
            </a:r>
          </a:p>
          <a:p>
            <a:r>
              <a:rPr lang="en-GB" baseline="0" noProof="0" dirty="0" err="1"/>
              <a:t>Hvis</a:t>
            </a:r>
            <a:r>
              <a:rPr lang="en-GB" baseline="0" noProof="0" dirty="0"/>
              <a:t> man </a:t>
            </a:r>
            <a:r>
              <a:rPr lang="en-GB" baseline="0" noProof="0" dirty="0" err="1"/>
              <a:t>ikke</a:t>
            </a:r>
            <a:r>
              <a:rPr lang="en-GB" baseline="0" noProof="0" dirty="0"/>
              <a:t> </a:t>
            </a:r>
            <a:r>
              <a:rPr lang="en-GB" baseline="0" noProof="0" dirty="0" err="1"/>
              <a:t>skal</a:t>
            </a:r>
            <a:r>
              <a:rPr lang="en-GB" baseline="0" noProof="0" dirty="0"/>
              <a:t> </a:t>
            </a:r>
            <a:r>
              <a:rPr lang="en-GB" baseline="0" noProof="0" dirty="0" err="1"/>
              <a:t>bruge</a:t>
            </a:r>
            <a:r>
              <a:rPr lang="en-GB" baseline="0" noProof="0" dirty="0"/>
              <a:t> </a:t>
            </a:r>
            <a:r>
              <a:rPr lang="en-GB" baseline="0" noProof="0" dirty="0" err="1"/>
              <a:t>alle</a:t>
            </a:r>
            <a:r>
              <a:rPr lang="en-GB" baseline="0" noProof="0" dirty="0"/>
              <a:t> </a:t>
            </a:r>
            <a:r>
              <a:rPr lang="en-GB" baseline="0" noProof="0" dirty="0" err="1"/>
              <a:t>symbolerne</a:t>
            </a:r>
            <a:r>
              <a:rPr lang="en-GB" baseline="0" noProof="0" dirty="0"/>
              <a:t> </a:t>
            </a:r>
            <a:r>
              <a:rPr lang="en-GB" baseline="0" noProof="0" dirty="0" err="1"/>
              <a:t>på</a:t>
            </a:r>
            <a:r>
              <a:rPr lang="en-GB" baseline="0" noProof="0" dirty="0"/>
              <a:t> </a:t>
            </a:r>
            <a:r>
              <a:rPr lang="en-GB" baseline="0" noProof="0" dirty="0" err="1"/>
              <a:t>bundlinjen</a:t>
            </a:r>
            <a:r>
              <a:rPr lang="en-GB" baseline="0" noProof="0" dirty="0"/>
              <a:t>, </a:t>
            </a:r>
            <a:r>
              <a:rPr lang="en-GB" baseline="0" noProof="0" dirty="0" err="1"/>
              <a:t>kan</a:t>
            </a:r>
            <a:r>
              <a:rPr lang="en-GB" baseline="0" noProof="0" dirty="0"/>
              <a:t> man blot </a:t>
            </a:r>
            <a:r>
              <a:rPr lang="en-GB" baseline="0" noProof="0" dirty="0" err="1"/>
              <a:t>slette</a:t>
            </a:r>
            <a:r>
              <a:rPr lang="en-GB" baseline="0" noProof="0" dirty="0"/>
              <a:t> </a:t>
            </a:r>
            <a:r>
              <a:rPr lang="en-GB" baseline="0" noProof="0" dirty="0" err="1"/>
              <a:t>dem</a:t>
            </a:r>
            <a:r>
              <a:rPr lang="en-GB" baseline="0" noProof="0" dirty="0"/>
              <a:t>, </a:t>
            </a:r>
            <a:r>
              <a:rPr lang="en-GB" baseline="0" noProof="0" dirty="0" err="1"/>
              <a:t>og</a:t>
            </a:r>
            <a:r>
              <a:rPr lang="en-GB" baseline="0" noProof="0" dirty="0"/>
              <a:t> </a:t>
            </a:r>
            <a:r>
              <a:rPr lang="en-GB" baseline="0" noProof="0" dirty="0" err="1"/>
              <a:t>derefter</a:t>
            </a:r>
            <a:r>
              <a:rPr lang="en-GB" baseline="0" noProof="0" dirty="0"/>
              <a:t> </a:t>
            </a:r>
            <a:r>
              <a:rPr lang="en-GB" baseline="0" noProof="0" dirty="0" err="1"/>
              <a:t>slette</a:t>
            </a:r>
            <a:r>
              <a:rPr lang="en-GB" baseline="0" noProof="0" dirty="0"/>
              <a:t> </a:t>
            </a:r>
            <a:r>
              <a:rPr lang="en-GB" baseline="0" noProof="0" dirty="0" err="1"/>
              <a:t>cellen</a:t>
            </a:r>
            <a:r>
              <a:rPr lang="en-GB" baseline="0" noProof="0" dirty="0"/>
              <a:t> </a:t>
            </a:r>
            <a:r>
              <a:rPr lang="en-GB" baseline="0" noProof="0" dirty="0" err="1"/>
              <a:t>i</a:t>
            </a:r>
            <a:r>
              <a:rPr lang="en-GB" baseline="0" noProof="0" dirty="0"/>
              <a:t> </a:t>
            </a:r>
            <a:r>
              <a:rPr lang="en-GB" baseline="0" noProof="0" dirty="0" err="1"/>
              <a:t>skemaet</a:t>
            </a:r>
            <a:r>
              <a:rPr lang="en-GB" baseline="0" noProof="0" dirty="0"/>
              <a:t>, </a:t>
            </a:r>
            <a:r>
              <a:rPr lang="en-GB" baseline="0" noProof="0" dirty="0" err="1"/>
              <a:t>og</a:t>
            </a:r>
            <a:r>
              <a:rPr lang="en-GB" baseline="0" noProof="0" dirty="0"/>
              <a:t> </a:t>
            </a:r>
            <a:r>
              <a:rPr lang="en-GB" baseline="0" noProof="0" dirty="0" err="1"/>
              <a:t>flytte</a:t>
            </a:r>
            <a:r>
              <a:rPr lang="en-GB" baseline="0" noProof="0" dirty="0"/>
              <a:t> de </a:t>
            </a:r>
            <a:r>
              <a:rPr lang="en-GB" baseline="0" noProof="0" dirty="0" err="1"/>
              <a:t>resterende</a:t>
            </a:r>
            <a:r>
              <a:rPr lang="en-GB" baseline="0" noProof="0" dirty="0"/>
              <a:t> </a:t>
            </a:r>
            <a:r>
              <a:rPr lang="en-GB" baseline="0" noProof="0" dirty="0" err="1"/>
              <a:t>symboler</a:t>
            </a:r>
            <a:r>
              <a:rPr lang="en-GB" baseline="0" noProof="0" dirty="0"/>
              <a:t> mod </a:t>
            </a:r>
            <a:r>
              <a:rPr lang="en-GB" baseline="0" noProof="0" dirty="0" err="1"/>
              <a:t>venstre</a:t>
            </a:r>
            <a:r>
              <a:rPr lang="en-GB" baseline="0" noProof="0" dirty="0"/>
              <a:t>.</a:t>
            </a:r>
          </a:p>
          <a:p>
            <a:r>
              <a:rPr lang="en-GB" noProof="0" dirty="0" err="1"/>
              <a:t>Hvis</a:t>
            </a:r>
            <a:r>
              <a:rPr lang="en-GB" baseline="0" noProof="0" dirty="0"/>
              <a:t> der </a:t>
            </a:r>
            <a:r>
              <a:rPr lang="en-GB" baseline="0" noProof="0" dirty="0" err="1"/>
              <a:t>er</a:t>
            </a:r>
            <a:r>
              <a:rPr lang="en-GB" baseline="0" noProof="0" dirty="0"/>
              <a:t> </a:t>
            </a:r>
            <a:r>
              <a:rPr lang="en-GB" baseline="0" noProof="0" dirty="0" err="1"/>
              <a:t>behov</a:t>
            </a:r>
            <a:r>
              <a:rPr lang="en-GB" baseline="0" noProof="0" dirty="0"/>
              <a:t> for at </a:t>
            </a:r>
            <a:r>
              <a:rPr lang="en-GB" baseline="0" noProof="0" dirty="0" err="1"/>
              <a:t>makere</a:t>
            </a:r>
            <a:r>
              <a:rPr lang="en-GB" baseline="0" noProof="0" dirty="0"/>
              <a:t> </a:t>
            </a:r>
            <a:r>
              <a:rPr lang="en-GB" baseline="0" noProof="0" dirty="0" err="1"/>
              <a:t>hvem</a:t>
            </a:r>
            <a:r>
              <a:rPr lang="en-GB" baseline="0" noProof="0" dirty="0"/>
              <a:t> der </a:t>
            </a:r>
            <a:r>
              <a:rPr lang="en-GB" baseline="0" noProof="0" dirty="0" err="1"/>
              <a:t>er</a:t>
            </a:r>
            <a:r>
              <a:rPr lang="en-GB" baseline="0" noProof="0" dirty="0"/>
              <a:t> </a:t>
            </a:r>
            <a:r>
              <a:rPr lang="en-GB" baseline="0" noProof="0" dirty="0" err="1"/>
              <a:t>ansvarlig</a:t>
            </a:r>
            <a:r>
              <a:rPr lang="en-GB" baseline="0" noProof="0" dirty="0"/>
              <a:t> for de </a:t>
            </a:r>
            <a:r>
              <a:rPr lang="en-GB" baseline="0" noProof="0" dirty="0" err="1"/>
              <a:t>enkelte</a:t>
            </a:r>
            <a:r>
              <a:rPr lang="en-GB" baseline="0" noProof="0" dirty="0"/>
              <a:t> </a:t>
            </a:r>
            <a:r>
              <a:rPr lang="en-GB" baseline="0" noProof="0" dirty="0" err="1"/>
              <a:t>aktiviteter</a:t>
            </a:r>
            <a:r>
              <a:rPr lang="en-GB" baseline="0" noProof="0" dirty="0"/>
              <a:t> </a:t>
            </a:r>
            <a:r>
              <a:rPr lang="en-GB" baseline="0" noProof="0" dirty="0" err="1"/>
              <a:t>kunne</a:t>
            </a:r>
            <a:r>
              <a:rPr lang="en-GB" baseline="0" noProof="0" dirty="0"/>
              <a:t> </a:t>
            </a:r>
            <a:r>
              <a:rPr lang="en-GB" baseline="0" noProof="0" dirty="0" err="1"/>
              <a:t>dette</a:t>
            </a:r>
            <a:r>
              <a:rPr lang="en-GB" baseline="0" noProof="0" dirty="0"/>
              <a:t> </a:t>
            </a:r>
            <a:r>
              <a:rPr lang="en-GB" baseline="0" noProof="0" dirty="0" err="1"/>
              <a:t>eventuelt</a:t>
            </a:r>
            <a:r>
              <a:rPr lang="en-GB" baseline="0" noProof="0" dirty="0"/>
              <a:t> </a:t>
            </a:r>
            <a:r>
              <a:rPr lang="en-GB" baseline="0" noProof="0" dirty="0" err="1"/>
              <a:t>gøres</a:t>
            </a:r>
            <a:r>
              <a:rPr lang="en-GB" baseline="0" noProof="0" dirty="0"/>
              <a:t> </a:t>
            </a:r>
            <a:r>
              <a:rPr lang="en-GB" baseline="0" noProof="0" dirty="0" err="1"/>
              <a:t>ved</a:t>
            </a:r>
            <a:r>
              <a:rPr lang="en-GB" baseline="0" noProof="0" dirty="0"/>
              <a:t> </a:t>
            </a:r>
            <a:r>
              <a:rPr lang="en-GB" baseline="0" noProof="0" dirty="0" err="1"/>
              <a:t>hjælp</a:t>
            </a:r>
            <a:r>
              <a:rPr lang="en-GB" baseline="0" noProof="0" dirty="0"/>
              <a:t> </a:t>
            </a:r>
            <a:r>
              <a:rPr lang="en-GB" baseline="0" noProof="0" dirty="0" err="1"/>
              <a:t>af</a:t>
            </a:r>
            <a:r>
              <a:rPr lang="en-GB" baseline="0" noProof="0" dirty="0"/>
              <a:t> </a:t>
            </a:r>
            <a:r>
              <a:rPr lang="en-GB" baseline="0" noProof="0" dirty="0" err="1"/>
              <a:t>skygger</a:t>
            </a:r>
            <a:r>
              <a:rPr lang="en-GB" baseline="0" noProof="0" dirty="0"/>
              <a:t> </a:t>
            </a:r>
            <a:r>
              <a:rPr lang="en-GB" baseline="0" noProof="0" dirty="0" err="1"/>
              <a:t>eller</a:t>
            </a:r>
            <a:r>
              <a:rPr lang="en-GB" baseline="0" noProof="0" dirty="0"/>
              <a:t> outline </a:t>
            </a:r>
            <a:r>
              <a:rPr lang="en-GB" baseline="0" noProof="0" dirty="0" err="1"/>
              <a:t>farve</a:t>
            </a:r>
            <a:r>
              <a:rPr lang="en-GB" baseline="0" noProof="0" dirty="0"/>
              <a:t>.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091955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_ramboll"/>
          <p:cNvSpPr>
            <a:spLocks noChangeAspect="1"/>
          </p:cNvSpPr>
          <p:nvPr userDrawn="1"/>
        </p:nvSpPr>
        <p:spPr>
          <a:xfrm>
            <a:off x="849490" y="6159826"/>
            <a:ext cx="1127971" cy="2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Logo_ramboll_bmkAr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90" y="6159826"/>
            <a:ext cx="1220064" cy="255600"/>
          </a:xfrm>
          <a:prstGeom prst="rect">
            <a:avLst/>
          </a:prstGeom>
        </p:spPr>
      </p:pic>
      <p:pic>
        <p:nvPicPr>
          <p:cNvPr id="4" name="Logo_ramboll_bmkAr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90" y="6159826"/>
            <a:ext cx="1220064" cy="255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815308" y="257164"/>
            <a:ext cx="10560296" cy="681548"/>
          </a:xfrm>
        </p:spPr>
        <p:txBody>
          <a:bodyPr tIns="0" anchor="b" anchorCtr="0"/>
          <a:lstStyle>
            <a:lvl1pPr>
              <a:defRPr sz="4300" cap="all" baseline="0" smtClean="0">
                <a:solidFill>
                  <a:schemeClr val="bg2"/>
                </a:solidFill>
                <a:latin typeface="Verdana" pitchFamily="34" charset="0"/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27655" name="Subtit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15308" y="943418"/>
            <a:ext cx="10559797" cy="1753006"/>
          </a:xfrm>
        </p:spPr>
        <p:txBody>
          <a:bodyPr lIns="0"/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4300" b="1" cap="all" baseline="0" smtClean="0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r>
              <a:rPr lang="en-GB" noProof="0" dirty="0"/>
              <a:t>Click to edit Master subtitle style</a:t>
            </a:r>
          </a:p>
        </p:txBody>
      </p:sp>
      <p:sp>
        <p:nvSpPr>
          <p:cNvPr id="7" name="SD_FLD_DocumentDate"/>
          <p:cNvSpPr txBox="1"/>
          <p:nvPr userDrawn="1"/>
        </p:nvSpPr>
        <p:spPr bwMode="auto">
          <a:xfrm>
            <a:off x="6092207" y="6281954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8" name="SD_FLD_Name"/>
          <p:cNvSpPr txBox="1"/>
          <p:nvPr userDrawn="1"/>
        </p:nvSpPr>
        <p:spPr bwMode="auto">
          <a:xfrm>
            <a:off x="6092207" y="6129519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64395" y="6284782"/>
            <a:ext cx="479938" cy="155611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_ramboll"/>
          <p:cNvSpPr>
            <a:spLocks noChangeAspect="1"/>
          </p:cNvSpPr>
          <p:nvPr userDrawn="1"/>
        </p:nvSpPr>
        <p:spPr>
          <a:xfrm>
            <a:off x="817201" y="6159600"/>
            <a:ext cx="1128381" cy="2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Logo_ramboll_bmkAr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1" y="6159600"/>
            <a:ext cx="1220064" cy="2556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0413" cy="2878805"/>
          </a:xfrm>
          <a:noFill/>
          <a:ln>
            <a:noFill/>
          </a:ln>
        </p:spPr>
        <p:txBody>
          <a:bodyPr tIns="0" anchor="t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815308" y="3141695"/>
            <a:ext cx="10560295" cy="658454"/>
          </a:xfrm>
        </p:spPr>
        <p:txBody>
          <a:bodyPr tIns="0" anchor="b" anchorCtr="0"/>
          <a:lstStyle>
            <a:lvl1pPr>
              <a:defRPr sz="4300" cap="all" baseline="0" smtClean="0">
                <a:solidFill>
                  <a:schemeClr val="bg2"/>
                </a:solidFill>
                <a:latin typeface="Verdana" pitchFamily="34" charset="0"/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27655" name="Subtit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15308" y="3798879"/>
            <a:ext cx="10560296" cy="1753006"/>
          </a:xfrm>
        </p:spPr>
        <p:txBody>
          <a:bodyPr lIns="0"/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4300" b="1" cap="all" baseline="0" smtClean="0">
                <a:solidFill>
                  <a:schemeClr val="tx2"/>
                </a:solidFill>
                <a:latin typeface="Verdana" pitchFamily="34" charset="0"/>
              </a:defRPr>
            </a:lvl1pPr>
          </a:lstStyle>
          <a:p>
            <a:r>
              <a:rPr lang="en-GB" noProof="0" dirty="0"/>
              <a:t>Click to edit Master subtitle style</a:t>
            </a:r>
          </a:p>
        </p:txBody>
      </p:sp>
      <p:sp>
        <p:nvSpPr>
          <p:cNvPr id="9" name="SD_FLD_DocumentDate"/>
          <p:cNvSpPr txBox="1"/>
          <p:nvPr userDrawn="1"/>
        </p:nvSpPr>
        <p:spPr bwMode="auto">
          <a:xfrm>
            <a:off x="6092207" y="6281954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1" name="SD_FLD_Name"/>
          <p:cNvSpPr txBox="1"/>
          <p:nvPr userDrawn="1"/>
        </p:nvSpPr>
        <p:spPr bwMode="auto">
          <a:xfrm>
            <a:off x="6092207" y="6129519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64395" y="6284782"/>
            <a:ext cx="479938" cy="155611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927" y="1645033"/>
            <a:ext cx="10558676" cy="4063354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5308" y="1645033"/>
            <a:ext cx="5165613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209492" y="1645581"/>
            <a:ext cx="5166111" cy="4061740"/>
          </a:xfrm>
          <a:noFill/>
        </p:spPr>
        <p:txBody>
          <a:bodyPr tIns="0" anchor="t" anchorCtr="0"/>
          <a:lstStyle>
            <a:lvl1pPr>
              <a:buNone/>
              <a:defRPr/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963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27" y="3317933"/>
            <a:ext cx="4887316" cy="1072190"/>
          </a:xfrm>
        </p:spPr>
        <p:txBody>
          <a:bodyPr/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quarter" idx="2"/>
          </p:nvPr>
        </p:nvSpPr>
        <p:spPr>
          <a:xfrm>
            <a:off x="6210299" y="3377581"/>
            <a:ext cx="5165304" cy="2333340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1" name="Picture Placeholder3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0413" cy="2878805"/>
          </a:xfrm>
          <a:noFill/>
          <a:ln>
            <a:noFill/>
          </a:ln>
        </p:spPr>
        <p:txBody>
          <a:bodyPr tIns="936000" anchor="ctr" anchorCtr="1"/>
          <a:lstStyle>
            <a:lvl1pPr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079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299" y="1645033"/>
            <a:ext cx="516530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10300" y="1645034"/>
            <a:ext cx="5165302" cy="1914966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10299" y="3791827"/>
            <a:ext cx="5165304" cy="1914969"/>
          </a:xfrm>
        </p:spPr>
        <p:txBody>
          <a:bodyPr/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10299" y="1645583"/>
            <a:ext cx="5165304" cy="1914418"/>
          </a:xfrm>
          <a:noFill/>
          <a:ln>
            <a:noFill/>
          </a:ln>
        </p:spPr>
        <p:txBody>
          <a:bodyPr lIns="38399"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10299" y="1645583"/>
            <a:ext cx="5165304" cy="1914418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210299" y="3791828"/>
            <a:ext cx="5165304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448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210299" y="1645583"/>
            <a:ext cx="5165304" cy="1914418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210300" y="3791828"/>
            <a:ext cx="2465388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1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905774" y="3791828"/>
            <a:ext cx="2465490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16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905875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210300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210300" y="3791828"/>
            <a:ext cx="2465388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905875" y="3791828"/>
            <a:ext cx="2465388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904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210300" y="3791828"/>
            <a:ext cx="2465388" cy="1006436"/>
          </a:xfrm>
        </p:spPr>
        <p:txBody>
          <a:bodyPr lIns="0"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1588" indent="0">
              <a:lnSpc>
                <a:spcPct val="100000"/>
              </a:lnSpc>
              <a:spcAft>
                <a:spcPts val="0"/>
              </a:spcAft>
              <a:buNone/>
              <a:defRPr sz="1400" b="0"/>
            </a:lvl2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210300" y="4798264"/>
            <a:ext cx="2465388" cy="908533"/>
          </a:xfrm>
        </p:spPr>
        <p:txBody>
          <a:bodyPr lIns="0" anchor="b" anchorCtr="0"/>
          <a:lstStyle>
            <a:lvl1pPr marL="0" indent="0" algn="r">
              <a:lnSpc>
                <a:spcPct val="100000"/>
              </a:lnSpc>
              <a:spcAft>
                <a:spcPts val="300"/>
              </a:spcAft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1588" indent="0" algn="r">
              <a:lnSpc>
                <a:spcPct val="100000"/>
              </a:lnSpc>
              <a:spcAft>
                <a:spcPts val="0"/>
              </a:spcAft>
              <a:buNone/>
              <a:defRPr sz="1400" b="0"/>
            </a:lvl2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905875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6210300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905875" y="3791828"/>
            <a:ext cx="2465388" cy="1916557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, 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928" y="1645033"/>
            <a:ext cx="5164774" cy="406335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210300" y="1648208"/>
            <a:ext cx="2465388" cy="1911793"/>
          </a:xfrm>
        </p:spPr>
        <p:txBody>
          <a:bodyPr lIns="0"/>
          <a:lstStyle>
            <a:lvl1pPr marL="0" indent="0" algn="r">
              <a:lnSpc>
                <a:spcPct val="100000"/>
              </a:lnSpc>
              <a:spcAft>
                <a:spcPts val="300"/>
              </a:spcAft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1588" indent="0" algn="r">
              <a:lnSpc>
                <a:spcPct val="100000"/>
              </a:lnSpc>
              <a:spcAft>
                <a:spcPts val="0"/>
              </a:spcAft>
              <a:buNone/>
              <a:defRPr sz="1400" b="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6210300" y="3791828"/>
            <a:ext cx="2465388" cy="1914969"/>
          </a:xfrm>
        </p:spPr>
        <p:txBody>
          <a:bodyPr lIns="0"/>
          <a:lstStyle>
            <a:lvl1pPr marL="0" indent="0" algn="r">
              <a:lnSpc>
                <a:spcPct val="100000"/>
              </a:lnSpc>
              <a:spcAft>
                <a:spcPts val="300"/>
              </a:spcAft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1588" indent="0" algn="r">
              <a:lnSpc>
                <a:spcPct val="100000"/>
              </a:lnSpc>
              <a:spcAft>
                <a:spcPts val="0"/>
              </a:spcAft>
              <a:buNone/>
              <a:defRPr sz="1400" b="0"/>
            </a:lvl2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8905875" y="3791827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ysClr val="windowText" lastClr="000000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8905875" y="1645031"/>
            <a:ext cx="2465388" cy="1914969"/>
          </a:xfrm>
          <a:noFill/>
          <a:ln>
            <a:noFill/>
          </a:ln>
        </p:spPr>
        <p:txBody>
          <a:bodyPr tIns="0" anchor="t" anchorCtr="0"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816927" y="1648207"/>
            <a:ext cx="10554335" cy="4058590"/>
          </a:xfrm>
        </p:spPr>
        <p:txBody>
          <a:bodyPr lIns="0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0" b="1">
                <a:solidFill>
                  <a:schemeClr val="bg2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8349" y="0"/>
            <a:ext cx="6078853" cy="3424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2698348" y="3610812"/>
            <a:ext cx="60952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GB" dirty="0"/>
              <a:t>Keyword slide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0413" cy="6859588"/>
          </a:xfrm>
          <a:noFill/>
        </p:spPr>
        <p:txBody>
          <a:bodyPr tIns="0" anchor="t" anchorCtr="0"/>
          <a:lstStyle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28" y="452543"/>
            <a:ext cx="10558675" cy="10562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, Title and 3 transparent fac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0413" cy="6859588"/>
          </a:xfrm>
          <a:noFill/>
        </p:spPr>
        <p:txBody>
          <a:bodyPr tIns="36000" anchor="t" anchorCtr="0"/>
          <a:lstStyle>
            <a:lvl1pPr algn="ctr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Insert picture: Click ‘Insert’ tab in Top Ribbon, Click ‘Picture’, Select the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928" y="452543"/>
            <a:ext cx="10558675" cy="10562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17562" y="2320796"/>
            <a:ext cx="3402000" cy="2160000"/>
          </a:xfrm>
          <a:prstGeom prst="roundRect">
            <a:avLst>
              <a:gd name="adj" fmla="val 7802"/>
            </a:avLst>
          </a:prstGeom>
          <a:blipFill>
            <a:blip r:embed="rId2"/>
            <a:stretch>
              <a:fillRect/>
            </a:stretch>
          </a:blipFill>
        </p:spPr>
        <p:txBody>
          <a:bodyPr lIns="144000" tIns="90000" rIns="144000" bIns="90000"/>
          <a:lstStyle>
            <a:lvl1pPr marL="0" indent="0"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>
                <a:solidFill>
                  <a:schemeClr val="bg1"/>
                </a:solidFill>
              </a:defRPr>
            </a:lvl2pPr>
            <a:lvl3pPr marL="252000">
              <a:defRPr sz="1600">
                <a:solidFill>
                  <a:schemeClr val="bg1"/>
                </a:solidFill>
              </a:defRPr>
            </a:lvl3pPr>
            <a:lvl4pPr marL="630000" indent="-252000">
              <a:defRPr>
                <a:solidFill>
                  <a:schemeClr val="bg1"/>
                </a:solidFill>
              </a:defRPr>
            </a:lvl4pPr>
            <a:lvl5pPr marL="990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3" name="Slide Number Placeholder 2" hidden="1"/>
          <p:cNvSpPr>
            <a:spLocks noGrp="1"/>
          </p:cNvSpPr>
          <p:nvPr>
            <p:ph type="sldNum" sz="quarter" idx="11"/>
          </p:nvPr>
        </p:nvSpPr>
        <p:spPr>
          <a:xfrm>
            <a:off x="11364395" y="7018599"/>
            <a:ext cx="59403" cy="45719"/>
          </a:xfrm>
        </p:spPr>
        <p:txBody>
          <a:bodyPr/>
          <a:lstStyle>
            <a:lvl1pPr>
              <a:defRPr sz="1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395794" y="2320796"/>
            <a:ext cx="3402000" cy="2160000"/>
          </a:xfrm>
          <a:prstGeom prst="roundRect">
            <a:avLst>
              <a:gd name="adj" fmla="val 7802"/>
            </a:avLst>
          </a:prstGeom>
          <a:blipFill>
            <a:blip r:embed="rId2"/>
            <a:stretch>
              <a:fillRect/>
            </a:stretch>
          </a:blipFill>
        </p:spPr>
        <p:txBody>
          <a:bodyPr lIns="144000" tIns="90000" rIns="144000" bIns="90000"/>
          <a:lstStyle>
            <a:lvl1pPr marL="0" indent="0"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>
                <a:solidFill>
                  <a:schemeClr val="bg1"/>
                </a:solidFill>
              </a:defRPr>
            </a:lvl2pPr>
            <a:lvl3pPr marL="252000">
              <a:defRPr sz="1600">
                <a:solidFill>
                  <a:schemeClr val="bg1"/>
                </a:solidFill>
              </a:defRPr>
            </a:lvl3pPr>
            <a:lvl4pPr marL="630000" indent="-252000">
              <a:defRPr>
                <a:solidFill>
                  <a:schemeClr val="bg1"/>
                </a:solidFill>
              </a:defRPr>
            </a:lvl4pPr>
            <a:lvl5pPr marL="990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29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7974025" y="2320796"/>
            <a:ext cx="3402000" cy="2160000"/>
          </a:xfrm>
          <a:prstGeom prst="roundRect">
            <a:avLst>
              <a:gd name="adj" fmla="val 7802"/>
            </a:avLst>
          </a:prstGeom>
          <a:blipFill>
            <a:blip r:embed="rId2"/>
            <a:stretch>
              <a:fillRect/>
            </a:stretch>
          </a:blipFill>
        </p:spPr>
        <p:txBody>
          <a:bodyPr lIns="144000" tIns="90000" rIns="144000" bIns="90000"/>
          <a:lstStyle>
            <a:lvl1pPr marL="0" indent="0">
              <a:buFont typeface="Arial" panose="020B0604020202020204" pitchFamily="34" charset="0"/>
              <a:buChar char="​"/>
              <a:defRPr sz="1600" b="1">
                <a:solidFill>
                  <a:schemeClr val="bg1"/>
                </a:solidFill>
              </a:defRPr>
            </a:lvl1pPr>
            <a:lvl2pPr marL="0" indent="0">
              <a:buFont typeface="Arial" panose="020B0604020202020204" pitchFamily="34" charset="0"/>
              <a:buChar char="​"/>
              <a:defRPr>
                <a:solidFill>
                  <a:schemeClr val="bg1"/>
                </a:solidFill>
              </a:defRPr>
            </a:lvl2pPr>
            <a:lvl3pPr marL="252000">
              <a:defRPr sz="1600">
                <a:solidFill>
                  <a:schemeClr val="bg1"/>
                </a:solidFill>
              </a:defRPr>
            </a:lvl3pPr>
            <a:lvl4pPr marL="630000" indent="-252000">
              <a:defRPr>
                <a:solidFill>
                  <a:schemeClr val="bg1"/>
                </a:solidFill>
              </a:defRPr>
            </a:lvl4pPr>
            <a:lvl5pPr marL="99000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8999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>
        <p:tmplLst>
          <p:tmpl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9" grpId="0" uiExpand="1" build="p" animBg="1">
        <p:tmplLst>
          <p:tmpl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0413" cy="6859588"/>
          </a:xfrm>
          <a:noFill/>
        </p:spPr>
        <p:txBody>
          <a:bodyPr tIns="0" anchor="t" anchorCtr="0"/>
          <a:lstStyle>
            <a:lvl1pPr marL="0" indent="0" algn="ctr"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Insert picture: Click ‘Insert’ tab in Top Ribbon, Click ‘Picture’, Select the picture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0413" cy="6859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ctrTitle"/>
          </p:nvPr>
        </p:nvSpPr>
        <p:spPr>
          <a:xfrm>
            <a:off x="816927" y="452544"/>
            <a:ext cx="10558676" cy="1196721"/>
          </a:xfrm>
        </p:spPr>
        <p:txBody>
          <a:bodyPr tIns="0"/>
          <a:lstStyle>
            <a:lvl1pPr>
              <a:defRPr sz="3200" cap="all" baseline="0" smtClean="0">
                <a:solidFill>
                  <a:schemeClr val="bg1"/>
                </a:solidFill>
                <a:latin typeface="Verdana" pitchFamily="34" charset="0"/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12" name="SD_FLD_DocumentDate"/>
          <p:cNvSpPr txBox="1"/>
          <p:nvPr userDrawn="1"/>
        </p:nvSpPr>
        <p:spPr bwMode="auto">
          <a:xfrm>
            <a:off x="6092207" y="6281954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13" name="SD_FLD_Name"/>
          <p:cNvSpPr txBox="1"/>
          <p:nvPr userDrawn="1"/>
        </p:nvSpPr>
        <p:spPr bwMode="auto">
          <a:xfrm>
            <a:off x="6092207" y="6129519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Logo_ramboll_white"/>
          <p:cNvSpPr>
            <a:spLocks noChangeAspect="1"/>
          </p:cNvSpPr>
          <p:nvPr userDrawn="1"/>
        </p:nvSpPr>
        <p:spPr>
          <a:xfrm>
            <a:off x="817200" y="6159600"/>
            <a:ext cx="1130538" cy="2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5" name="Logo_ramboll_white_bmkArt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0" y="6159600"/>
            <a:ext cx="1220064" cy="255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_ramboll"/>
          <p:cNvSpPr>
            <a:spLocks noChangeAspect="1"/>
          </p:cNvSpPr>
          <p:nvPr userDrawn="1"/>
        </p:nvSpPr>
        <p:spPr>
          <a:xfrm>
            <a:off x="817201" y="6159600"/>
            <a:ext cx="1128381" cy="2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4" name="Logo_ramboll_bmkArt"/>
          <p:cNvPicPr>
            <a:picLocks noChangeAspect="1"/>
          </p:cNvPicPr>
          <p:nvPr userDrawn="1"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01" y="6159600"/>
            <a:ext cx="1220064" cy="2556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16927" y="452543"/>
            <a:ext cx="10559098" cy="74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18000" rIns="0" bIns="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GB" noProof="0" dirty="0"/>
              <a:t>Presentation title</a:t>
            </a:r>
            <a:br>
              <a:rPr lang="en-GB" noProof="0" dirty="0"/>
            </a:br>
            <a:r>
              <a:rPr lang="en-GB" noProof="0" dirty="0"/>
              <a:t>(in cyan)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64395" y="6282000"/>
            <a:ext cx="479938" cy="155611"/>
          </a:xfrm>
          <a:prstGeom prst="rect">
            <a:avLst/>
          </a:prstGeom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defRPr sz="800"/>
            </a:lvl1pPr>
          </a:lstStyle>
          <a:p>
            <a:fld id="{31421AFA-3AE7-4CEA-BC9B-447859BED57B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6927" y="1648207"/>
            <a:ext cx="10558676" cy="40601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7" name="SD_FLD_DocumentDate"/>
          <p:cNvSpPr txBox="1"/>
          <p:nvPr/>
        </p:nvSpPr>
        <p:spPr bwMode="auto">
          <a:xfrm>
            <a:off x="6092207" y="6281954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8" name="SD_FLD_Name"/>
          <p:cNvSpPr txBox="1"/>
          <p:nvPr/>
        </p:nvSpPr>
        <p:spPr bwMode="auto">
          <a:xfrm>
            <a:off x="6092207" y="6129519"/>
            <a:ext cx="5260115" cy="15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5999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r" defTabSz="457189" rtl="0" eaLnBrk="0" fontAlgn="base" latinLnBrk="0" hangingPunct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tabLst/>
            </a:pPr>
            <a:endParaRPr kumimoji="0" lang="en-GB" sz="800" b="0" i="0" u="none" strike="noStrike" kern="1200" cap="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/>
              <a:ea typeface="ＭＳ Ｐゴシック" pitchFamily="-111" charset="-128"/>
              <a:cs typeface="ＭＳ Ｐゴシック" pitchFamily="-11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7" r:id="rId3"/>
    <p:sldLayoutId id="2147483761" r:id="rId4"/>
    <p:sldLayoutId id="2147483762" r:id="rId5"/>
    <p:sldLayoutId id="2147483738" r:id="rId6"/>
    <p:sldLayoutId id="2147483739" r:id="rId7"/>
    <p:sldLayoutId id="2147483741" r:id="rId8"/>
    <p:sldLayoutId id="2147483742" r:id="rId9"/>
    <p:sldLayoutId id="2147483763" r:id="rId10"/>
    <p:sldLayoutId id="2147483764" r:id="rId11"/>
    <p:sldLayoutId id="2147483765" r:id="rId12"/>
    <p:sldLayoutId id="2147483757" r:id="rId13"/>
    <p:sldLayoutId id="2147483758" r:id="rId14"/>
    <p:sldLayoutId id="2147483759" r:id="rId15"/>
    <p:sldLayoutId id="2147483749" r:id="rId16"/>
    <p:sldLayoutId id="2147483760" r:id="rId17"/>
    <p:sldLayoutId id="2147483746" r:id="rId18"/>
    <p:sldLayoutId id="2147483747" r:id="rId19"/>
    <p:sldLayoutId id="2147483748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457189" rtl="0" eaLnBrk="1" fontAlgn="base" hangingPunct="1">
        <a:spcBef>
          <a:spcPct val="0"/>
        </a:spcBef>
        <a:spcAft>
          <a:spcPct val="0"/>
        </a:spcAft>
        <a:defRPr sz="2400" b="1" kern="1200" cap="all">
          <a:solidFill>
            <a:schemeClr val="tx2"/>
          </a:solidFill>
          <a:latin typeface="Verdana"/>
          <a:ea typeface="ＭＳ Ｐゴシック" pitchFamily="-111" charset="-128"/>
          <a:cs typeface="ＭＳ Ｐゴシック" pitchFamily="-111" charset="-128"/>
        </a:defRPr>
      </a:lvl1pPr>
      <a:lvl2pPr algn="l" defTabSz="457189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2pPr>
      <a:lvl3pPr algn="l" defTabSz="457189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3pPr>
      <a:lvl4pPr algn="l" defTabSz="457189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4pPr>
      <a:lvl5pPr algn="l" defTabSz="457189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5pPr>
      <a:lvl6pPr marL="457189" algn="l" defTabSz="457189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6pPr>
      <a:lvl7pPr marL="914377" algn="l" defTabSz="457189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7pPr>
      <a:lvl8pPr marL="1371566" algn="l" defTabSz="457189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8pPr>
      <a:lvl9pPr marL="1828754" algn="l" defTabSz="457189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itchFamily="-111" charset="0"/>
          <a:ea typeface="ＭＳ Ｐゴシック" pitchFamily="-111" charset="-128"/>
          <a:cs typeface="ＭＳ Ｐゴシック" pitchFamily="-111" charset="-128"/>
        </a:defRPr>
      </a:lvl9pPr>
    </p:titleStyle>
    <p:bodyStyle>
      <a:lvl1pPr marL="252000" indent="-2520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kern="1200">
          <a:solidFill>
            <a:schemeClr val="tx1"/>
          </a:solidFill>
          <a:latin typeface="Verdana"/>
          <a:ea typeface="ＭＳ Ｐゴシック" pitchFamily="-111" charset="-128"/>
          <a:cs typeface="ＭＳ Ｐゴシック" pitchFamily="-111" charset="-128"/>
        </a:defRPr>
      </a:lvl1pPr>
      <a:lvl2pPr marL="648000" indent="-2520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sz="1600" kern="1200">
          <a:solidFill>
            <a:schemeClr val="tx1"/>
          </a:solidFill>
          <a:latin typeface="Verdana"/>
          <a:ea typeface="ＭＳ Ｐゴシック" pitchFamily="-111" charset="-128"/>
          <a:cs typeface="+mn-cs"/>
        </a:defRPr>
      </a:lvl2pPr>
      <a:lvl3pPr marL="979200" indent="-2520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sz="1400" kern="1200">
          <a:solidFill>
            <a:schemeClr val="tx1"/>
          </a:solidFill>
          <a:latin typeface="Verdana"/>
          <a:ea typeface="ＭＳ Ｐゴシック" pitchFamily="-111" charset="-128"/>
          <a:cs typeface="+mn-cs"/>
        </a:defRPr>
      </a:lvl3pPr>
      <a:lvl4pPr marL="1386000" indent="-2844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sz="1400" kern="1200">
          <a:solidFill>
            <a:schemeClr val="tx1"/>
          </a:solidFill>
          <a:latin typeface="Verdana"/>
          <a:ea typeface="ＭＳ Ｐゴシック" pitchFamily="-111" charset="-128"/>
          <a:cs typeface="+mn-cs"/>
        </a:defRPr>
      </a:lvl4pPr>
      <a:lvl5pPr marL="1699200" indent="-284400" algn="l" defTabSz="457189" rtl="0" eaLnBrk="1" fontAlgn="base" hangingPunct="1">
        <a:lnSpc>
          <a:spcPct val="100000"/>
        </a:lnSpc>
        <a:spcBef>
          <a:spcPct val="0"/>
        </a:spcBef>
        <a:spcAft>
          <a:spcPts val="1200"/>
        </a:spcAft>
        <a:buFont typeface="Verdana" pitchFamily="34" charset="0"/>
        <a:buChar char="•"/>
        <a:defRPr sz="1400" kern="1200">
          <a:solidFill>
            <a:schemeClr val="tx1"/>
          </a:solidFill>
          <a:latin typeface="Verdana"/>
          <a:ea typeface="ＭＳ Ｐゴシック" pitchFamily="-111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/>
          <p:cNvCxnSpPr/>
          <p:nvPr/>
        </p:nvCxnSpPr>
        <p:spPr>
          <a:xfrm>
            <a:off x="806086" y="296945"/>
            <a:ext cx="1181738" cy="0"/>
          </a:xfrm>
          <a:prstGeom prst="straightConnector1">
            <a:avLst/>
          </a:prstGeom>
          <a:ln w="9525">
            <a:solidFill>
              <a:schemeClr val="bg2"/>
            </a:solidFill>
            <a:prstDash val="sys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16927" y="-458638"/>
            <a:ext cx="10559098" cy="360733"/>
          </a:xfrm>
        </p:spPr>
        <p:txBody>
          <a:bodyPr/>
          <a:lstStyle/>
          <a:p>
            <a:r>
              <a:rPr lang="en-GB" sz="2000" dirty="0" err="1"/>
              <a:t>kontraktens</a:t>
            </a:r>
            <a:r>
              <a:rPr lang="en-GB" sz="2000" dirty="0"/>
              <a:t> blueprint (template – med </a:t>
            </a:r>
            <a:r>
              <a:rPr lang="en-GB" sz="2000" dirty="0" err="1"/>
              <a:t>delleverancer</a:t>
            </a:r>
            <a:r>
              <a:rPr lang="en-GB" sz="2000" dirty="0"/>
              <a:t>)</a:t>
            </a:r>
          </a:p>
        </p:txBody>
      </p:sp>
      <p:sp>
        <p:nvSpPr>
          <p:cNvPr id="16393" name="TextBox 8"/>
          <p:cNvSpPr txBox="1">
            <a:spLocks noChangeArrowheads="1"/>
          </p:cNvSpPr>
          <p:nvPr/>
        </p:nvSpPr>
        <p:spPr bwMode="auto">
          <a:xfrm>
            <a:off x="12698348" y="3610812"/>
            <a:ext cx="609520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GB" dirty="0"/>
              <a:t>Content slide, two columns with image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2698348" y="0"/>
            <a:ext cx="6080000" cy="3424411"/>
            <a:chOff x="12698347" y="0"/>
            <a:chExt cx="6080001" cy="3423619"/>
          </a:xfrm>
        </p:grpSpPr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698347" y="0"/>
              <a:ext cx="6080001" cy="342361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5" descr="content_slide_two_columns.jpg"/>
            <p:cNvPicPr>
              <a:picLocks noChangeAspect="1"/>
            </p:cNvPicPr>
            <p:nvPr/>
          </p:nvPicPr>
          <p:blipFill rotWithShape="1">
            <a:blip r:embed="rId4" cstate="screen"/>
            <a:srcRect r="124" b="102"/>
            <a:stretch/>
          </p:blipFill>
          <p:spPr bwMode="auto">
            <a:xfrm>
              <a:off x="15792879" y="813088"/>
              <a:ext cx="2598543" cy="20398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Rectangle 1"/>
          <p:cNvSpPr/>
          <p:nvPr/>
        </p:nvSpPr>
        <p:spPr>
          <a:xfrm>
            <a:off x="806086" y="370195"/>
            <a:ext cx="10558462" cy="5760640"/>
          </a:xfrm>
          <a:prstGeom prst="rect">
            <a:avLst/>
          </a:prstGeom>
          <a:noFill/>
          <a:ln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" name="Straight Connector 3"/>
          <p:cNvCxnSpPr/>
          <p:nvPr/>
        </p:nvCxnSpPr>
        <p:spPr>
          <a:xfrm>
            <a:off x="806086" y="5565404"/>
            <a:ext cx="10558462" cy="0"/>
          </a:xfrm>
          <a:prstGeom prst="line">
            <a:avLst/>
          </a:prstGeom>
          <a:ln w="1905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88" name="Straight Connector 16387"/>
          <p:cNvCxnSpPr/>
          <p:nvPr/>
        </p:nvCxnSpPr>
        <p:spPr>
          <a:xfrm>
            <a:off x="806086" y="3019012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819187" y="2997746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>
                <a:solidFill>
                  <a:schemeClr val="bg2"/>
                </a:solidFill>
              </a:rPr>
              <a:t>Løbende </a:t>
            </a:r>
          </a:p>
          <a:p>
            <a:r>
              <a:rPr lang="da-DK" sz="800" dirty="0">
                <a:solidFill>
                  <a:schemeClr val="bg2"/>
                </a:solidFill>
              </a:rPr>
              <a:t>ydelser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720" y="351474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>
                <a:solidFill>
                  <a:schemeClr val="bg2"/>
                </a:solidFill>
              </a:rPr>
              <a:t>Etablerings-</a:t>
            </a:r>
          </a:p>
          <a:p>
            <a:r>
              <a:rPr lang="da-DK" sz="800" dirty="0">
                <a:solidFill>
                  <a:schemeClr val="bg2"/>
                </a:solidFill>
              </a:rPr>
              <a:t>projekt</a:t>
            </a:r>
          </a:p>
        </p:txBody>
      </p:sp>
      <p:graphicFrame>
        <p:nvGraphicFramePr>
          <p:cNvPr id="16396" name="Table 163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730482"/>
              </p:ext>
            </p:extLst>
          </p:nvPr>
        </p:nvGraphicFramePr>
        <p:xfrm>
          <a:off x="2362405" y="6166098"/>
          <a:ext cx="9017960" cy="381000"/>
        </p:xfrm>
        <a:graphic>
          <a:graphicData uri="http://schemas.openxmlformats.org/drawingml/2006/table">
            <a:tbl>
              <a:tblPr bandCol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0165"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>
                          <a:solidFill>
                            <a:schemeClr val="bg2"/>
                          </a:solidFill>
                        </a:rPr>
                        <a:t>Betaling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>
                          <a:solidFill>
                            <a:schemeClr val="bg2"/>
                          </a:solidFill>
                        </a:rPr>
                        <a:t>Ophævelse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>
                          <a:solidFill>
                            <a:schemeClr val="bg2"/>
                          </a:solidFill>
                        </a:rPr>
                        <a:t>Bod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>
                          <a:solidFill>
                            <a:schemeClr val="bg2"/>
                          </a:solidFill>
                        </a:rPr>
                        <a:t>Ibrugtagning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>
                          <a:solidFill>
                            <a:schemeClr val="bg2"/>
                          </a:solidFill>
                        </a:rPr>
                        <a:t>Udtrædelses-adgang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>
                          <a:solidFill>
                            <a:schemeClr val="bg2"/>
                          </a:solidFill>
                        </a:rPr>
                        <a:t>Overtagelse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da-DK" sz="800" dirty="0">
                        <a:solidFill>
                          <a:schemeClr val="bg2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a-DK" sz="800" dirty="0">
                          <a:solidFill>
                            <a:schemeClr val="bg2"/>
                          </a:solidFill>
                        </a:rPr>
                        <a:t>Betaling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8" name="Pentagon 77"/>
          <p:cNvSpPr/>
          <p:nvPr/>
        </p:nvSpPr>
        <p:spPr>
          <a:xfrm>
            <a:off x="838622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Én linje</a:t>
            </a:r>
          </a:p>
        </p:txBody>
      </p:sp>
      <p:sp>
        <p:nvSpPr>
          <p:cNvPr id="83" name="Pentagon 82"/>
          <p:cNvSpPr/>
          <p:nvPr/>
        </p:nvSpPr>
        <p:spPr>
          <a:xfrm>
            <a:off x="191874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>
                <a:solidFill>
                  <a:schemeClr val="bg1"/>
                </a:solidFill>
              </a:rPr>
              <a:t>linjer</a:t>
            </a:r>
          </a:p>
        </p:txBody>
      </p:sp>
      <p:sp>
        <p:nvSpPr>
          <p:cNvPr id="86" name="Pentagon 85"/>
          <p:cNvSpPr/>
          <p:nvPr/>
        </p:nvSpPr>
        <p:spPr>
          <a:xfrm>
            <a:off x="857948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>
                <a:solidFill>
                  <a:schemeClr val="bg1"/>
                </a:solidFill>
              </a:rPr>
              <a:t>linjer</a:t>
            </a:r>
          </a:p>
        </p:txBody>
      </p:sp>
      <p:sp>
        <p:nvSpPr>
          <p:cNvPr id="87" name="Pentagon 86"/>
          <p:cNvSpPr/>
          <p:nvPr/>
        </p:nvSpPr>
        <p:spPr>
          <a:xfrm>
            <a:off x="9731610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Én linje</a:t>
            </a:r>
          </a:p>
        </p:txBody>
      </p:sp>
      <p:sp>
        <p:nvSpPr>
          <p:cNvPr id="88" name="Pentagon 87"/>
          <p:cNvSpPr/>
          <p:nvPr/>
        </p:nvSpPr>
        <p:spPr>
          <a:xfrm>
            <a:off x="10811731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>
                <a:solidFill>
                  <a:schemeClr val="bg1"/>
                </a:solidFill>
              </a:rPr>
              <a:t>linjer</a:t>
            </a:r>
          </a:p>
        </p:txBody>
      </p:sp>
      <p:sp>
        <p:nvSpPr>
          <p:cNvPr id="89" name="Pentagon 88"/>
          <p:cNvSpPr/>
          <p:nvPr/>
        </p:nvSpPr>
        <p:spPr>
          <a:xfrm>
            <a:off x="3106874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Én linje</a:t>
            </a:r>
          </a:p>
        </p:txBody>
      </p:sp>
      <p:sp>
        <p:nvSpPr>
          <p:cNvPr id="90" name="Pentagon 89"/>
          <p:cNvSpPr/>
          <p:nvPr/>
        </p:nvSpPr>
        <p:spPr>
          <a:xfrm>
            <a:off x="4186995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lang="da-DK" sz="800" dirty="0">
                <a:solidFill>
                  <a:schemeClr val="tx1"/>
                </a:solidFill>
              </a:rPr>
              <a:t>linjer</a:t>
            </a:r>
          </a:p>
        </p:txBody>
      </p:sp>
      <p:sp>
        <p:nvSpPr>
          <p:cNvPr id="91" name="Pentagon 90"/>
          <p:cNvSpPr/>
          <p:nvPr/>
        </p:nvSpPr>
        <p:spPr>
          <a:xfrm>
            <a:off x="5339122" y="-1159303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Én linje</a:t>
            </a:r>
          </a:p>
        </p:txBody>
      </p:sp>
      <p:sp>
        <p:nvSpPr>
          <p:cNvPr id="92" name="Pentagon 91"/>
          <p:cNvSpPr/>
          <p:nvPr/>
        </p:nvSpPr>
        <p:spPr>
          <a:xfrm>
            <a:off x="6419243" y="-125072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To</a:t>
            </a:r>
          </a:p>
          <a:p>
            <a:pPr algn="ctr"/>
            <a:r>
              <a:rPr lang="da-DK" sz="800" dirty="0">
                <a:solidFill>
                  <a:schemeClr val="bg1"/>
                </a:solidFill>
              </a:rPr>
              <a:t>linjer</a:t>
            </a:r>
          </a:p>
        </p:txBody>
      </p:sp>
      <p:sp>
        <p:nvSpPr>
          <p:cNvPr id="98" name="Pentagon 97"/>
          <p:cNvSpPr/>
          <p:nvPr/>
        </p:nvSpPr>
        <p:spPr>
          <a:xfrm>
            <a:off x="838622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Uddannelse</a:t>
            </a:r>
          </a:p>
        </p:txBody>
      </p:sp>
      <p:sp>
        <p:nvSpPr>
          <p:cNvPr id="100" name="Pentagon 99"/>
          <p:cNvSpPr/>
          <p:nvPr/>
        </p:nvSpPr>
        <p:spPr>
          <a:xfrm>
            <a:off x="10823351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Opgave / projekt</a:t>
            </a:r>
          </a:p>
        </p:txBody>
      </p:sp>
      <p:sp>
        <p:nvSpPr>
          <p:cNvPr id="101" name="Pentagon 100"/>
          <p:cNvSpPr/>
          <p:nvPr/>
        </p:nvSpPr>
        <p:spPr>
          <a:xfrm>
            <a:off x="7508888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err="1">
                <a:solidFill>
                  <a:schemeClr val="tx1"/>
                </a:solidFill>
              </a:rPr>
              <a:t>Hypercare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04" name="Pentagon 103"/>
          <p:cNvSpPr/>
          <p:nvPr/>
        </p:nvSpPr>
        <p:spPr>
          <a:xfrm>
            <a:off x="1918742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1">
              <a:lumMod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Delleverance 1</a:t>
            </a:r>
          </a:p>
        </p:txBody>
      </p:sp>
      <p:sp>
        <p:nvSpPr>
          <p:cNvPr id="105" name="Pentagon 104"/>
          <p:cNvSpPr/>
          <p:nvPr/>
        </p:nvSpPr>
        <p:spPr>
          <a:xfrm>
            <a:off x="4186995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Delleverance 2</a:t>
            </a:r>
          </a:p>
        </p:txBody>
      </p:sp>
      <p:sp>
        <p:nvSpPr>
          <p:cNvPr id="106" name="Pentagon 105"/>
          <p:cNvSpPr/>
          <p:nvPr/>
        </p:nvSpPr>
        <p:spPr>
          <a:xfrm>
            <a:off x="3106875" y="-929316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Uddannelse</a:t>
            </a:r>
          </a:p>
        </p:txBody>
      </p:sp>
      <p:sp>
        <p:nvSpPr>
          <p:cNvPr id="107" name="Pentagon 106"/>
          <p:cNvSpPr/>
          <p:nvPr/>
        </p:nvSpPr>
        <p:spPr>
          <a:xfrm>
            <a:off x="6419243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Ophørs-ydelser</a:t>
            </a:r>
          </a:p>
        </p:txBody>
      </p:sp>
      <p:sp>
        <p:nvSpPr>
          <p:cNvPr id="16397" name="Isosceles Triangle 16396"/>
          <p:cNvSpPr/>
          <p:nvPr/>
        </p:nvSpPr>
        <p:spPr>
          <a:xfrm>
            <a:off x="2383557" y="6275274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8" name="Oval 16397"/>
          <p:cNvSpPr/>
          <p:nvPr/>
        </p:nvSpPr>
        <p:spPr>
          <a:xfrm>
            <a:off x="3685034" y="6275274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9" name="5-Point Star 16398"/>
          <p:cNvSpPr>
            <a:spLocks noChangeAspect="1"/>
          </p:cNvSpPr>
          <p:nvPr/>
        </p:nvSpPr>
        <p:spPr>
          <a:xfrm>
            <a:off x="4952603" y="6260333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400" name="Diamond 16399"/>
          <p:cNvSpPr/>
          <p:nvPr/>
        </p:nvSpPr>
        <p:spPr>
          <a:xfrm>
            <a:off x="6252939" y="6257282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1" name="Isosceles Triangle 120"/>
          <p:cNvSpPr/>
          <p:nvPr/>
        </p:nvSpPr>
        <p:spPr>
          <a:xfrm rot="10800000">
            <a:off x="8819260" y="6275274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4" name="Rectangle 83"/>
          <p:cNvSpPr/>
          <p:nvPr/>
        </p:nvSpPr>
        <p:spPr>
          <a:xfrm>
            <a:off x="838622" y="131663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>
                <a:solidFill>
                  <a:schemeClr val="bg2"/>
                </a:solidFill>
              </a:rPr>
              <a:t>Milepæle</a:t>
            </a:r>
          </a:p>
        </p:txBody>
      </p:sp>
      <p:sp>
        <p:nvSpPr>
          <p:cNvPr id="111" name="5-Point Star 110"/>
          <p:cNvSpPr>
            <a:spLocks noChangeAspect="1"/>
          </p:cNvSpPr>
          <p:nvPr/>
        </p:nvSpPr>
        <p:spPr>
          <a:xfrm>
            <a:off x="10099775" y="6260333"/>
            <a:ext cx="193243" cy="173899"/>
          </a:xfrm>
          <a:prstGeom prst="star5">
            <a:avLst/>
          </a:prstGeom>
          <a:solidFill>
            <a:schemeClr val="tx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12" name="Straight Connector 111"/>
          <p:cNvCxnSpPr/>
          <p:nvPr/>
        </p:nvCxnSpPr>
        <p:spPr>
          <a:xfrm>
            <a:off x="803961" y="5269284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817062" y="5248018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>
                <a:solidFill>
                  <a:schemeClr val="bg2"/>
                </a:solidFill>
              </a:rPr>
              <a:t>Kundens </a:t>
            </a:r>
          </a:p>
          <a:p>
            <a:r>
              <a:rPr lang="da-DK" sz="800" dirty="0">
                <a:solidFill>
                  <a:schemeClr val="bg2"/>
                </a:solidFill>
              </a:rPr>
              <a:t>ydelser</a:t>
            </a:r>
          </a:p>
        </p:txBody>
      </p:sp>
      <p:cxnSp>
        <p:nvCxnSpPr>
          <p:cNvPr id="119" name="Straight Connector 118"/>
          <p:cNvCxnSpPr/>
          <p:nvPr/>
        </p:nvCxnSpPr>
        <p:spPr>
          <a:xfrm>
            <a:off x="803961" y="4981252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817062" y="4959986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 err="1">
                <a:solidFill>
                  <a:schemeClr val="bg2"/>
                </a:solidFill>
              </a:rPr>
              <a:t>Governance</a:t>
            </a:r>
            <a:endParaRPr lang="da-DK" sz="800" dirty="0">
              <a:solidFill>
                <a:schemeClr val="bg2"/>
              </a:solidFill>
            </a:endParaRPr>
          </a:p>
        </p:txBody>
      </p:sp>
      <p:cxnSp>
        <p:nvCxnSpPr>
          <p:cNvPr id="131" name="Straight Connector 130"/>
          <p:cNvCxnSpPr/>
          <p:nvPr/>
        </p:nvCxnSpPr>
        <p:spPr>
          <a:xfrm>
            <a:off x="803961" y="4693220"/>
            <a:ext cx="10558462" cy="0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817062" y="4671954"/>
            <a:ext cx="1080120" cy="52277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000" rtlCol="0" anchor="t"/>
          <a:lstStyle/>
          <a:p>
            <a:r>
              <a:rPr lang="da-DK" sz="800" dirty="0">
                <a:solidFill>
                  <a:schemeClr val="bg2"/>
                </a:solidFill>
              </a:rPr>
              <a:t>Optioner</a:t>
            </a:r>
          </a:p>
        </p:txBody>
      </p:sp>
      <p:sp>
        <p:nvSpPr>
          <p:cNvPr id="137" name="Pentagon 136"/>
          <p:cNvSpPr/>
          <p:nvPr/>
        </p:nvSpPr>
        <p:spPr>
          <a:xfrm>
            <a:off x="9731610" y="-883605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 err="1">
                <a:solidFill>
                  <a:schemeClr val="tx1"/>
                </a:solidFill>
              </a:rPr>
              <a:t>Hypercare</a:t>
            </a:r>
            <a:endParaRPr lang="da-DK" sz="800" dirty="0">
              <a:solidFill>
                <a:schemeClr val="tx1"/>
              </a:solidFill>
            </a:endParaRPr>
          </a:p>
        </p:txBody>
      </p:sp>
      <p:sp>
        <p:nvSpPr>
          <p:cNvPr id="138" name="Pentagon 137"/>
          <p:cNvSpPr/>
          <p:nvPr/>
        </p:nvSpPr>
        <p:spPr>
          <a:xfrm>
            <a:off x="8579663" y="-929316"/>
            <a:ext cx="972107" cy="288412"/>
          </a:xfrm>
          <a:prstGeom prst="homePlate">
            <a:avLst>
              <a:gd name="adj" fmla="val 24254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Ophørs-ydelser</a:t>
            </a:r>
          </a:p>
        </p:txBody>
      </p:sp>
      <p:sp>
        <p:nvSpPr>
          <p:cNvPr id="139" name="Pentagon 138"/>
          <p:cNvSpPr/>
          <p:nvPr/>
        </p:nvSpPr>
        <p:spPr>
          <a:xfrm>
            <a:off x="5339122" y="-904861"/>
            <a:ext cx="972107" cy="196989"/>
          </a:xfrm>
          <a:prstGeom prst="homePlate">
            <a:avLst>
              <a:gd name="adj" fmla="val 24254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Én linje</a:t>
            </a:r>
          </a:p>
        </p:txBody>
      </p:sp>
      <p:sp>
        <p:nvSpPr>
          <p:cNvPr id="140" name="Pentagon 139"/>
          <p:cNvSpPr/>
          <p:nvPr/>
        </p:nvSpPr>
        <p:spPr>
          <a:xfrm>
            <a:off x="7508888" y="-1159304"/>
            <a:ext cx="1011263" cy="196989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Én linje</a:t>
            </a:r>
          </a:p>
        </p:txBody>
      </p:sp>
      <p:sp>
        <p:nvSpPr>
          <p:cNvPr id="16391" name="TextBox 16390"/>
          <p:cNvSpPr txBox="1"/>
          <p:nvPr/>
        </p:nvSpPr>
        <p:spPr bwMode="auto">
          <a:xfrm>
            <a:off x="-241498" y="-1250726"/>
            <a:ext cx="936104" cy="23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indent="-25400" algn="l" defTabSz="457200" rtl="0" eaLnBrk="0" fontAlgn="base" latinLnBrk="0" hangingPunct="0">
              <a:lnSpc>
                <a:spcPts val="2163"/>
              </a:lnSpc>
              <a:spcBef>
                <a:spcPct val="0"/>
              </a:spcBef>
              <a:spcAft>
                <a:spcPts val="1500"/>
              </a:spcAft>
              <a:buClrTx/>
              <a:buSzTx/>
              <a:tabLst/>
            </a:pPr>
            <a:r>
              <a:rPr kumimoji="0" lang="da-DK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pitchFamily="-111" charset="-128"/>
                <a:cs typeface="ＭＳ Ｐゴシック" pitchFamily="-111" charset="-128"/>
              </a:rPr>
              <a:t>Primære farver</a:t>
            </a:r>
          </a:p>
        </p:txBody>
      </p:sp>
      <p:sp>
        <p:nvSpPr>
          <p:cNvPr id="145" name="TextBox 144"/>
          <p:cNvSpPr txBox="1"/>
          <p:nvPr/>
        </p:nvSpPr>
        <p:spPr bwMode="auto">
          <a:xfrm>
            <a:off x="-241498" y="-1034702"/>
            <a:ext cx="936104" cy="232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600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 marR="0" indent="-25400" algn="l" defTabSz="457200" rtl="0" eaLnBrk="0" fontAlgn="base" latinLnBrk="0" hangingPunct="0">
              <a:lnSpc>
                <a:spcPts val="2163"/>
              </a:lnSpc>
              <a:spcBef>
                <a:spcPct val="0"/>
              </a:spcBef>
              <a:spcAft>
                <a:spcPts val="1500"/>
              </a:spcAft>
              <a:buClrTx/>
              <a:buSzTx/>
              <a:tabLst/>
            </a:pPr>
            <a:r>
              <a:rPr kumimoji="0" lang="da-DK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/>
                <a:ea typeface="ＭＳ Ｐゴシック" pitchFamily="-111" charset="-128"/>
                <a:cs typeface="ＭＳ Ｐゴシック" pitchFamily="-111" charset="-128"/>
              </a:rPr>
              <a:t>Ekstra farver</a:t>
            </a:r>
          </a:p>
        </p:txBody>
      </p:sp>
      <p:cxnSp>
        <p:nvCxnSpPr>
          <p:cNvPr id="156" name="Straight Connector 155"/>
          <p:cNvCxnSpPr/>
          <p:nvPr/>
        </p:nvCxnSpPr>
        <p:spPr>
          <a:xfrm>
            <a:off x="817062" y="4671954"/>
            <a:ext cx="10558462" cy="0"/>
          </a:xfrm>
          <a:prstGeom prst="line">
            <a:avLst/>
          </a:prstGeom>
          <a:ln w="9525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&quot;No&quot; Symbol 116"/>
          <p:cNvSpPr/>
          <p:nvPr/>
        </p:nvSpPr>
        <p:spPr>
          <a:xfrm>
            <a:off x="7533750" y="6275274"/>
            <a:ext cx="144000" cy="144000"/>
          </a:xfrm>
          <a:prstGeom prst="noSmoking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grpSp>
        <p:nvGrpSpPr>
          <p:cNvPr id="16411" name="Group 16410"/>
          <p:cNvGrpSpPr/>
          <p:nvPr/>
        </p:nvGrpSpPr>
        <p:grpSpPr>
          <a:xfrm>
            <a:off x="1033272" y="189120"/>
            <a:ext cx="1080120" cy="5941715"/>
            <a:chOff x="3934966" y="189120"/>
            <a:chExt cx="1080120" cy="594171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393496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>
                  <a:solidFill>
                    <a:schemeClr val="tx1"/>
                  </a:solidFill>
                </a:rPr>
                <a:t>Kontrakt-indgåelse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28600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>
                  <a:solidFill>
                    <a:schemeClr val="bg2"/>
                  </a:solidFill>
                </a:rPr>
                <a:t>M1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11" name="Group 16410"/>
          <p:cNvGrpSpPr/>
          <p:nvPr/>
        </p:nvGrpSpPr>
        <p:grpSpPr>
          <a:xfrm>
            <a:off x="2621280" y="189120"/>
            <a:ext cx="1080120" cy="5941715"/>
            <a:chOff x="3934966" y="189120"/>
            <a:chExt cx="1080120" cy="594171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393496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>
                  <a:solidFill>
                    <a:schemeClr val="tx1"/>
                  </a:solidFill>
                </a:rPr>
                <a:t>Afklaringsfase godkendt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28600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>
                  <a:solidFill>
                    <a:schemeClr val="bg2"/>
                  </a:solidFill>
                </a:rPr>
                <a:t>M2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11" name="Group 16410"/>
          <p:cNvGrpSpPr/>
          <p:nvPr/>
        </p:nvGrpSpPr>
        <p:grpSpPr>
          <a:xfrm>
            <a:off x="4209288" y="189120"/>
            <a:ext cx="1080120" cy="5941715"/>
            <a:chOff x="3934966" y="189120"/>
            <a:chExt cx="1080120" cy="594171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393496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>
                  <a:solidFill>
                    <a:schemeClr val="tx1"/>
                  </a:solidFill>
                </a:rPr>
                <a:t>Brugertest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28600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>
                  <a:solidFill>
                    <a:schemeClr val="bg2"/>
                  </a:solidFill>
                </a:rPr>
                <a:t>M3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11" name="Group 16410"/>
          <p:cNvGrpSpPr/>
          <p:nvPr/>
        </p:nvGrpSpPr>
        <p:grpSpPr>
          <a:xfrm>
            <a:off x="5797296" y="189120"/>
            <a:ext cx="1080120" cy="5941715"/>
            <a:chOff x="3934966" y="189120"/>
            <a:chExt cx="1080120" cy="594171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393496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>
                  <a:solidFill>
                    <a:schemeClr val="tx1"/>
                  </a:solidFill>
                </a:rPr>
                <a:t>Prøve-konverteringer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28600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>
                  <a:solidFill>
                    <a:schemeClr val="bg2"/>
                  </a:solidFill>
                </a:rPr>
                <a:t>M4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11" name="Group 16410"/>
          <p:cNvGrpSpPr/>
          <p:nvPr/>
        </p:nvGrpSpPr>
        <p:grpSpPr>
          <a:xfrm>
            <a:off x="7385304" y="189120"/>
            <a:ext cx="1080120" cy="5941715"/>
            <a:chOff x="3934966" y="189120"/>
            <a:chExt cx="1080120" cy="594171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393496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>
                  <a:solidFill>
                    <a:schemeClr val="tx1"/>
                  </a:solidFill>
                </a:rPr>
                <a:t>Ibrugtagnings-prøve godkendt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28600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>
                  <a:solidFill>
                    <a:schemeClr val="bg2"/>
                  </a:solidFill>
                </a:rPr>
                <a:t>M5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11" name="Group 16410"/>
          <p:cNvGrpSpPr/>
          <p:nvPr/>
        </p:nvGrpSpPr>
        <p:grpSpPr>
          <a:xfrm>
            <a:off x="8973312" y="189120"/>
            <a:ext cx="1080120" cy="5941715"/>
            <a:chOff x="3934966" y="189120"/>
            <a:chExt cx="1080120" cy="594171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393496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>
                  <a:solidFill>
                    <a:schemeClr val="tx1"/>
                  </a:solidFill>
                </a:rPr>
                <a:t>Driftsprøve godkendt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28600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>
                  <a:solidFill>
                    <a:schemeClr val="bg2"/>
                  </a:solidFill>
                </a:rPr>
                <a:t>M6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16411" name="Group 16410"/>
          <p:cNvGrpSpPr/>
          <p:nvPr/>
        </p:nvGrpSpPr>
        <p:grpSpPr>
          <a:xfrm>
            <a:off x="10561320" y="189120"/>
            <a:ext cx="1080120" cy="5941715"/>
            <a:chOff x="3934966" y="189120"/>
            <a:chExt cx="1080120" cy="5941715"/>
          </a:xfrm>
        </p:grpSpPr>
        <p:cxnSp>
          <p:nvCxnSpPr>
            <p:cNvPr id="51" name="Straight Connector 50"/>
            <p:cNvCxnSpPr/>
            <p:nvPr/>
          </p:nvCxnSpPr>
          <p:spPr>
            <a:xfrm>
              <a:off x="4475026" y="370195"/>
              <a:ext cx="0" cy="5235412"/>
            </a:xfrm>
            <a:prstGeom prst="line">
              <a:avLst/>
            </a:prstGeom>
            <a:ln w="12700">
              <a:solidFill>
                <a:schemeClr val="bg2"/>
              </a:solidFill>
              <a:prstDash val="dash"/>
              <a:headEnd type="none" w="med" len="med"/>
              <a:tailEnd type="arrow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3934966" y="5531342"/>
              <a:ext cx="1080120" cy="599493"/>
            </a:xfrm>
            <a:prstGeom prst="rect">
              <a:avLst/>
            </a:prstGeom>
            <a:noFill/>
            <a:ln>
              <a:noFill/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>
                  <a:solidFill>
                    <a:schemeClr val="tx1"/>
                  </a:solidFill>
                </a:rPr>
                <a:t>Kontrakt-ophør</a:t>
              </a:r>
            </a:p>
          </p:txBody>
        </p:sp>
        <p:sp>
          <p:nvSpPr>
            <p:cNvPr id="3" name="Rectangle 2"/>
            <p:cNvSpPr/>
            <p:nvPr/>
          </p:nvSpPr>
          <p:spPr>
            <a:xfrm>
              <a:off x="4286005" y="189120"/>
              <a:ext cx="378042" cy="16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a-DK" sz="800" dirty="0" err="1">
                  <a:solidFill>
                    <a:schemeClr val="bg2"/>
                  </a:solidFill>
                </a:rPr>
                <a:t>M7</a:t>
              </a:r>
              <a:endParaRPr lang="da-DK" sz="800" dirty="0">
                <a:solidFill>
                  <a:schemeClr val="bg2"/>
                </a:solidFill>
              </a:endParaRPr>
            </a:p>
          </p:txBody>
        </p:sp>
      </p:grpSp>
      <p:sp>
        <p:nvSpPr>
          <p:cNvPr id="78" name="Pentagon 77"/>
          <p:cNvSpPr/>
          <p:nvPr/>
        </p:nvSpPr>
        <p:spPr>
          <a:xfrm>
            <a:off x="1572768" y="420624"/>
            <a:ext cx="1588008" cy="196989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Afklaringsfase</a:t>
            </a:r>
          </a:p>
        </p:txBody>
      </p:sp>
      <p:sp>
        <p:nvSpPr>
          <p:cNvPr id="78" name="Pentagon 77"/>
          <p:cNvSpPr/>
          <p:nvPr/>
        </p:nvSpPr>
        <p:spPr>
          <a:xfrm>
            <a:off x="1572768" y="749808"/>
            <a:ext cx="1588008" cy="196989"/>
          </a:xfrm>
          <a:prstGeom prst="homePlate">
            <a:avLst>
              <a:gd name="adj" fmla="val 24254"/>
            </a:avLst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Kontraktworkshop</a:t>
            </a:r>
          </a:p>
        </p:txBody>
      </p:sp>
      <p:sp>
        <p:nvSpPr>
          <p:cNvPr id="89" name="Pentagon 88"/>
          <p:cNvSpPr/>
          <p:nvPr/>
        </p:nvSpPr>
        <p:spPr>
          <a:xfrm>
            <a:off x="3160776" y="1078992"/>
            <a:ext cx="1588008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Etablering del 1</a:t>
            </a:r>
          </a:p>
        </p:txBody>
      </p:sp>
      <p:sp>
        <p:nvSpPr>
          <p:cNvPr id="89" name="Pentagon 88"/>
          <p:cNvSpPr/>
          <p:nvPr/>
        </p:nvSpPr>
        <p:spPr>
          <a:xfrm>
            <a:off x="4748784" y="1408176"/>
            <a:ext cx="3176016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Etablering del 2</a:t>
            </a:r>
          </a:p>
        </p:txBody>
      </p:sp>
      <p:sp>
        <p:nvSpPr>
          <p:cNvPr id="89" name="Pentagon 88"/>
          <p:cNvSpPr/>
          <p:nvPr/>
        </p:nvSpPr>
        <p:spPr>
          <a:xfrm>
            <a:off x="7924800" y="1737360"/>
            <a:ext cx="1588008" cy="196989"/>
          </a:xfrm>
          <a:prstGeom prst="homePlate">
            <a:avLst>
              <a:gd name="adj" fmla="val 24254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Driftsprøve</a:t>
            </a:r>
          </a:p>
        </p:txBody>
      </p:sp>
      <p:sp>
        <p:nvSpPr>
          <p:cNvPr id="140" name="Pentagon 139"/>
          <p:cNvSpPr/>
          <p:nvPr/>
        </p:nvSpPr>
        <p:spPr>
          <a:xfrm>
            <a:off x="7924800" y="3227832"/>
            <a:ext cx="3176016" cy="196989"/>
          </a:xfrm>
          <a:prstGeom prst="homePlate">
            <a:avLst>
              <a:gd name="adj" fmla="val 24254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Drift, support og vedligeholdelse</a:t>
            </a:r>
          </a:p>
        </p:txBody>
      </p:sp>
      <p:sp>
        <p:nvSpPr>
          <p:cNvPr id="87" name="Pentagon 86"/>
          <p:cNvSpPr/>
          <p:nvPr/>
        </p:nvSpPr>
        <p:spPr>
          <a:xfrm>
            <a:off x="7924800" y="3557015"/>
            <a:ext cx="3176016" cy="196989"/>
          </a:xfrm>
          <a:prstGeom prst="homePlate">
            <a:avLst>
              <a:gd name="adj" fmla="val 24254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Servicevederlag</a:t>
            </a:r>
          </a:p>
        </p:txBody>
      </p:sp>
      <p:sp>
        <p:nvSpPr>
          <p:cNvPr id="91" name="Pentagon 90"/>
          <p:cNvSpPr/>
          <p:nvPr/>
        </p:nvSpPr>
        <p:spPr>
          <a:xfrm>
            <a:off x="1572768" y="4992624"/>
            <a:ext cx="9528048" cy="196989"/>
          </a:xfrm>
          <a:prstGeom prst="homePlate">
            <a:avLst>
              <a:gd name="adj" fmla="val 24254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bg1"/>
                </a:solidFill>
              </a:rPr>
              <a:t>Samarbejdsorganisation (bilag 7)</a:t>
            </a:r>
          </a:p>
        </p:txBody>
      </p:sp>
      <p:sp>
        <p:nvSpPr>
          <p:cNvPr id="107" name="Pentagon 106"/>
          <p:cNvSpPr/>
          <p:nvPr/>
        </p:nvSpPr>
        <p:spPr>
          <a:xfrm>
            <a:off x="1572768" y="5285232"/>
            <a:ext cx="6352032" cy="288412"/>
          </a:xfrm>
          <a:prstGeom prst="homePlate">
            <a:avLst>
              <a:gd name="adj" fmla="val 24254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800" dirty="0">
                <a:solidFill>
                  <a:schemeClr val="tx1"/>
                </a:solidFill>
              </a:rPr>
              <a:t>Kundens ydelser (bilag 3)</a:t>
            </a:r>
          </a:p>
        </p:txBody>
      </p:sp>
      <p:sp>
        <p:nvSpPr>
          <p:cNvPr id="117" name="&quot;No&quot; Symbol 116"/>
          <p:cNvSpPr/>
          <p:nvPr/>
        </p:nvSpPr>
        <p:spPr>
          <a:xfrm>
            <a:off x="3088776" y="2011680"/>
            <a:ext cx="144000" cy="144000"/>
          </a:xfrm>
          <a:prstGeom prst="noSmoking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chemeClr val="tx1"/>
              </a:solidFill>
            </a:endParaRPr>
          </a:p>
        </p:txBody>
      </p:sp>
      <p:sp>
        <p:nvSpPr>
          <p:cNvPr id="16400" name="Diamond 16399"/>
          <p:cNvSpPr/>
          <p:nvPr/>
        </p:nvSpPr>
        <p:spPr>
          <a:xfrm>
            <a:off x="7834800" y="2011680"/>
            <a:ext cx="180000" cy="180000"/>
          </a:xfrm>
          <a:prstGeom prst="diamond">
            <a:avLst/>
          </a:prstGeom>
          <a:solidFill>
            <a:schemeClr val="accent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21" name="Isosceles Triangle 120"/>
          <p:cNvSpPr/>
          <p:nvPr/>
        </p:nvSpPr>
        <p:spPr>
          <a:xfrm rot="10800000">
            <a:off x="7834790" y="2240280"/>
            <a:ext cx="180020" cy="144016"/>
          </a:xfrm>
          <a:prstGeom prst="triangle">
            <a:avLst/>
          </a:prstGeom>
          <a:solidFill>
            <a:schemeClr val="accent3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8" name="Oval 16397"/>
          <p:cNvSpPr/>
          <p:nvPr/>
        </p:nvSpPr>
        <p:spPr>
          <a:xfrm>
            <a:off x="7852792" y="2468880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8" name="Oval 16397"/>
          <p:cNvSpPr/>
          <p:nvPr/>
        </p:nvSpPr>
        <p:spPr>
          <a:xfrm>
            <a:off x="9440800" y="2011680"/>
            <a:ext cx="144016" cy="144016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9" name="5-Point Star 16398"/>
          <p:cNvSpPr>
            <a:spLocks noChangeAspect="1"/>
          </p:cNvSpPr>
          <p:nvPr/>
        </p:nvSpPr>
        <p:spPr>
          <a:xfrm>
            <a:off x="7828179" y="2697480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9" name="5-Point Star 16398"/>
          <p:cNvSpPr>
            <a:spLocks noChangeAspect="1"/>
          </p:cNvSpPr>
          <p:nvPr/>
        </p:nvSpPr>
        <p:spPr>
          <a:xfrm>
            <a:off x="9416187" y="2240280"/>
            <a:ext cx="193243" cy="173899"/>
          </a:xfrm>
          <a:prstGeom prst="star5">
            <a:avLst/>
          </a:prstGeom>
          <a:solidFill>
            <a:schemeClr val="tx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7" name="Isosceles Triangle 16396"/>
          <p:cNvSpPr/>
          <p:nvPr/>
        </p:nvSpPr>
        <p:spPr>
          <a:xfrm>
            <a:off x="3070766" y="2240280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7" name="Isosceles Triangle 16396"/>
          <p:cNvSpPr/>
          <p:nvPr/>
        </p:nvSpPr>
        <p:spPr>
          <a:xfrm>
            <a:off x="8090822" y="2011680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397" name="Isosceles Triangle 16396"/>
          <p:cNvSpPr/>
          <p:nvPr/>
        </p:nvSpPr>
        <p:spPr>
          <a:xfrm>
            <a:off x="9422798" y="2468880"/>
            <a:ext cx="180020" cy="144016"/>
          </a:xfrm>
          <a:prstGeom prst="triangle">
            <a:avLst/>
          </a:prstGeom>
          <a:solidFill>
            <a:schemeClr val="accent4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heme/theme1.xml><?xml version="1.0" encoding="utf-8"?>
<a:theme xmlns:a="http://schemas.openxmlformats.org/drawingml/2006/main" name="Ramboll Basic template">
  <a:themeElements>
    <a:clrScheme name="Ramboll">
      <a:dk1>
        <a:srgbClr val="000000"/>
      </a:dk1>
      <a:lt1>
        <a:srgbClr val="FFFFFF"/>
      </a:lt1>
      <a:dk2>
        <a:srgbClr val="009DE0"/>
      </a:dk2>
      <a:lt2>
        <a:srgbClr val="797766"/>
      </a:lt2>
      <a:accent1>
        <a:srgbClr val="A7D3F5"/>
      </a:accent1>
      <a:accent2>
        <a:srgbClr val="5CA551"/>
      </a:accent2>
      <a:accent3>
        <a:srgbClr val="A1C23D"/>
      </a:accent3>
      <a:accent4>
        <a:srgbClr val="C40079"/>
      </a:accent4>
      <a:accent5>
        <a:srgbClr val="C63418"/>
      </a:accent5>
      <a:accent6>
        <a:srgbClr val="D0CFC5"/>
      </a:accent6>
      <a:hlink>
        <a:srgbClr val="009DE0"/>
      </a:hlink>
      <a:folHlink>
        <a:srgbClr val="9DD3F5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 w="9525">
          <a:noFill/>
          <a:miter lim="800000"/>
          <a:headEnd/>
          <a:tailEnd/>
        </a:ln>
        <a:effectLst/>
      </a:spPr>
      <a:bodyPr vert="horz" wrap="square" lIns="36000" tIns="0" rIns="0" bIns="0" numCol="1" anchor="t" anchorCtr="0" compatLnSpc="1">
        <a:prstTxWarp prst="textNoShape">
          <a:avLst/>
        </a:prstTxWarp>
      </a:bodyPr>
      <a:lstStyle>
        <a:defPPr marL="12700" marR="0" indent="-25400" algn="l" defTabSz="457200" rtl="0" eaLnBrk="0" fontAlgn="base" latinLnBrk="0" hangingPunct="0">
          <a:lnSpc>
            <a:spcPts val="2163"/>
          </a:lnSpc>
          <a:spcBef>
            <a:spcPct val="0"/>
          </a:spcBef>
          <a:spcAft>
            <a:spcPts val="1500"/>
          </a:spcAft>
          <a:buClrTx/>
          <a:buSzTx/>
          <a:tabLst/>
          <a:defRPr kumimoji="0" sz="1800" b="0" i="0" u="none" strike="noStrike" kern="1200" cap="none" spc="0" normalizeH="0" baseline="0" noProof="0" dirty="0" smtClean="0">
            <a:ln>
              <a:noFill/>
            </a:ln>
            <a:solidFill>
              <a:schemeClr val="tx1"/>
            </a:solidFill>
            <a:effectLst/>
            <a:uLnTx/>
            <a:uFillTx/>
            <a:latin typeface="Verdana"/>
            <a:ea typeface="ＭＳ Ｐゴシック" pitchFamily="-111" charset="-128"/>
            <a:cs typeface="ＭＳ Ｐゴシック" pitchFamily="-111" charset="-128"/>
          </a:defRPr>
        </a:defPPr>
      </a:lstStyle>
    </a:txDef>
  </a:objectDefaults>
  <a:extraClrSchemeLst>
    <a:extraClrScheme>
      <a:clrScheme name="Ramboll 1">
        <a:dk1>
          <a:srgbClr val="000000"/>
        </a:dk1>
        <a:lt1>
          <a:srgbClr val="009DE0"/>
        </a:lt1>
        <a:dk2>
          <a:srgbClr val="797766"/>
        </a:dk2>
        <a:lt2>
          <a:srgbClr val="FFFFFF"/>
        </a:lt2>
        <a:accent1>
          <a:srgbClr val="9DD3F5"/>
        </a:accent1>
        <a:accent2>
          <a:srgbClr val="5CA551"/>
        </a:accent2>
        <a:accent3>
          <a:srgbClr val="AACCED"/>
        </a:accent3>
        <a:accent4>
          <a:srgbClr val="000000"/>
        </a:accent4>
        <a:accent5>
          <a:srgbClr val="CCE6F9"/>
        </a:accent5>
        <a:accent6>
          <a:srgbClr val="539549"/>
        </a:accent6>
        <a:hlink>
          <a:srgbClr val="009DE0"/>
        </a:hlink>
        <a:folHlink>
          <a:srgbClr val="7977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mboll 2">
        <a:dk1>
          <a:srgbClr val="000000"/>
        </a:dk1>
        <a:lt1>
          <a:srgbClr val="FFFFFF"/>
        </a:lt1>
        <a:dk2>
          <a:srgbClr val="009DE0"/>
        </a:dk2>
        <a:lt2>
          <a:srgbClr val="797766"/>
        </a:lt2>
        <a:accent1>
          <a:srgbClr val="9DD3F5"/>
        </a:accent1>
        <a:accent2>
          <a:srgbClr val="5CA551"/>
        </a:accent2>
        <a:accent3>
          <a:srgbClr val="FFFFFF"/>
        </a:accent3>
        <a:accent4>
          <a:srgbClr val="000000"/>
        </a:accent4>
        <a:accent5>
          <a:srgbClr val="CCE6F9"/>
        </a:accent5>
        <a:accent6>
          <a:srgbClr val="539549"/>
        </a:accent6>
        <a:hlink>
          <a:srgbClr val="009DE0"/>
        </a:hlink>
        <a:folHlink>
          <a:srgbClr val="7977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amboll 3">
        <a:dk1>
          <a:srgbClr val="000000"/>
        </a:dk1>
        <a:lt1>
          <a:srgbClr val="FFFFFF"/>
        </a:lt1>
        <a:dk2>
          <a:srgbClr val="009DE0"/>
        </a:dk2>
        <a:lt2>
          <a:srgbClr val="797766"/>
        </a:lt2>
        <a:accent1>
          <a:srgbClr val="D0D0C9"/>
        </a:accent1>
        <a:accent2>
          <a:srgbClr val="5CA551"/>
        </a:accent2>
        <a:accent3>
          <a:srgbClr val="FFFFFF"/>
        </a:accent3>
        <a:accent4>
          <a:srgbClr val="000000"/>
        </a:accent4>
        <a:accent5>
          <a:srgbClr val="E4E4E1"/>
        </a:accent5>
        <a:accent6>
          <a:srgbClr val="539549"/>
        </a:accent6>
        <a:hlink>
          <a:srgbClr val="009DE0"/>
        </a:hlink>
        <a:folHlink>
          <a:srgbClr val="9DD3F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Ramboll Basic template.potx" id="{568CD422-14A3-45EB-8805-C3CD6C93EF47}" vid="{EA1E40D6-BAA1-4BF4-8471-B2A0B4991E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3926</TotalTime>
  <Words>632</Words>
  <Application>Microsoft Office PowerPoint</Application>
  <PresentationFormat>Custom</PresentationFormat>
  <Paragraphs>183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Verdana</vt:lpstr>
      <vt:lpstr>Ramboll Basic template</vt:lpstr>
      <vt:lpstr>Om templaten</vt:lpstr>
      <vt:lpstr>kontraktens blueprint (template – med delleverancer)</vt:lpstr>
      <vt:lpstr>kontraktens blueprint (template – med delleverancer)</vt:lpstr>
    </vt:vector>
  </TitlesOfParts>
  <Company>Ramboll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Ramboll</dc:creator>
  <cp:lastModifiedBy>Birger Kidmose</cp:lastModifiedBy>
  <cp:revision>89</cp:revision>
  <cp:lastPrinted>2016-11-15T15:01:37Z</cp:lastPrinted>
  <dcterms:created xsi:type="dcterms:W3CDTF">2012-10-04T12:05:48Z</dcterms:created>
  <dcterms:modified xsi:type="dcterms:W3CDTF">2026-09-23T06:23:55Z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www.skabelondesign.com</vt:lpwstr>
  </property>
  <property fmtid="{D5CDD505-2E9C-101B-9397-08002B2CF9AE}" pid="3" name="SD_ArtworkDefinition">
    <vt:lpwstr>Ramboll</vt:lpwstr>
  </property>
  <property fmtid="{D5CDD505-2E9C-101B-9397-08002B2CF9AE}" pid="4" name="SD_CtlText_LogoSelector">
    <vt:lpwstr>Ramboll</vt:lpwstr>
  </property>
  <property fmtid="{D5CDD505-2E9C-101B-9397-08002B2CF9AE}" pid="5" name="SD_DocumentLanguageString">
    <vt:lpwstr>English (UK)</vt:lpwstr>
  </property>
  <property fmtid="{D5CDD505-2E9C-101B-9397-08002B2CF9AE}" pid="6" name="SD_DocumentLanguage">
    <vt:lpwstr>en-GB</vt:lpwstr>
  </property>
  <property fmtid="{D5CDD505-2E9C-101B-9397-08002B2CF9AE}" pid="7" name="sdDocumentDateFormat">
    <vt:lpwstr>en-GB:dd/MM/yyyy</vt:lpwstr>
  </property>
  <property fmtid="{D5CDD505-2E9C-101B-9397-08002B2CF9AE}" pid="8" name="SD_CtlText_UserProfiles_Date">
    <vt:lpwstr/>
  </property>
  <property fmtid="{D5CDD505-2E9C-101B-9397-08002B2CF9AE}" pid="9" name="SD_CtlText_UserProfiles_Name">
    <vt:lpwstr/>
  </property>
  <property fmtid="{D5CDD505-2E9C-101B-9397-08002B2CF9AE}" pid="10" name="SD_UserprofileName">
    <vt:lpwstr/>
  </property>
  <property fmtid="{D5CDD505-2E9C-101B-9397-08002B2CF9AE}" pid="11" name="DocumentInfoFinished">
    <vt:lpwstr>True</vt:lpwstr>
  </property>
</Properties>
</file>