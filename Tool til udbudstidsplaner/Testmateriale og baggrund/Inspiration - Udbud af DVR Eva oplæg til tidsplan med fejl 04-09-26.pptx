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607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DA7F2-A3FE-1393-6FC6-EE6CE02FF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EC2FE84-C785-0E19-053F-E7F55C0AB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FF818ED-7B96-56AD-51C4-B558E6F8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1543542-244E-08B3-2FE1-8E40B1B62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599DFB4-B169-0810-48F3-022AC39E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1703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8CFC1E-24D5-F5C4-671A-62C8FA90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A4AAD3E-EB9F-DBBB-BF8B-72E753906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778572E-8615-82AB-83D0-E580E436E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2FA83F2-4825-F171-4CAA-686D5944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69E749E-4F9C-CF3C-FE2B-0E986FA0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422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981FE1-FA8E-4ED0-A8CF-EB3F280D8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99EF7E1-1535-3CD3-A197-D2E25521D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CA1BB54-4137-7906-DD93-EB9D8BF4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3286E4D-80E5-C10F-52A1-60EE3A9C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FC82D8B-ED16-F705-B4D1-B5762753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714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78274A-68E1-237A-D2D6-DF42174E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76531D2-D652-CA8B-0BC0-51E015312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E9AC15F-F526-CF58-E675-3AEC2B99E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731342B-043B-8D0C-7C0E-C19A7AF1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C5D2272-BC5E-281F-2D68-0F5D17185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4979DEA-7442-6311-E8E5-AED665F7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561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91463A-3F05-F17F-6A16-A1804DA51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1487EEB-E581-1EDE-AB93-E1B66A845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620FDCE-CF82-A57B-6185-2988E65C2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E0394C9E-C3D0-B973-5C8B-C86DBAC33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0C888BAE-62CC-3BE4-1F0A-C79AAADDA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003D61D0-8F0F-BEA8-FF8E-DDBD36C7D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4005A9FE-F44C-2E53-3B5A-B9EE1ED0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A189614-2A93-6530-0306-A64003DA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838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D49105-8863-F400-9299-17161E2D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92E6B9A-D8F1-4FE9-530E-5915118E9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CBAC3E3-880B-A0C0-8AAC-1F6EF8AB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83D6A3E-ACAE-9ECD-45B0-0C235389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658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25BD366-B999-1F67-69A7-B373A96B6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D1D1B059-5A65-392C-3D60-ADE42D75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88A643A-E328-7183-F5A0-15A4A9BC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14074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8A2E6B-BF8F-676F-7078-A12C2D62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61C4815-5037-0A9C-B5F0-A40E0709D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994107D-7E59-8F8A-9FEF-AB7B3E577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696AAA6-7301-A1E5-82B3-2140EB71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B60F2BF-B5C3-8D03-75BA-09CACEB4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E443F4E-DEF5-B7B5-D8D7-F088080A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1001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3ECC5-E2B0-1D6A-598A-5578CA3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39001B6-BB48-3E65-E22A-7B0EFEDA6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63E8997-A351-BA96-FCE7-1BC1D7807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7278D40-42AA-F59D-C46A-FE351050F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74A6218-7B92-508A-2E30-C4531042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7F72C82-4CA5-C270-04A2-86D7244F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323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357B71-BEE2-C906-5227-4CB035E97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8D55629-C74E-5AA0-6028-FA08ACF3A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C0D9C71-3A5B-013F-B560-A1D72B15B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4698272-EC0B-1C2C-9BC2-16EC5B23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8AC81B8-B56C-9B5A-6F58-2C0AC013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7854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4526FB4-50B2-C5C5-CC5F-A00C56A33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7F324590-856E-54F9-B961-580A7297C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B1A9D36-CDCB-97BC-4A7D-C328ADEE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D26D012-3BA2-EAD9-48EB-A794FAF17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D40F4D7-BCC2-1D58-67B4-339815A6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907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89302989-903C-5098-A0F5-5437A0435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F95EF3C-8B0C-3BDE-6590-479BFAC23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28FD19A-3773-64C4-41F8-90A036836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48E78-CA5E-49CA-990F-924E34AD840B}" type="datetimeFigureOut">
              <a:rPr lang="da-DK" smtClean="0"/>
              <a:t>04-09-2026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58E877B-5140-70B8-F844-F9C4F2603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478B876-F55C-27EE-399E-2F6CA3CCA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109FE-7967-4E63-9A64-613759F1806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594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99" Type="http://schemas.openxmlformats.org/officeDocument/2006/relationships/tags" Target="../tags/tag299.xml"/><Relationship Id="rId21" Type="http://schemas.openxmlformats.org/officeDocument/2006/relationships/tags" Target="../tags/tag21.xml"/><Relationship Id="rId63" Type="http://schemas.openxmlformats.org/officeDocument/2006/relationships/tags" Target="../tags/tag63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226" Type="http://schemas.openxmlformats.org/officeDocument/2006/relationships/tags" Target="../tags/tag226.xml"/><Relationship Id="rId268" Type="http://schemas.openxmlformats.org/officeDocument/2006/relationships/tags" Target="../tags/tag268.xml"/><Relationship Id="rId32" Type="http://schemas.openxmlformats.org/officeDocument/2006/relationships/tags" Target="../tags/tag32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5" Type="http://schemas.openxmlformats.org/officeDocument/2006/relationships/tags" Target="../tags/tag5.xml"/><Relationship Id="rId181" Type="http://schemas.openxmlformats.org/officeDocument/2006/relationships/tags" Target="../tags/tag181.xml"/><Relationship Id="rId237" Type="http://schemas.openxmlformats.org/officeDocument/2006/relationships/tags" Target="../tags/tag237.xml"/><Relationship Id="rId279" Type="http://schemas.openxmlformats.org/officeDocument/2006/relationships/tags" Target="../tags/tag279.xml"/><Relationship Id="rId43" Type="http://schemas.openxmlformats.org/officeDocument/2006/relationships/tags" Target="../tags/tag43.xml"/><Relationship Id="rId139" Type="http://schemas.openxmlformats.org/officeDocument/2006/relationships/tags" Target="../tags/tag139.xml"/><Relationship Id="rId290" Type="http://schemas.openxmlformats.org/officeDocument/2006/relationships/tags" Target="../tags/tag290.xml"/><Relationship Id="rId304" Type="http://schemas.openxmlformats.org/officeDocument/2006/relationships/tags" Target="../tags/tag304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92" Type="http://schemas.openxmlformats.org/officeDocument/2006/relationships/tags" Target="../tags/tag192.xml"/><Relationship Id="rId206" Type="http://schemas.openxmlformats.org/officeDocument/2006/relationships/tags" Target="../tags/tag206.xml"/><Relationship Id="rId248" Type="http://schemas.openxmlformats.org/officeDocument/2006/relationships/tags" Target="../tags/tag248.xml"/><Relationship Id="rId12" Type="http://schemas.openxmlformats.org/officeDocument/2006/relationships/tags" Target="../tags/tag12.xml"/><Relationship Id="rId108" Type="http://schemas.openxmlformats.org/officeDocument/2006/relationships/tags" Target="../tags/tag108.xml"/><Relationship Id="rId315" Type="http://schemas.openxmlformats.org/officeDocument/2006/relationships/slideLayout" Target="../slideLayouts/slideLayout7.xml"/><Relationship Id="rId54" Type="http://schemas.openxmlformats.org/officeDocument/2006/relationships/tags" Target="../tags/tag54.xml"/><Relationship Id="rId96" Type="http://schemas.openxmlformats.org/officeDocument/2006/relationships/tags" Target="../tags/tag96.xml"/><Relationship Id="rId161" Type="http://schemas.openxmlformats.org/officeDocument/2006/relationships/tags" Target="../tags/tag161.xml"/><Relationship Id="rId217" Type="http://schemas.openxmlformats.org/officeDocument/2006/relationships/tags" Target="../tags/tag217.xml"/><Relationship Id="rId259" Type="http://schemas.openxmlformats.org/officeDocument/2006/relationships/tags" Target="../tags/tag259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270" Type="http://schemas.openxmlformats.org/officeDocument/2006/relationships/tags" Target="../tags/tag270.xml"/><Relationship Id="rId65" Type="http://schemas.openxmlformats.org/officeDocument/2006/relationships/tags" Target="../tags/tag65.xml"/><Relationship Id="rId130" Type="http://schemas.openxmlformats.org/officeDocument/2006/relationships/tags" Target="../tags/tag130.xml"/><Relationship Id="rId172" Type="http://schemas.openxmlformats.org/officeDocument/2006/relationships/tags" Target="../tags/tag172.xml"/><Relationship Id="rId193" Type="http://schemas.openxmlformats.org/officeDocument/2006/relationships/tags" Target="../tags/tag193.xml"/><Relationship Id="rId207" Type="http://schemas.openxmlformats.org/officeDocument/2006/relationships/tags" Target="../tags/tag207.xml"/><Relationship Id="rId228" Type="http://schemas.openxmlformats.org/officeDocument/2006/relationships/tags" Target="../tags/tag228.xml"/><Relationship Id="rId249" Type="http://schemas.openxmlformats.org/officeDocument/2006/relationships/tags" Target="../tags/tag249.xml"/><Relationship Id="rId13" Type="http://schemas.openxmlformats.org/officeDocument/2006/relationships/tags" Target="../tags/tag13.xml"/><Relationship Id="rId109" Type="http://schemas.openxmlformats.org/officeDocument/2006/relationships/tags" Target="../tags/tag109.xml"/><Relationship Id="rId260" Type="http://schemas.openxmlformats.org/officeDocument/2006/relationships/tags" Target="../tags/tag260.xml"/><Relationship Id="rId281" Type="http://schemas.openxmlformats.org/officeDocument/2006/relationships/tags" Target="../tags/tag281.xml"/><Relationship Id="rId34" Type="http://schemas.openxmlformats.org/officeDocument/2006/relationships/tags" Target="../tags/tag34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20" Type="http://schemas.openxmlformats.org/officeDocument/2006/relationships/tags" Target="../tags/tag120.xml"/><Relationship Id="rId141" Type="http://schemas.openxmlformats.org/officeDocument/2006/relationships/tags" Target="../tags/tag141.xml"/><Relationship Id="rId7" Type="http://schemas.openxmlformats.org/officeDocument/2006/relationships/tags" Target="../tags/tag7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18" Type="http://schemas.openxmlformats.org/officeDocument/2006/relationships/tags" Target="../tags/tag218.xml"/><Relationship Id="rId239" Type="http://schemas.openxmlformats.org/officeDocument/2006/relationships/tags" Target="../tags/tag239.xml"/><Relationship Id="rId250" Type="http://schemas.openxmlformats.org/officeDocument/2006/relationships/tags" Target="../tags/tag250.xml"/><Relationship Id="rId271" Type="http://schemas.openxmlformats.org/officeDocument/2006/relationships/tags" Target="../tags/tag271.xml"/><Relationship Id="rId292" Type="http://schemas.openxmlformats.org/officeDocument/2006/relationships/tags" Target="../tags/tag292.xml"/><Relationship Id="rId306" Type="http://schemas.openxmlformats.org/officeDocument/2006/relationships/tags" Target="../tags/tag306.xml"/><Relationship Id="rId24" Type="http://schemas.openxmlformats.org/officeDocument/2006/relationships/tags" Target="../tags/tag24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31" Type="http://schemas.openxmlformats.org/officeDocument/2006/relationships/tags" Target="../tags/tag131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4" Type="http://schemas.openxmlformats.org/officeDocument/2006/relationships/tags" Target="../tags/tag194.xml"/><Relationship Id="rId208" Type="http://schemas.openxmlformats.org/officeDocument/2006/relationships/tags" Target="../tags/tag208.xml"/><Relationship Id="rId229" Type="http://schemas.openxmlformats.org/officeDocument/2006/relationships/tags" Target="../tags/tag229.xml"/><Relationship Id="rId240" Type="http://schemas.openxmlformats.org/officeDocument/2006/relationships/tags" Target="../tags/tag240.xml"/><Relationship Id="rId261" Type="http://schemas.openxmlformats.org/officeDocument/2006/relationships/tags" Target="../tags/tag261.xml"/><Relationship Id="rId14" Type="http://schemas.openxmlformats.org/officeDocument/2006/relationships/tags" Target="../tags/tag14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282" Type="http://schemas.openxmlformats.org/officeDocument/2006/relationships/tags" Target="../tags/tag282.xml"/><Relationship Id="rId8" Type="http://schemas.openxmlformats.org/officeDocument/2006/relationships/tags" Target="../tags/tag8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219" Type="http://schemas.openxmlformats.org/officeDocument/2006/relationships/tags" Target="../tags/tag219.xml"/><Relationship Id="rId230" Type="http://schemas.openxmlformats.org/officeDocument/2006/relationships/tags" Target="../tags/tag230.xml"/><Relationship Id="rId251" Type="http://schemas.openxmlformats.org/officeDocument/2006/relationships/tags" Target="../tags/tag251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272" Type="http://schemas.openxmlformats.org/officeDocument/2006/relationships/tags" Target="../tags/tag272.xml"/><Relationship Id="rId293" Type="http://schemas.openxmlformats.org/officeDocument/2006/relationships/tags" Target="../tags/tag293.xml"/><Relationship Id="rId307" Type="http://schemas.openxmlformats.org/officeDocument/2006/relationships/tags" Target="../tags/tag307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95" Type="http://schemas.openxmlformats.org/officeDocument/2006/relationships/tags" Target="../tags/tag195.xml"/><Relationship Id="rId209" Type="http://schemas.openxmlformats.org/officeDocument/2006/relationships/tags" Target="../tags/tag209.xml"/><Relationship Id="rId220" Type="http://schemas.openxmlformats.org/officeDocument/2006/relationships/tags" Target="../tags/tag220.xml"/><Relationship Id="rId241" Type="http://schemas.openxmlformats.org/officeDocument/2006/relationships/tags" Target="../tags/tag241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262" Type="http://schemas.openxmlformats.org/officeDocument/2006/relationships/tags" Target="../tags/tag262.xml"/><Relationship Id="rId283" Type="http://schemas.openxmlformats.org/officeDocument/2006/relationships/tags" Target="../tags/tag283.xml"/><Relationship Id="rId78" Type="http://schemas.openxmlformats.org/officeDocument/2006/relationships/tags" Target="../tags/tag78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64" Type="http://schemas.openxmlformats.org/officeDocument/2006/relationships/tags" Target="../tags/tag164.xml"/><Relationship Id="rId185" Type="http://schemas.openxmlformats.org/officeDocument/2006/relationships/tags" Target="../tags/tag185.xml"/><Relationship Id="rId9" Type="http://schemas.openxmlformats.org/officeDocument/2006/relationships/tags" Target="../tags/tag9.xml"/><Relationship Id="rId210" Type="http://schemas.openxmlformats.org/officeDocument/2006/relationships/tags" Target="../tags/tag210.xml"/><Relationship Id="rId26" Type="http://schemas.openxmlformats.org/officeDocument/2006/relationships/tags" Target="../tags/tag26.xml"/><Relationship Id="rId231" Type="http://schemas.openxmlformats.org/officeDocument/2006/relationships/tags" Target="../tags/tag231.xml"/><Relationship Id="rId252" Type="http://schemas.openxmlformats.org/officeDocument/2006/relationships/tags" Target="../tags/tag252.xml"/><Relationship Id="rId273" Type="http://schemas.openxmlformats.org/officeDocument/2006/relationships/tags" Target="../tags/tag273.xml"/><Relationship Id="rId294" Type="http://schemas.openxmlformats.org/officeDocument/2006/relationships/tags" Target="../tags/tag294.xml"/><Relationship Id="rId308" Type="http://schemas.openxmlformats.org/officeDocument/2006/relationships/tags" Target="../tags/tag308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96" Type="http://schemas.openxmlformats.org/officeDocument/2006/relationships/tags" Target="../tags/tag196.xml"/><Relationship Id="rId200" Type="http://schemas.openxmlformats.org/officeDocument/2006/relationships/tags" Target="../tags/tag200.xml"/><Relationship Id="rId16" Type="http://schemas.openxmlformats.org/officeDocument/2006/relationships/tags" Target="../tags/tag16.xml"/><Relationship Id="rId221" Type="http://schemas.openxmlformats.org/officeDocument/2006/relationships/tags" Target="../tags/tag221.xml"/><Relationship Id="rId242" Type="http://schemas.openxmlformats.org/officeDocument/2006/relationships/tags" Target="../tags/tag242.xml"/><Relationship Id="rId263" Type="http://schemas.openxmlformats.org/officeDocument/2006/relationships/tags" Target="../tags/tag263.xml"/><Relationship Id="rId284" Type="http://schemas.openxmlformats.org/officeDocument/2006/relationships/tags" Target="../tags/tag284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11" Type="http://schemas.openxmlformats.org/officeDocument/2006/relationships/tags" Target="../tags/tag211.xml"/><Relationship Id="rId232" Type="http://schemas.openxmlformats.org/officeDocument/2006/relationships/tags" Target="../tags/tag232.xml"/><Relationship Id="rId253" Type="http://schemas.openxmlformats.org/officeDocument/2006/relationships/tags" Target="../tags/tag253.xml"/><Relationship Id="rId274" Type="http://schemas.openxmlformats.org/officeDocument/2006/relationships/tags" Target="../tags/tag274.xml"/><Relationship Id="rId295" Type="http://schemas.openxmlformats.org/officeDocument/2006/relationships/tags" Target="../tags/tag295.xml"/><Relationship Id="rId309" Type="http://schemas.openxmlformats.org/officeDocument/2006/relationships/tags" Target="../tags/tag309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97" Type="http://schemas.openxmlformats.org/officeDocument/2006/relationships/tags" Target="../tags/tag197.xml"/><Relationship Id="rId201" Type="http://schemas.openxmlformats.org/officeDocument/2006/relationships/tags" Target="../tags/tag201.xml"/><Relationship Id="rId222" Type="http://schemas.openxmlformats.org/officeDocument/2006/relationships/tags" Target="../tags/tag222.xml"/><Relationship Id="rId243" Type="http://schemas.openxmlformats.org/officeDocument/2006/relationships/tags" Target="../tags/tag243.xml"/><Relationship Id="rId264" Type="http://schemas.openxmlformats.org/officeDocument/2006/relationships/tags" Target="../tags/tag264.xml"/><Relationship Id="rId285" Type="http://schemas.openxmlformats.org/officeDocument/2006/relationships/tags" Target="../tags/tag285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310" Type="http://schemas.openxmlformats.org/officeDocument/2006/relationships/tags" Target="../tags/tag310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1" Type="http://schemas.openxmlformats.org/officeDocument/2006/relationships/tags" Target="../tags/tag1.xml"/><Relationship Id="rId212" Type="http://schemas.openxmlformats.org/officeDocument/2006/relationships/tags" Target="../tags/tag212.xml"/><Relationship Id="rId233" Type="http://schemas.openxmlformats.org/officeDocument/2006/relationships/tags" Target="../tags/tag233.xml"/><Relationship Id="rId254" Type="http://schemas.openxmlformats.org/officeDocument/2006/relationships/tags" Target="../tags/tag254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275" Type="http://schemas.openxmlformats.org/officeDocument/2006/relationships/tags" Target="../tags/tag275.xml"/><Relationship Id="rId296" Type="http://schemas.openxmlformats.org/officeDocument/2006/relationships/tags" Target="../tags/tag296.xml"/><Relationship Id="rId300" Type="http://schemas.openxmlformats.org/officeDocument/2006/relationships/tags" Target="../tags/tag300.xml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Relationship Id="rId198" Type="http://schemas.openxmlformats.org/officeDocument/2006/relationships/tags" Target="../tags/tag198.xml"/><Relationship Id="rId202" Type="http://schemas.openxmlformats.org/officeDocument/2006/relationships/tags" Target="../tags/tag202.xml"/><Relationship Id="rId223" Type="http://schemas.openxmlformats.org/officeDocument/2006/relationships/tags" Target="../tags/tag223.xml"/><Relationship Id="rId244" Type="http://schemas.openxmlformats.org/officeDocument/2006/relationships/tags" Target="../tags/tag244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265" Type="http://schemas.openxmlformats.org/officeDocument/2006/relationships/tags" Target="../tags/tag265.xml"/><Relationship Id="rId286" Type="http://schemas.openxmlformats.org/officeDocument/2006/relationships/tags" Target="../tags/tag286.xml"/><Relationship Id="rId50" Type="http://schemas.openxmlformats.org/officeDocument/2006/relationships/tags" Target="../tags/tag50.xml"/><Relationship Id="rId104" Type="http://schemas.openxmlformats.org/officeDocument/2006/relationships/tags" Target="../tags/tag104.xml"/><Relationship Id="rId125" Type="http://schemas.openxmlformats.org/officeDocument/2006/relationships/tags" Target="../tags/tag125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tags" Target="../tags/tag188.xml"/><Relationship Id="rId311" Type="http://schemas.openxmlformats.org/officeDocument/2006/relationships/tags" Target="../tags/tag311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13" Type="http://schemas.openxmlformats.org/officeDocument/2006/relationships/tags" Target="../tags/tag213.xml"/><Relationship Id="rId234" Type="http://schemas.openxmlformats.org/officeDocument/2006/relationships/tags" Target="../tags/tag234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55" Type="http://schemas.openxmlformats.org/officeDocument/2006/relationships/tags" Target="../tags/tag255.xml"/><Relationship Id="rId276" Type="http://schemas.openxmlformats.org/officeDocument/2006/relationships/tags" Target="../tags/tag276.xml"/><Relationship Id="rId297" Type="http://schemas.openxmlformats.org/officeDocument/2006/relationships/tags" Target="../tags/tag297.xml"/><Relationship Id="rId40" Type="http://schemas.openxmlformats.org/officeDocument/2006/relationships/tags" Target="../tags/tag40.xml"/><Relationship Id="rId115" Type="http://schemas.openxmlformats.org/officeDocument/2006/relationships/tags" Target="../tags/tag115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301" Type="http://schemas.openxmlformats.org/officeDocument/2006/relationships/tags" Target="../tags/tag301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9" Type="http://schemas.openxmlformats.org/officeDocument/2006/relationships/tags" Target="../tags/tag199.xml"/><Relationship Id="rId203" Type="http://schemas.openxmlformats.org/officeDocument/2006/relationships/tags" Target="../tags/tag203.xml"/><Relationship Id="rId19" Type="http://schemas.openxmlformats.org/officeDocument/2006/relationships/tags" Target="../tags/tag19.xml"/><Relationship Id="rId224" Type="http://schemas.openxmlformats.org/officeDocument/2006/relationships/tags" Target="../tags/tag224.xml"/><Relationship Id="rId245" Type="http://schemas.openxmlformats.org/officeDocument/2006/relationships/tags" Target="../tags/tag245.xml"/><Relationship Id="rId266" Type="http://schemas.openxmlformats.org/officeDocument/2006/relationships/tags" Target="../tags/tag266.xml"/><Relationship Id="rId287" Type="http://schemas.openxmlformats.org/officeDocument/2006/relationships/tags" Target="../tags/tag287.xml"/><Relationship Id="rId30" Type="http://schemas.openxmlformats.org/officeDocument/2006/relationships/tags" Target="../tags/tag3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312" Type="http://schemas.openxmlformats.org/officeDocument/2006/relationships/tags" Target="../tags/tag312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189" Type="http://schemas.openxmlformats.org/officeDocument/2006/relationships/tags" Target="../tags/tag189.xml"/><Relationship Id="rId3" Type="http://schemas.openxmlformats.org/officeDocument/2006/relationships/tags" Target="../tags/tag3.xml"/><Relationship Id="rId214" Type="http://schemas.openxmlformats.org/officeDocument/2006/relationships/tags" Target="../tags/tag214.xml"/><Relationship Id="rId235" Type="http://schemas.openxmlformats.org/officeDocument/2006/relationships/tags" Target="../tags/tag235.xml"/><Relationship Id="rId256" Type="http://schemas.openxmlformats.org/officeDocument/2006/relationships/tags" Target="../tags/tag256.xml"/><Relationship Id="rId277" Type="http://schemas.openxmlformats.org/officeDocument/2006/relationships/tags" Target="../tags/tag277.xml"/><Relationship Id="rId298" Type="http://schemas.openxmlformats.org/officeDocument/2006/relationships/tags" Target="../tags/tag298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302" Type="http://schemas.openxmlformats.org/officeDocument/2006/relationships/tags" Target="../tags/tag302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179" Type="http://schemas.openxmlformats.org/officeDocument/2006/relationships/tags" Target="../tags/tag179.xml"/><Relationship Id="rId190" Type="http://schemas.openxmlformats.org/officeDocument/2006/relationships/tags" Target="../tags/tag190.xml"/><Relationship Id="rId204" Type="http://schemas.openxmlformats.org/officeDocument/2006/relationships/tags" Target="../tags/tag204.xml"/><Relationship Id="rId225" Type="http://schemas.openxmlformats.org/officeDocument/2006/relationships/tags" Target="../tags/tag225.xml"/><Relationship Id="rId246" Type="http://schemas.openxmlformats.org/officeDocument/2006/relationships/tags" Target="../tags/tag246.xml"/><Relationship Id="rId267" Type="http://schemas.openxmlformats.org/officeDocument/2006/relationships/tags" Target="../tags/tag267.xml"/><Relationship Id="rId288" Type="http://schemas.openxmlformats.org/officeDocument/2006/relationships/tags" Target="../tags/tag288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313" Type="http://schemas.openxmlformats.org/officeDocument/2006/relationships/tags" Target="../tags/tag313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94" Type="http://schemas.openxmlformats.org/officeDocument/2006/relationships/tags" Target="../tags/tag94.xml"/><Relationship Id="rId148" Type="http://schemas.openxmlformats.org/officeDocument/2006/relationships/tags" Target="../tags/tag148.xml"/><Relationship Id="rId169" Type="http://schemas.openxmlformats.org/officeDocument/2006/relationships/tags" Target="../tags/tag169.xml"/><Relationship Id="rId4" Type="http://schemas.openxmlformats.org/officeDocument/2006/relationships/tags" Target="../tags/tag4.xml"/><Relationship Id="rId180" Type="http://schemas.openxmlformats.org/officeDocument/2006/relationships/tags" Target="../tags/tag180.xml"/><Relationship Id="rId215" Type="http://schemas.openxmlformats.org/officeDocument/2006/relationships/tags" Target="../tags/tag215.xml"/><Relationship Id="rId236" Type="http://schemas.openxmlformats.org/officeDocument/2006/relationships/tags" Target="../tags/tag236.xml"/><Relationship Id="rId257" Type="http://schemas.openxmlformats.org/officeDocument/2006/relationships/tags" Target="../tags/tag257.xml"/><Relationship Id="rId278" Type="http://schemas.openxmlformats.org/officeDocument/2006/relationships/tags" Target="../tags/tag278.xml"/><Relationship Id="rId303" Type="http://schemas.openxmlformats.org/officeDocument/2006/relationships/tags" Target="../tags/tag303.xml"/><Relationship Id="rId42" Type="http://schemas.openxmlformats.org/officeDocument/2006/relationships/tags" Target="../tags/tag42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91" Type="http://schemas.openxmlformats.org/officeDocument/2006/relationships/tags" Target="../tags/tag191.xml"/><Relationship Id="rId205" Type="http://schemas.openxmlformats.org/officeDocument/2006/relationships/tags" Target="../tags/tag205.xml"/><Relationship Id="rId247" Type="http://schemas.openxmlformats.org/officeDocument/2006/relationships/tags" Target="../tags/tag247.xml"/><Relationship Id="rId107" Type="http://schemas.openxmlformats.org/officeDocument/2006/relationships/tags" Target="../tags/tag107.xml"/><Relationship Id="rId289" Type="http://schemas.openxmlformats.org/officeDocument/2006/relationships/tags" Target="../tags/tag289.xml"/><Relationship Id="rId11" Type="http://schemas.openxmlformats.org/officeDocument/2006/relationships/tags" Target="../tags/tag11.xml"/><Relationship Id="rId53" Type="http://schemas.openxmlformats.org/officeDocument/2006/relationships/tags" Target="../tags/tag53.xml"/><Relationship Id="rId149" Type="http://schemas.openxmlformats.org/officeDocument/2006/relationships/tags" Target="../tags/tag149.xml"/><Relationship Id="rId314" Type="http://schemas.openxmlformats.org/officeDocument/2006/relationships/tags" Target="../tags/tag314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216" Type="http://schemas.openxmlformats.org/officeDocument/2006/relationships/tags" Target="../tags/tag216.xml"/><Relationship Id="rId258" Type="http://schemas.openxmlformats.org/officeDocument/2006/relationships/tags" Target="../tags/tag258.xml"/><Relationship Id="rId22" Type="http://schemas.openxmlformats.org/officeDocument/2006/relationships/tags" Target="../tags/tag22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71" Type="http://schemas.openxmlformats.org/officeDocument/2006/relationships/tags" Target="../tags/tag171.xml"/><Relationship Id="rId227" Type="http://schemas.openxmlformats.org/officeDocument/2006/relationships/tags" Target="../tags/tag227.xml"/><Relationship Id="rId269" Type="http://schemas.openxmlformats.org/officeDocument/2006/relationships/tags" Target="../tags/tag269.xml"/><Relationship Id="rId33" Type="http://schemas.openxmlformats.org/officeDocument/2006/relationships/tags" Target="../tags/tag33.xml"/><Relationship Id="rId129" Type="http://schemas.openxmlformats.org/officeDocument/2006/relationships/tags" Target="../tags/tag129.xml"/><Relationship Id="rId280" Type="http://schemas.openxmlformats.org/officeDocument/2006/relationships/tags" Target="../tags/tag280.xml"/><Relationship Id="rId75" Type="http://schemas.openxmlformats.org/officeDocument/2006/relationships/tags" Target="../tags/tag75.xml"/><Relationship Id="rId140" Type="http://schemas.openxmlformats.org/officeDocument/2006/relationships/tags" Target="../tags/tag140.xml"/><Relationship Id="rId182" Type="http://schemas.openxmlformats.org/officeDocument/2006/relationships/tags" Target="../tags/tag182.xml"/><Relationship Id="rId6" Type="http://schemas.openxmlformats.org/officeDocument/2006/relationships/tags" Target="../tags/tag6.xml"/><Relationship Id="rId238" Type="http://schemas.openxmlformats.org/officeDocument/2006/relationships/tags" Target="../tags/tag238.xml"/><Relationship Id="rId291" Type="http://schemas.openxmlformats.org/officeDocument/2006/relationships/tags" Target="../tags/tag291.xml"/><Relationship Id="rId305" Type="http://schemas.openxmlformats.org/officeDocument/2006/relationships/tags" Target="../tags/tag305.xml"/><Relationship Id="rId44" Type="http://schemas.openxmlformats.org/officeDocument/2006/relationships/tags" Target="../tags/tag44.xml"/><Relationship Id="rId86" Type="http://schemas.openxmlformats.org/officeDocument/2006/relationships/tags" Target="../tags/tag86.xml"/><Relationship Id="rId151" Type="http://schemas.openxmlformats.org/officeDocument/2006/relationships/tags" Target="../tags/tag1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98F99-8AB8-019A-9348-DF50C5E7C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OTLSHAPE_SL2A_9d68dad176a24c6bb2240f334520d19f_BackgroundRectangle" hidden="1">
            <a:extLst>
              <a:ext uri="{FF2B5EF4-FFF2-40B4-BE49-F238E27FC236}">
                <a16:creationId xmlns:a16="http://schemas.microsoft.com/office/drawing/2014/main" id="{3A537315-404B-79CA-1700-ACA7AC6839F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65200" y="5073672"/>
            <a:ext cx="10388600" cy="1757849"/>
          </a:xfrm>
          <a:prstGeom prst="rect">
            <a:avLst/>
          </a:prstGeom>
          <a:solidFill>
            <a:srgbClr val="737373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799"/>
          </a:p>
        </p:txBody>
      </p:sp>
      <p:sp>
        <p:nvSpPr>
          <p:cNvPr id="150" name="OTLSHAPE_SL2A_6b64f1401354464d9117d0e8f3ba60bc_BackgroundRectangle" hidden="1">
            <a:extLst>
              <a:ext uri="{FF2B5EF4-FFF2-40B4-BE49-F238E27FC236}">
                <a16:creationId xmlns:a16="http://schemas.microsoft.com/office/drawing/2014/main" id="{6258F2BF-573F-C3E7-BA68-792C90F635A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65200" y="2247329"/>
            <a:ext cx="10388600" cy="1043093"/>
          </a:xfrm>
          <a:prstGeom prst="rect">
            <a:avLst/>
          </a:prstGeom>
          <a:solidFill>
            <a:srgbClr val="737373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799"/>
          </a:p>
        </p:txBody>
      </p:sp>
      <p:sp>
        <p:nvSpPr>
          <p:cNvPr id="117" name="OTLSHAPE_SL2A_7be066ad79f44de4ada79b5bf4d65a7d_BackgroundRectangle" hidden="1">
            <a:extLst>
              <a:ext uri="{FF2B5EF4-FFF2-40B4-BE49-F238E27FC236}">
                <a16:creationId xmlns:a16="http://schemas.microsoft.com/office/drawing/2014/main" id="{AE846258-0B37-5153-6828-8EA0F8564DB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965200" y="3315823"/>
            <a:ext cx="10388600" cy="1732449"/>
          </a:xfrm>
          <a:prstGeom prst="rect">
            <a:avLst/>
          </a:prstGeom>
          <a:solidFill>
            <a:schemeClr val="accent3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6" name="OTLSHAPE_SL_ffb3da1e1aed4b1ca515092ffa784720_BackgroundRectangle">
            <a:extLst>
              <a:ext uri="{FF2B5EF4-FFF2-40B4-BE49-F238E27FC236}">
                <a16:creationId xmlns:a16="http://schemas.microsoft.com/office/drawing/2014/main" id="{B5371D82-C7E8-F82B-4D81-F4E26B599CF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500" y="5073672"/>
            <a:ext cx="11290300" cy="1757849"/>
          </a:xfrm>
          <a:prstGeom prst="rect">
            <a:avLst/>
          </a:prstGeom>
          <a:solidFill>
            <a:srgbClr val="737373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82" name="OTLSHAPE_SL_e342acf0382d4f249c5a253a624709c6_BackgroundRectangle">
            <a:extLst>
              <a:ext uri="{FF2B5EF4-FFF2-40B4-BE49-F238E27FC236}">
                <a16:creationId xmlns:a16="http://schemas.microsoft.com/office/drawing/2014/main" id="{3A8E4455-61DB-93C1-59AE-9701238CB5D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3500" y="2247329"/>
            <a:ext cx="11290300" cy="1043093"/>
          </a:xfrm>
          <a:prstGeom prst="rect">
            <a:avLst/>
          </a:prstGeom>
          <a:solidFill>
            <a:srgbClr val="737373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58" name="OTLSHAPE_SL_42ab00fdbe064324b9206586a25f8920_BackgroundRectangle">
            <a:extLst>
              <a:ext uri="{FF2B5EF4-FFF2-40B4-BE49-F238E27FC236}">
                <a16:creationId xmlns:a16="http://schemas.microsoft.com/office/drawing/2014/main" id="{A5732E20-F41D-24F4-7F79-1E9DCA5C49C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3500" y="3315823"/>
            <a:ext cx="11290300" cy="1732449"/>
          </a:xfrm>
          <a:prstGeom prst="rect">
            <a:avLst/>
          </a:prstGeom>
          <a:solidFill>
            <a:schemeClr val="accent3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81" name="OTLSHAPE_SL_61309fa8226147f8840d50ca0372ed55_BackgroundRectangle">
            <a:extLst>
              <a:ext uri="{FF2B5EF4-FFF2-40B4-BE49-F238E27FC236}">
                <a16:creationId xmlns:a16="http://schemas.microsoft.com/office/drawing/2014/main" id="{C39CB81A-658B-71D8-1A6E-D795ECCD70D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3500" y="1204236"/>
            <a:ext cx="11290300" cy="1004993"/>
          </a:xfrm>
          <a:prstGeom prst="rect">
            <a:avLst/>
          </a:prstGeom>
          <a:solidFill>
            <a:srgbClr val="737373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94" name="OTLSHAPE_SL2A_8bac5d99b132445294831183b13a577c_BackgroundRectangle" hidden="1">
            <a:extLst>
              <a:ext uri="{FF2B5EF4-FFF2-40B4-BE49-F238E27FC236}">
                <a16:creationId xmlns:a16="http://schemas.microsoft.com/office/drawing/2014/main" id="{960355BD-FAE0-2FE6-7345-9C31F91CDD1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65200" y="1204236"/>
            <a:ext cx="10388600" cy="1004993"/>
          </a:xfrm>
          <a:prstGeom prst="rect">
            <a:avLst/>
          </a:prstGeom>
          <a:solidFill>
            <a:srgbClr val="737373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02C2E0CD-5ED1-9D2B-9980-E00A9964C6BB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-219410" y="12830"/>
            <a:ext cx="469778" cy="27932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da-DK" b="1">
                <a:solidFill>
                  <a:srgbClr val="ED7D3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324" name="OTLSHAPE_TB_00000000000000000000000000000000_RightEndCaps" hidden="1">
            <a:extLst>
              <a:ext uri="{FF2B5EF4-FFF2-40B4-BE49-F238E27FC236}">
                <a16:creationId xmlns:a16="http://schemas.microsoft.com/office/drawing/2014/main" id="{6E622C40-316F-D20F-9799-F734F4A62F3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da-DK" b="1">
                <a:solidFill>
                  <a:srgbClr val="ED7D31"/>
                </a:solidFill>
                <a:latin typeface="Calibri" panose="020F0502020204030204" pitchFamily="34" charset="0"/>
              </a:rPr>
              <a:t>2028</a:t>
            </a:r>
          </a:p>
        </p:txBody>
      </p:sp>
      <p:cxnSp>
        <p:nvCxnSpPr>
          <p:cNvPr id="45" name="OTLSHAPE_M_92c51e62bd964d6f9f60b49def38c34e_Connector1">
            <a:extLst>
              <a:ext uri="{FF2B5EF4-FFF2-40B4-BE49-F238E27FC236}">
                <a16:creationId xmlns:a16="http://schemas.microsoft.com/office/drawing/2014/main" id="{FA1597F3-AFE5-1B43-EFF4-503487D802F8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6619419" y="-349355"/>
            <a:ext cx="0" cy="1106043"/>
          </a:xfrm>
          <a:prstGeom prst="line">
            <a:avLst/>
          </a:prstGeom>
          <a:ln w="6350" cap="flat" cmpd="sng" algn="ctr">
            <a:solidFill>
              <a:srgbClr val="4F81BD">
                <a:alpha val="4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OTLSHAPE_M_8d7dbd352abb4a4d9a4d76bd18341730_Connector1">
            <a:extLst>
              <a:ext uri="{FF2B5EF4-FFF2-40B4-BE49-F238E27FC236}">
                <a16:creationId xmlns:a16="http://schemas.microsoft.com/office/drawing/2014/main" id="{6ABCC005-0C90-54B4-42A3-948EE141AE0C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8432960" y="235608"/>
            <a:ext cx="0" cy="521081"/>
          </a:xfrm>
          <a:prstGeom prst="line">
            <a:avLst/>
          </a:prstGeom>
          <a:ln w="6350" cap="flat" cmpd="sng" algn="ctr">
            <a:solidFill>
              <a:srgbClr val="4F81BD">
                <a:alpha val="4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OTLSHAPE_M_0ab3e87db3154f7286f4e8f73cff2d48_Connector1">
            <a:extLst>
              <a:ext uri="{FF2B5EF4-FFF2-40B4-BE49-F238E27FC236}">
                <a16:creationId xmlns:a16="http://schemas.microsoft.com/office/drawing/2014/main" id="{67E3B951-E70F-DCEC-28FB-E9400A7544BC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3666396" y="235607"/>
            <a:ext cx="0" cy="521081"/>
          </a:xfrm>
          <a:prstGeom prst="line">
            <a:avLst/>
          </a:prstGeom>
          <a:ln w="6350" cap="flat" cmpd="sng" algn="ctr">
            <a:solidFill>
              <a:srgbClr val="4F81BD">
                <a:alpha val="4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TLSHAPE_SL2A_9d68dad176a24c6bb2240f334520d19f_HeaderRectangle" hidden="1">
            <a:extLst>
              <a:ext uri="{FF2B5EF4-FFF2-40B4-BE49-F238E27FC236}">
                <a16:creationId xmlns:a16="http://schemas.microsoft.com/office/drawing/2014/main" id="{66DBF5F9-6358-7A48-CF1F-68EFD6B70C6C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965200" y="5073672"/>
            <a:ext cx="0" cy="0"/>
          </a:xfrm>
          <a:prstGeom prst="rect">
            <a:avLst/>
          </a:prstGeom>
          <a:solidFill>
            <a:srgbClr val="FFC000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799"/>
          </a:p>
        </p:txBody>
      </p:sp>
      <p:sp>
        <p:nvSpPr>
          <p:cNvPr id="148" name="OTLSHAPE_SL2A_6b64f1401354464d9117d0e8f3ba60bc_HeaderRectangle" hidden="1">
            <a:extLst>
              <a:ext uri="{FF2B5EF4-FFF2-40B4-BE49-F238E27FC236}">
                <a16:creationId xmlns:a16="http://schemas.microsoft.com/office/drawing/2014/main" id="{6FFAF017-1740-FA27-8E22-D2A4B4256B4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965200" y="2247329"/>
            <a:ext cx="0" cy="0"/>
          </a:xfrm>
          <a:prstGeom prst="rect">
            <a:avLst/>
          </a:prstGeom>
          <a:solidFill>
            <a:srgbClr val="70AD47">
              <a:alpha val="24706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799"/>
          </a:p>
        </p:txBody>
      </p:sp>
      <p:sp>
        <p:nvSpPr>
          <p:cNvPr id="244" name="OTLSHAPE_TB_00000000000000000000000000000000_BottomScaleContainer" hidden="1">
            <a:extLst>
              <a:ext uri="{FF2B5EF4-FFF2-40B4-BE49-F238E27FC236}">
                <a16:creationId xmlns:a16="http://schemas.microsoft.com/office/drawing/2014/main" id="{BB568BDA-8F6D-570E-04AF-1AF4780E088D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092200" y="756688"/>
            <a:ext cx="0" cy="0"/>
          </a:xfrm>
          <a:prstGeom prst="round2SameRect">
            <a:avLst>
              <a:gd name="adj1" fmla="val 0"/>
              <a:gd name="adj2" fmla="val 16667"/>
            </a:avLst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5" name="OTLSHAPE_SL2A_7be066ad79f44de4ada79b5bf4d65a7d_HeaderRectangle" hidden="1">
            <a:extLst>
              <a:ext uri="{FF2B5EF4-FFF2-40B4-BE49-F238E27FC236}">
                <a16:creationId xmlns:a16="http://schemas.microsoft.com/office/drawing/2014/main" id="{1DE01E42-3A31-DF3E-9F92-E6FA78B104C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65200" y="3315823"/>
            <a:ext cx="0" cy="0"/>
          </a:xfrm>
          <a:prstGeom prst="rect">
            <a:avLst/>
          </a:prstGeom>
          <a:solidFill>
            <a:schemeClr val="accent1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42" name="OTLSHAPE_TB_00000000000000000000000000000000_ScaleContainer">
            <a:extLst>
              <a:ext uri="{FF2B5EF4-FFF2-40B4-BE49-F238E27FC236}">
                <a16:creationId xmlns:a16="http://schemas.microsoft.com/office/drawing/2014/main" id="{A3E783F5-5A93-CBB9-55B1-381FF351D714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092200" y="756688"/>
            <a:ext cx="10261600" cy="182880"/>
          </a:xfrm>
          <a:prstGeom prst="round2SameRect">
            <a:avLst/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77" name="OTLSHAPE_SL_ffb3da1e1aed4b1ca515092ffa784720_HeaderRectangle">
            <a:extLst>
              <a:ext uri="{FF2B5EF4-FFF2-40B4-BE49-F238E27FC236}">
                <a16:creationId xmlns:a16="http://schemas.microsoft.com/office/drawing/2014/main" id="{FAC551EA-7808-E61E-CF57-C08E927BFB6D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3500" y="5073672"/>
            <a:ext cx="901700" cy="175784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83" name="OTLSHAPE_SL_e342acf0382d4f249c5a253a624709c6_HeaderRectangle">
            <a:extLst>
              <a:ext uri="{FF2B5EF4-FFF2-40B4-BE49-F238E27FC236}">
                <a16:creationId xmlns:a16="http://schemas.microsoft.com/office/drawing/2014/main" id="{C6227CA6-C42A-8E00-A81D-E03C5D0CF2E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3500" y="2247329"/>
            <a:ext cx="901700" cy="1043093"/>
          </a:xfrm>
          <a:prstGeom prst="rect">
            <a:avLst/>
          </a:prstGeom>
          <a:solidFill>
            <a:srgbClr val="70AD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43" name="OTLSHAPE_TB_00000000000000000000000000000000_MiddleScaleContainer">
            <a:extLst>
              <a:ext uri="{FF2B5EF4-FFF2-40B4-BE49-F238E27FC236}">
                <a16:creationId xmlns:a16="http://schemas.microsoft.com/office/drawing/2014/main" id="{8D08FD62-E356-F298-30E3-43A9FB17D187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092200" y="948712"/>
            <a:ext cx="10261600" cy="182880"/>
          </a:xfrm>
          <a:prstGeom prst="round2SameRect">
            <a:avLst>
              <a:gd name="adj1" fmla="val 0"/>
              <a:gd name="adj2" fmla="val 16667"/>
            </a:avLst>
          </a:prstGeom>
          <a:solidFill>
            <a:srgbClr val="4454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59" name="OTLSHAPE_SL_42ab00fdbe064324b9206586a25f8920_HeaderRectangle">
            <a:extLst>
              <a:ext uri="{FF2B5EF4-FFF2-40B4-BE49-F238E27FC236}">
                <a16:creationId xmlns:a16="http://schemas.microsoft.com/office/drawing/2014/main" id="{4CB56864-E575-7DBB-658D-C9E7940BF74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63500" y="3315823"/>
            <a:ext cx="901700" cy="1732449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90" name="OTLSHAPE_SL_61309fa8226147f8840d50ca0372ed55_HeaderRectangle">
            <a:extLst>
              <a:ext uri="{FF2B5EF4-FFF2-40B4-BE49-F238E27FC236}">
                <a16:creationId xmlns:a16="http://schemas.microsoft.com/office/drawing/2014/main" id="{FBABA360-F4EC-07AC-35CC-420882ACB10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63500" y="1204236"/>
            <a:ext cx="901700" cy="1004993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92" name="OTLSHAPE_SL2A_8bac5d99b132445294831183b13a577c_HeaderRectangle" hidden="1">
            <a:extLst>
              <a:ext uri="{FF2B5EF4-FFF2-40B4-BE49-F238E27FC236}">
                <a16:creationId xmlns:a16="http://schemas.microsoft.com/office/drawing/2014/main" id="{4E822403-B0FE-4671-18CA-3F561CA8E7F3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965200" y="1204236"/>
            <a:ext cx="0" cy="0"/>
          </a:xfrm>
          <a:prstGeom prst="rect">
            <a:avLst/>
          </a:prstGeom>
          <a:solidFill>
            <a:schemeClr val="accent4">
              <a:alpha val="24706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85" name="OTLSHAPE_G_00000000000000000000000000000000_ShapeBelow0">
            <a:extLst>
              <a:ext uri="{FF2B5EF4-FFF2-40B4-BE49-F238E27FC236}">
                <a16:creationId xmlns:a16="http://schemas.microsoft.com/office/drawing/2014/main" id="{E06A24A8-D84E-95BE-2845-DACA15C6F406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>
            <a:off x="1589720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OTLSHAPE_G_00000000000000000000000000000000_ShapeBelow1">
            <a:extLst>
              <a:ext uri="{FF2B5EF4-FFF2-40B4-BE49-F238E27FC236}">
                <a16:creationId xmlns:a16="http://schemas.microsoft.com/office/drawing/2014/main" id="{96B14487-C019-B3C9-445F-2807496C7851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>
            <a:off x="2071191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OTLSHAPE_G_00000000000000000000000000000000_ShapeBelow2">
            <a:extLst>
              <a:ext uri="{FF2B5EF4-FFF2-40B4-BE49-F238E27FC236}">
                <a16:creationId xmlns:a16="http://schemas.microsoft.com/office/drawing/2014/main" id="{F75E5DC0-849D-CA01-A6BC-63B3D1C7BE15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>
            <a:off x="2568711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OTLSHAPE_G_00000000000000000000000000000000_ShapeBelow3">
            <a:extLst>
              <a:ext uri="{FF2B5EF4-FFF2-40B4-BE49-F238E27FC236}">
                <a16:creationId xmlns:a16="http://schemas.microsoft.com/office/drawing/2014/main" id="{8162780F-4CF0-FAC6-DF38-29A096BB3BA9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>
            <a:off x="3066231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OTLSHAPE_G_00000000000000000000000000000000_ShapeBelow4">
            <a:extLst>
              <a:ext uri="{FF2B5EF4-FFF2-40B4-BE49-F238E27FC236}">
                <a16:creationId xmlns:a16="http://schemas.microsoft.com/office/drawing/2014/main" id="{4F4348C2-1E53-3DAC-05CC-2A2B4D770286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3515604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OTLSHAPE_G_00000000000000000000000000000000_ShapeBelow5">
            <a:extLst>
              <a:ext uri="{FF2B5EF4-FFF2-40B4-BE49-F238E27FC236}">
                <a16:creationId xmlns:a16="http://schemas.microsoft.com/office/drawing/2014/main" id="{E9A95328-7EB6-D841-C63A-31E50AF5AEE0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4013124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OTLSHAPE_G_00000000000000000000000000000000_ShapeBelow6">
            <a:extLst>
              <a:ext uri="{FF2B5EF4-FFF2-40B4-BE49-F238E27FC236}">
                <a16:creationId xmlns:a16="http://schemas.microsoft.com/office/drawing/2014/main" id="{AFECD8FB-2EC0-00CC-6259-6A894455049E}"/>
              </a:ext>
            </a:extLst>
          </p:cNvPr>
          <p:cNvCxnSpPr/>
          <p:nvPr>
            <p:custDataLst>
              <p:tags r:id="rId32"/>
            </p:custDataLst>
          </p:nvPr>
        </p:nvCxnSpPr>
        <p:spPr>
          <a:xfrm>
            <a:off x="4494596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OTLSHAPE_G_00000000000000000000000000000000_ShapeBelow7">
            <a:extLst>
              <a:ext uri="{FF2B5EF4-FFF2-40B4-BE49-F238E27FC236}">
                <a16:creationId xmlns:a16="http://schemas.microsoft.com/office/drawing/2014/main" id="{6C90C152-B8E8-A3FB-1ADC-800E1904062F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4992116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OTLSHAPE_G_00000000000000000000000000000000_ShapeBelow8">
            <a:extLst>
              <a:ext uri="{FF2B5EF4-FFF2-40B4-BE49-F238E27FC236}">
                <a16:creationId xmlns:a16="http://schemas.microsoft.com/office/drawing/2014/main" id="{E78CD997-CB47-C069-0BC0-99C2BC891532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473587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OTLSHAPE_G_00000000000000000000000000000000_ShapeBelow9">
            <a:extLst>
              <a:ext uri="{FF2B5EF4-FFF2-40B4-BE49-F238E27FC236}">
                <a16:creationId xmlns:a16="http://schemas.microsoft.com/office/drawing/2014/main" id="{CD8DC2DD-399C-56B9-6212-45DDDD6CE1C1}"/>
              </a:ext>
            </a:extLst>
          </p:cNvPr>
          <p:cNvCxnSpPr/>
          <p:nvPr>
            <p:custDataLst>
              <p:tags r:id="rId35"/>
            </p:custDataLst>
          </p:nvPr>
        </p:nvCxnSpPr>
        <p:spPr>
          <a:xfrm>
            <a:off x="5971107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OTLSHAPE_G_00000000000000000000000000000000_ShapeBelow10">
            <a:extLst>
              <a:ext uri="{FF2B5EF4-FFF2-40B4-BE49-F238E27FC236}">
                <a16:creationId xmlns:a16="http://schemas.microsoft.com/office/drawing/2014/main" id="{7D9D4641-4F7F-AE10-E2D1-9926ECDE4916}"/>
              </a:ext>
            </a:extLst>
          </p:cNvPr>
          <p:cNvCxnSpPr/>
          <p:nvPr>
            <p:custDataLst>
              <p:tags r:id="rId36"/>
            </p:custDataLst>
          </p:nvPr>
        </p:nvCxnSpPr>
        <p:spPr>
          <a:xfrm>
            <a:off x="6468627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OTLSHAPE_G_00000000000000000000000000000000_ShapeBelow11">
            <a:extLst>
              <a:ext uri="{FF2B5EF4-FFF2-40B4-BE49-F238E27FC236}">
                <a16:creationId xmlns:a16="http://schemas.microsoft.com/office/drawing/2014/main" id="{11EAE4DB-64B6-AC9C-32E5-764B59AEB191}"/>
              </a:ext>
            </a:extLst>
          </p:cNvPr>
          <p:cNvCxnSpPr/>
          <p:nvPr>
            <p:custDataLst>
              <p:tags r:id="rId37"/>
            </p:custDataLst>
          </p:nvPr>
        </p:nvCxnSpPr>
        <p:spPr>
          <a:xfrm>
            <a:off x="6950098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OTLSHAPE_G_00000000000000000000000000000000_ShapeBelow12">
            <a:extLst>
              <a:ext uri="{FF2B5EF4-FFF2-40B4-BE49-F238E27FC236}">
                <a16:creationId xmlns:a16="http://schemas.microsoft.com/office/drawing/2014/main" id="{6F89304F-8CF4-19FE-78BF-8BF3F0711760}"/>
              </a:ext>
            </a:extLst>
          </p:cNvPr>
          <p:cNvCxnSpPr/>
          <p:nvPr>
            <p:custDataLst>
              <p:tags r:id="rId38"/>
            </p:custDataLst>
          </p:nvPr>
        </p:nvCxnSpPr>
        <p:spPr>
          <a:xfrm>
            <a:off x="7447618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OTLSHAPE_G_00000000000000000000000000000000_ShapeBelow13">
            <a:extLst>
              <a:ext uri="{FF2B5EF4-FFF2-40B4-BE49-F238E27FC236}">
                <a16:creationId xmlns:a16="http://schemas.microsoft.com/office/drawing/2014/main" id="{4FAA9ACC-FDB1-54C8-2363-A572DA8B5B08}"/>
              </a:ext>
            </a:extLst>
          </p:cNvPr>
          <p:cNvCxnSpPr/>
          <p:nvPr>
            <p:custDataLst>
              <p:tags r:id="rId39"/>
            </p:custDataLst>
          </p:nvPr>
        </p:nvCxnSpPr>
        <p:spPr>
          <a:xfrm>
            <a:off x="7929090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OTLSHAPE_G_00000000000000000000000000000000_ShapeBelow14">
            <a:extLst>
              <a:ext uri="{FF2B5EF4-FFF2-40B4-BE49-F238E27FC236}">
                <a16:creationId xmlns:a16="http://schemas.microsoft.com/office/drawing/2014/main" id="{4B34150D-E7A7-1CA5-128C-14D2DD741FB5}"/>
              </a:ext>
            </a:extLst>
          </p:cNvPr>
          <p:cNvCxnSpPr/>
          <p:nvPr>
            <p:custDataLst>
              <p:tags r:id="rId40"/>
            </p:custDataLst>
          </p:nvPr>
        </p:nvCxnSpPr>
        <p:spPr>
          <a:xfrm>
            <a:off x="8426610" y="1140735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OTLSHAPE_G_00000000000000000000000000000000_ShapeBelow15">
            <a:extLst>
              <a:ext uri="{FF2B5EF4-FFF2-40B4-BE49-F238E27FC236}">
                <a16:creationId xmlns:a16="http://schemas.microsoft.com/office/drawing/2014/main" id="{B0B2037C-30AD-DAFC-1E51-8AAE7BC6B708}"/>
              </a:ext>
            </a:extLst>
          </p:cNvPr>
          <p:cNvCxnSpPr/>
          <p:nvPr>
            <p:custDataLst>
              <p:tags r:id="rId41"/>
            </p:custDataLst>
          </p:nvPr>
        </p:nvCxnSpPr>
        <p:spPr>
          <a:xfrm>
            <a:off x="8924130" y="1140736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OTLSHAPE_G_00000000000000000000000000000000_ShapeBelow16">
            <a:extLst>
              <a:ext uri="{FF2B5EF4-FFF2-40B4-BE49-F238E27FC236}">
                <a16:creationId xmlns:a16="http://schemas.microsoft.com/office/drawing/2014/main" id="{4DA3055F-B76A-D09A-DB33-F86F97D7F192}"/>
              </a:ext>
            </a:extLst>
          </p:cNvPr>
          <p:cNvCxnSpPr/>
          <p:nvPr>
            <p:custDataLst>
              <p:tags r:id="rId42"/>
            </p:custDataLst>
          </p:nvPr>
        </p:nvCxnSpPr>
        <p:spPr>
          <a:xfrm>
            <a:off x="9389552" y="1140736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OTLSHAPE_G_00000000000000000000000000000000_ShapeBelow17">
            <a:extLst>
              <a:ext uri="{FF2B5EF4-FFF2-40B4-BE49-F238E27FC236}">
                <a16:creationId xmlns:a16="http://schemas.microsoft.com/office/drawing/2014/main" id="{8112D57E-296B-78EC-89A4-4AE0D2B3A22D}"/>
              </a:ext>
            </a:extLst>
          </p:cNvPr>
          <p:cNvCxnSpPr/>
          <p:nvPr>
            <p:custDataLst>
              <p:tags r:id="rId43"/>
            </p:custDataLst>
          </p:nvPr>
        </p:nvCxnSpPr>
        <p:spPr>
          <a:xfrm>
            <a:off x="9887072" y="1140736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OTLSHAPE_G_00000000000000000000000000000000_ShapeBelow18">
            <a:extLst>
              <a:ext uri="{FF2B5EF4-FFF2-40B4-BE49-F238E27FC236}">
                <a16:creationId xmlns:a16="http://schemas.microsoft.com/office/drawing/2014/main" id="{7CC8C82D-04DA-5C1B-D8F7-25BA77F796EA}"/>
              </a:ext>
            </a:extLst>
          </p:cNvPr>
          <p:cNvCxnSpPr/>
          <p:nvPr>
            <p:custDataLst>
              <p:tags r:id="rId44"/>
            </p:custDataLst>
          </p:nvPr>
        </p:nvCxnSpPr>
        <p:spPr>
          <a:xfrm>
            <a:off x="10368543" y="1140736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OTLSHAPE_G_00000000000000000000000000000000_ShapeBelow19">
            <a:extLst>
              <a:ext uri="{FF2B5EF4-FFF2-40B4-BE49-F238E27FC236}">
                <a16:creationId xmlns:a16="http://schemas.microsoft.com/office/drawing/2014/main" id="{360B151D-21BF-9195-4646-80ECEB29F69D}"/>
              </a:ext>
            </a:extLst>
          </p:cNvPr>
          <p:cNvCxnSpPr/>
          <p:nvPr>
            <p:custDataLst>
              <p:tags r:id="rId45"/>
            </p:custDataLst>
          </p:nvPr>
        </p:nvCxnSpPr>
        <p:spPr>
          <a:xfrm>
            <a:off x="10866064" y="1140736"/>
            <a:ext cx="0" cy="5690785"/>
          </a:xfrm>
          <a:prstGeom prst="line">
            <a:avLst/>
          </a:prstGeom>
          <a:ln w="6350" cap="flat" cmpd="sng" algn="ctr">
            <a:solidFill>
              <a:srgbClr val="5B9BD5">
                <a:alpha val="14902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TLSHAPE_SLT_53356cb6fc694509b06b6f98d269c3b8_Shape">
            <a:extLst>
              <a:ext uri="{FF2B5EF4-FFF2-40B4-BE49-F238E27FC236}">
                <a16:creationId xmlns:a16="http://schemas.microsoft.com/office/drawing/2014/main" id="{B4D805B3-49B7-2D30-43B1-2CAE73E62468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4590879" y="5550769"/>
            <a:ext cx="88900" cy="127000"/>
          </a:xfrm>
          <a:prstGeom prst="roundRect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151" name="OTLSHAPE_SLT_a117c9290e954429a7fd0e765103a8f8_Shape">
            <a:extLst>
              <a:ext uri="{FF2B5EF4-FFF2-40B4-BE49-F238E27FC236}">
                <a16:creationId xmlns:a16="http://schemas.microsoft.com/office/drawing/2014/main" id="{0CF044D0-EB9F-6700-1C14-7048E7F41B0D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2087240" y="3375682"/>
            <a:ext cx="762000" cy="127000"/>
          </a:xfrm>
          <a:prstGeom prst="roundRect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83" name="OTLSHAPE_SLT_793064b52b104843ae01ddc3553cd3a6_Shape">
            <a:extLst>
              <a:ext uri="{FF2B5EF4-FFF2-40B4-BE49-F238E27FC236}">
                <a16:creationId xmlns:a16="http://schemas.microsoft.com/office/drawing/2014/main" id="{262BBE52-05EF-AA57-FF19-87818E13C640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1108249" y="2307189"/>
            <a:ext cx="622300" cy="127000"/>
          </a:xfrm>
          <a:prstGeom prst="roundRect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 dirty="0"/>
          </a:p>
        </p:txBody>
      </p:sp>
      <p:sp>
        <p:nvSpPr>
          <p:cNvPr id="104" name="OTLSHAPE_SLT_48333d2f9c474b488a6b2f6fe824b18f_Shape">
            <a:extLst>
              <a:ext uri="{FF2B5EF4-FFF2-40B4-BE49-F238E27FC236}">
                <a16:creationId xmlns:a16="http://schemas.microsoft.com/office/drawing/2014/main" id="{B83045F7-2624-7312-C57F-68764542E7A6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1124287" y="2515807"/>
            <a:ext cx="596900" cy="127000"/>
          </a:xfrm>
          <a:prstGeom prst="round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118" name="OTLSHAPE_SLT_d2150977aa1840c088fa7ba22ad4337a_Shape">
            <a:extLst>
              <a:ext uri="{FF2B5EF4-FFF2-40B4-BE49-F238E27FC236}">
                <a16:creationId xmlns:a16="http://schemas.microsoft.com/office/drawing/2014/main" id="{6AA895BF-03A6-2A43-6BA6-86BAED06BFAB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1734150" y="2724426"/>
            <a:ext cx="342900" cy="127000"/>
          </a:xfrm>
          <a:prstGeom prst="round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142" name="OTLSHAPE_SLT_9607039238f148d3af908c696ccee6ca_Shape">
            <a:extLst>
              <a:ext uri="{FF2B5EF4-FFF2-40B4-BE49-F238E27FC236}">
                <a16:creationId xmlns:a16="http://schemas.microsoft.com/office/drawing/2014/main" id="{A20180ED-C924-2242-BB30-9BE64D3DDDA7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2087240" y="3584301"/>
            <a:ext cx="762000" cy="127000"/>
          </a:xfrm>
          <a:prstGeom prst="roundRect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195" name="OTLSHAPE_SLT_344d70109017485ba495627cd132e8ce_Shape">
            <a:extLst>
              <a:ext uri="{FF2B5EF4-FFF2-40B4-BE49-F238E27FC236}">
                <a16:creationId xmlns:a16="http://schemas.microsoft.com/office/drawing/2014/main" id="{73AB1AE9-A283-7C98-E457-F50C286BDBA4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2729202" y="4210157"/>
            <a:ext cx="279400" cy="1270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07" name="OTLSHAPE_SLT_41c47d8aa6374d36b65258ba2b73b548_Shape">
            <a:extLst>
              <a:ext uri="{FF2B5EF4-FFF2-40B4-BE49-F238E27FC236}">
                <a16:creationId xmlns:a16="http://schemas.microsoft.com/office/drawing/2014/main" id="{FB0BC755-C606-DC0B-BC92-1F695EC1A98B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3066232" y="4652794"/>
            <a:ext cx="342900" cy="127000"/>
          </a:xfrm>
          <a:prstGeom prst="round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17" name="OTLSHAPE_SLT_89fddf98f15c4aefaacd88461091bd83_Shape">
            <a:extLst>
              <a:ext uri="{FF2B5EF4-FFF2-40B4-BE49-F238E27FC236}">
                <a16:creationId xmlns:a16="http://schemas.microsoft.com/office/drawing/2014/main" id="{6D94E962-E81C-01A9-C118-D25FBD2B5D34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3403261" y="4861413"/>
            <a:ext cx="177800" cy="1270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37" name="OTLSHAPE_SLT_890b2a7e5a0b4295a5b137307163f722_Shape">
            <a:extLst>
              <a:ext uri="{FF2B5EF4-FFF2-40B4-BE49-F238E27FC236}">
                <a16:creationId xmlns:a16="http://schemas.microsoft.com/office/drawing/2014/main" id="{6ABBEAD4-690A-EC56-D0F6-05B2A30C58F5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4302008" y="5342150"/>
            <a:ext cx="279400" cy="1270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70" name="OTLSHAPE_SLT_b13c82efd6df40968ccae6ae10d22b24_Shape">
            <a:extLst>
              <a:ext uri="{FF2B5EF4-FFF2-40B4-BE49-F238E27FC236}">
                <a16:creationId xmlns:a16="http://schemas.microsoft.com/office/drawing/2014/main" id="{062E4753-7015-BDDC-1E09-1FCC39733EF6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4687173" y="5759387"/>
            <a:ext cx="685800" cy="127000"/>
          </a:xfrm>
          <a:prstGeom prst="roundRect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80" name="OTLSHAPE_SLT_341d7a57058e47b9825c6e1cbfda372c_Shape">
            <a:extLst>
              <a:ext uri="{FF2B5EF4-FFF2-40B4-BE49-F238E27FC236}">
                <a16:creationId xmlns:a16="http://schemas.microsoft.com/office/drawing/2014/main" id="{1AECFA4F-2EE5-C73D-D43C-5FDE543B202D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5377282" y="6436043"/>
            <a:ext cx="203200" cy="127000"/>
          </a:xfrm>
          <a:prstGeom prst="roundRect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16" name="OTLSHAPE_SLT_5b9c94de9b844980a53911859c3feb82_Shape">
            <a:extLst>
              <a:ext uri="{FF2B5EF4-FFF2-40B4-BE49-F238E27FC236}">
                <a16:creationId xmlns:a16="http://schemas.microsoft.com/office/drawing/2014/main" id="{D5FF4F6B-F917-ECCA-748F-F824DB5F973E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3563752" y="5133531"/>
            <a:ext cx="749300" cy="127000"/>
          </a:xfrm>
          <a:prstGeom prst="roundRect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95" name="OTLSHAPE_SLT_6e9a2dfb351b4c97bc577e8206a31e1e_Shape">
            <a:extLst>
              <a:ext uri="{FF2B5EF4-FFF2-40B4-BE49-F238E27FC236}">
                <a16:creationId xmlns:a16="http://schemas.microsoft.com/office/drawing/2014/main" id="{6CF3D6A0-1E1D-8EC3-4F80-4162D78FFF52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2584749" y="1472714"/>
            <a:ext cx="4051300" cy="127000"/>
          </a:xfrm>
          <a:prstGeom prst="round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113" name="OTLSHAPE_SLT_1db80466d51e476b985fa499a11e2cfd_Shape">
            <a:extLst>
              <a:ext uri="{FF2B5EF4-FFF2-40B4-BE49-F238E27FC236}">
                <a16:creationId xmlns:a16="http://schemas.microsoft.com/office/drawing/2014/main" id="{88783771-1F65-13F7-EFEE-4BCCFDD7DE57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6629107" y="1851851"/>
            <a:ext cx="4254500" cy="127000"/>
          </a:xfrm>
          <a:prstGeom prst="roundRect">
            <a:avLst/>
          </a:prstGeom>
          <a:solidFill>
            <a:srgbClr val="0072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4" name="OTLSHAPE_SLT_b6df7b5660ba497e9f52d1c67809c0d4_Shape">
            <a:extLst>
              <a:ext uri="{FF2B5EF4-FFF2-40B4-BE49-F238E27FC236}">
                <a16:creationId xmlns:a16="http://schemas.microsoft.com/office/drawing/2014/main" id="{13B5E277-2C7E-3E72-C924-8FC133CCC4F5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2087240" y="3792919"/>
            <a:ext cx="266700" cy="1270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166" name="OTLSHAPE_SLT_f087876e7c1f4858b637d9a67ec6ead7_Shape">
            <a:extLst>
              <a:ext uri="{FF2B5EF4-FFF2-40B4-BE49-F238E27FC236}">
                <a16:creationId xmlns:a16="http://schemas.microsoft.com/office/drawing/2014/main" id="{1D46B301-F4DE-87E3-6BEA-1EA3945A03F7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2616858" y="4001538"/>
            <a:ext cx="88900" cy="127000"/>
          </a:xfrm>
          <a:prstGeom prst="round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29" name="OTLSHAPE_SLT_cb9354636fcb4a14b51b295445637712_Shape">
            <a:extLst>
              <a:ext uri="{FF2B5EF4-FFF2-40B4-BE49-F238E27FC236}">
                <a16:creationId xmlns:a16="http://schemas.microsoft.com/office/drawing/2014/main" id="{4D3B19BB-F6A8-CF52-186D-3B23D7A18831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1108238" y="1264095"/>
            <a:ext cx="1460500" cy="127000"/>
          </a:xfrm>
          <a:prstGeom prst="roundRect">
            <a:avLst/>
          </a:prstGeom>
          <a:solidFill>
            <a:schemeClr val="lt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130" name="OTLSHAPE_SLT_53356cb6fc694509b06b6f98d269c3b8_ShapePercentage" hidden="1">
            <a:extLst>
              <a:ext uri="{FF2B5EF4-FFF2-40B4-BE49-F238E27FC236}">
                <a16:creationId xmlns:a16="http://schemas.microsoft.com/office/drawing/2014/main" id="{9D0D2B86-ED8D-2120-C0E9-B38F9F646D10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4590879" y="5550769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799"/>
          </a:p>
        </p:txBody>
      </p:sp>
      <p:sp>
        <p:nvSpPr>
          <p:cNvPr id="152" name="OTLSHAPE_SLT_a117c9290e954429a7fd0e765103a8f8_ShapePercentage" hidden="1">
            <a:extLst>
              <a:ext uri="{FF2B5EF4-FFF2-40B4-BE49-F238E27FC236}">
                <a16:creationId xmlns:a16="http://schemas.microsoft.com/office/drawing/2014/main" id="{D923C15B-2B87-A7B1-726B-A0A5368E6417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2087240" y="3375682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799"/>
          </a:p>
        </p:txBody>
      </p:sp>
      <p:sp>
        <p:nvSpPr>
          <p:cNvPr id="250" name="OTLSHAPE_TB_00000000000000000000000000000000_ElapsedTime" hidden="1">
            <a:extLst>
              <a:ext uri="{FF2B5EF4-FFF2-40B4-BE49-F238E27FC236}">
                <a16:creationId xmlns:a16="http://schemas.microsoft.com/office/drawing/2014/main" id="{48DF67A9-E4C4-2055-244A-18D8FFAE10BF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1092200" y="756688"/>
            <a:ext cx="0" cy="0"/>
          </a:xfrm>
          <a:prstGeom prst="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4" name="OTLSHAPE_SLT_793064b52b104843ae01ddc3553cd3a6_ShapePercentage" hidden="1">
            <a:extLst>
              <a:ext uri="{FF2B5EF4-FFF2-40B4-BE49-F238E27FC236}">
                <a16:creationId xmlns:a16="http://schemas.microsoft.com/office/drawing/2014/main" id="{F83F362E-B92F-1FB8-B8E3-EBC98C0650F3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1108249" y="2307189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5" name="OTLSHAPE_SLT_48333d2f9c474b488a6b2f6fe824b18f_ShapePercentage" hidden="1">
            <a:extLst>
              <a:ext uri="{FF2B5EF4-FFF2-40B4-BE49-F238E27FC236}">
                <a16:creationId xmlns:a16="http://schemas.microsoft.com/office/drawing/2014/main" id="{CC96ACFA-EF7A-663A-2CD3-82B8F41FBB87}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1124287" y="2515807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9" name="OTLSHAPE_SLT_d2150977aa1840c088fa7ba22ad4337a_ShapePercentage" hidden="1">
            <a:extLst>
              <a:ext uri="{FF2B5EF4-FFF2-40B4-BE49-F238E27FC236}">
                <a16:creationId xmlns:a16="http://schemas.microsoft.com/office/drawing/2014/main" id="{FEC9F4E0-0D70-3C48-67DC-7764FC019A19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1734150" y="2724426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3" name="OTLSHAPE_SLT_9607039238f148d3af908c696ccee6ca_ShapePercentage" hidden="1">
            <a:extLst>
              <a:ext uri="{FF2B5EF4-FFF2-40B4-BE49-F238E27FC236}">
                <a16:creationId xmlns:a16="http://schemas.microsoft.com/office/drawing/2014/main" id="{2FA1E2B4-4031-FCF5-E39E-B56783D7906A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2087240" y="3584301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6" name="OTLSHAPE_SLT_344d70109017485ba495627cd132e8ce_ShapePercentage" hidden="1">
            <a:extLst>
              <a:ext uri="{FF2B5EF4-FFF2-40B4-BE49-F238E27FC236}">
                <a16:creationId xmlns:a16="http://schemas.microsoft.com/office/drawing/2014/main" id="{AEDED57E-1C78-6A85-C1C8-D36BBFCE45DA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2729202" y="4210157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8" name="OTLSHAPE_SLT_41c47d8aa6374d36b65258ba2b73b548_ShapePercentage" hidden="1">
            <a:extLst>
              <a:ext uri="{FF2B5EF4-FFF2-40B4-BE49-F238E27FC236}">
                <a16:creationId xmlns:a16="http://schemas.microsoft.com/office/drawing/2014/main" id="{5520A0EF-1BA4-C529-750F-87CBC8061C24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3066232" y="4652794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8" name="OTLSHAPE_SLT_89fddf98f15c4aefaacd88461091bd83_ShapePercentage" hidden="1">
            <a:extLst>
              <a:ext uri="{FF2B5EF4-FFF2-40B4-BE49-F238E27FC236}">
                <a16:creationId xmlns:a16="http://schemas.microsoft.com/office/drawing/2014/main" id="{214CF31A-7ADB-708A-D375-60A0A1633A96}"/>
              </a:ext>
            </a:extLst>
          </p:cNvPr>
          <p:cNvSpPr/>
          <p:nvPr>
            <p:custDataLst>
              <p:tags r:id="rId73"/>
            </p:custDataLst>
          </p:nvPr>
        </p:nvSpPr>
        <p:spPr>
          <a:xfrm>
            <a:off x="3403261" y="4861413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38" name="OTLSHAPE_SLT_890b2a7e5a0b4295a5b137307163f722_ShapePercentage" hidden="1">
            <a:extLst>
              <a:ext uri="{FF2B5EF4-FFF2-40B4-BE49-F238E27FC236}">
                <a16:creationId xmlns:a16="http://schemas.microsoft.com/office/drawing/2014/main" id="{820ED708-3DE8-E7EA-F574-4285F2370B30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4302008" y="5342150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71" name="OTLSHAPE_SLT_b13c82efd6df40968ccae6ae10d22b24_ShapePercentage" hidden="1">
            <a:extLst>
              <a:ext uri="{FF2B5EF4-FFF2-40B4-BE49-F238E27FC236}">
                <a16:creationId xmlns:a16="http://schemas.microsoft.com/office/drawing/2014/main" id="{1A667ED6-2864-FC18-6FA2-6B5E70C39782}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4687173" y="5759387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1" name="OTLSHAPE_SLT_341d7a57058e47b9825c6e1cbfda372c_ShapePercentage" hidden="1">
            <a:extLst>
              <a:ext uri="{FF2B5EF4-FFF2-40B4-BE49-F238E27FC236}">
                <a16:creationId xmlns:a16="http://schemas.microsoft.com/office/drawing/2014/main" id="{8F3F6B96-E438-9870-4CD0-C2174A7AEB7A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5377282" y="6436043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OTLSHAPE_SLT_5b9c94de9b844980a53911859c3feb82_ShapePercentage" hidden="1">
            <a:extLst>
              <a:ext uri="{FF2B5EF4-FFF2-40B4-BE49-F238E27FC236}">
                <a16:creationId xmlns:a16="http://schemas.microsoft.com/office/drawing/2014/main" id="{49C59F34-FF2C-74AE-49FD-BE613A37D9F6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3563752" y="5133531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6" name="OTLSHAPE_SLT_6e9a2dfb351b4c97bc577e8206a31e1e_ShapePercentage" hidden="1">
            <a:extLst>
              <a:ext uri="{FF2B5EF4-FFF2-40B4-BE49-F238E27FC236}">
                <a16:creationId xmlns:a16="http://schemas.microsoft.com/office/drawing/2014/main" id="{5E7E02D2-6DB2-4B07-6B03-5FDED846C4D0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2584749" y="1472714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4" name="OTLSHAPE_SLT_1db80466d51e476b985fa499a11e2cfd_ShapePercentage" hidden="1">
            <a:extLst>
              <a:ext uri="{FF2B5EF4-FFF2-40B4-BE49-F238E27FC236}">
                <a16:creationId xmlns:a16="http://schemas.microsoft.com/office/drawing/2014/main" id="{C3237B31-ECFA-0A99-80C2-A62256D0EC52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6629107" y="1851851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" name="OTLSHAPE_SLT_b6df7b5660ba497e9f52d1c67809c0d4_ShapePercentage" hidden="1">
            <a:extLst>
              <a:ext uri="{FF2B5EF4-FFF2-40B4-BE49-F238E27FC236}">
                <a16:creationId xmlns:a16="http://schemas.microsoft.com/office/drawing/2014/main" id="{9F89AAED-1D09-5A8C-42BF-E78FE79A8A2B}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2087240" y="3792919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7" name="OTLSHAPE_SLT_f087876e7c1f4858b637d9a67ec6ead7_ShapePercentage" hidden="1">
            <a:extLst>
              <a:ext uri="{FF2B5EF4-FFF2-40B4-BE49-F238E27FC236}">
                <a16:creationId xmlns:a16="http://schemas.microsoft.com/office/drawing/2014/main" id="{220874C1-E0FE-6978-9C79-64F59C044570}"/>
              </a:ext>
            </a:extLst>
          </p:cNvPr>
          <p:cNvSpPr/>
          <p:nvPr>
            <p:custDataLst>
              <p:tags r:id="rId81"/>
            </p:custDataLst>
          </p:nvPr>
        </p:nvSpPr>
        <p:spPr>
          <a:xfrm>
            <a:off x="2616858" y="4001538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30" name="OTLSHAPE_SLT_cb9354636fcb4a14b51b295445637712_ShapePercentage" hidden="1">
            <a:extLst>
              <a:ext uri="{FF2B5EF4-FFF2-40B4-BE49-F238E27FC236}">
                <a16:creationId xmlns:a16="http://schemas.microsoft.com/office/drawing/2014/main" id="{C2FCB447-C0BF-D344-4054-25AC8B4B7939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1108238" y="1264095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7" name="OTLSHAPE_SL2A_9d68dad176a24c6bb2240f334520d19f_Header" hidden="1">
            <a:extLst>
              <a:ext uri="{FF2B5EF4-FFF2-40B4-BE49-F238E27FC236}">
                <a16:creationId xmlns:a16="http://schemas.microsoft.com/office/drawing/2014/main" id="{7E309181-5BFC-232D-0353-3BC40606BA76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2876" y="-1465899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49" name="OTLSHAPE_SL2A_6b64f1401354464d9117d0e8f3ba60bc_Header" hidden="1">
            <a:extLst>
              <a:ext uri="{FF2B5EF4-FFF2-40B4-BE49-F238E27FC236}">
                <a16:creationId xmlns:a16="http://schemas.microsoft.com/office/drawing/2014/main" id="{08B3D0DA-C38D-DBD6-9C73-798F9A407628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2876" y="-1465899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16" name="OTLSHAPE_SL2A_7be066ad79f44de4ada79b5bf4d65a7d_Header" hidden="1">
            <a:extLst>
              <a:ext uri="{FF2B5EF4-FFF2-40B4-BE49-F238E27FC236}">
                <a16:creationId xmlns:a16="http://schemas.microsoft.com/office/drawing/2014/main" id="{C64CE9D9-6A82-2D36-FCC1-D5C9EF6A0258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2700" y="-247257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78" name="OTLSHAPE_SL_ffb3da1e1aed4b1ca515092ffa784720_Header">
            <a:extLst>
              <a:ext uri="{FF2B5EF4-FFF2-40B4-BE49-F238E27FC236}">
                <a16:creationId xmlns:a16="http://schemas.microsoft.com/office/drawing/2014/main" id="{F105EFDD-018E-9AFE-8500-519EB449FF0A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63500" y="5673514"/>
            <a:ext cx="901674" cy="5581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da-DK" sz="1100">
                <a:solidFill>
                  <a:schemeClr val="lt1"/>
                </a:solidFill>
                <a:latin typeface="Calibri" panose="020F0502020204030204" pitchFamily="34" charset="0"/>
              </a:rPr>
              <a:t>Tilbudsfasen ( endeligt tilbud)</a:t>
            </a:r>
          </a:p>
        </p:txBody>
      </p:sp>
      <p:sp>
        <p:nvSpPr>
          <p:cNvPr id="84" name="OTLSHAPE_SL_e342acf0382d4f249c5a253a624709c6_Header">
            <a:extLst>
              <a:ext uri="{FF2B5EF4-FFF2-40B4-BE49-F238E27FC236}">
                <a16:creationId xmlns:a16="http://schemas.microsoft.com/office/drawing/2014/main" id="{ABFFB248-A01C-A6A5-B7C7-E76E6DD84A1B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63500" y="2582821"/>
            <a:ext cx="901674" cy="3721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da-DK" sz="1100">
                <a:solidFill>
                  <a:schemeClr val="lt1"/>
                </a:solidFill>
                <a:latin typeface="Calibri" panose="020F0502020204030204" pitchFamily="34" charset="0"/>
              </a:rPr>
              <a:t>Prækvalificeringsfasen</a:t>
            </a:r>
          </a:p>
        </p:txBody>
      </p:sp>
      <p:sp>
        <p:nvSpPr>
          <p:cNvPr id="60" name="OTLSHAPE_SL_42ab00fdbe064324b9206586a25f8920_Header">
            <a:extLst>
              <a:ext uri="{FF2B5EF4-FFF2-40B4-BE49-F238E27FC236}">
                <a16:creationId xmlns:a16="http://schemas.microsoft.com/office/drawing/2014/main" id="{EF75A9F7-2CAE-3A34-6B97-C49532FA98D1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63500" y="3902965"/>
            <a:ext cx="901700" cy="5581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da-DK" sz="1100">
                <a:solidFill>
                  <a:schemeClr val="lt1"/>
                </a:solidFill>
                <a:latin typeface="Calibri" panose="020F0502020204030204" pitchFamily="34" charset="0"/>
              </a:rPr>
              <a:t>Tilbudsfasen(indledende tilbud)</a:t>
            </a:r>
          </a:p>
        </p:txBody>
      </p:sp>
      <p:sp>
        <p:nvSpPr>
          <p:cNvPr id="91" name="OTLSHAPE_SL_61309fa8226147f8840d50ca0372ed55_Header">
            <a:extLst>
              <a:ext uri="{FF2B5EF4-FFF2-40B4-BE49-F238E27FC236}">
                <a16:creationId xmlns:a16="http://schemas.microsoft.com/office/drawing/2014/main" id="{4C8E559B-AF1C-0A8F-B3CF-0FBD96316904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63500" y="1613705"/>
            <a:ext cx="9017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da-DK" sz="1100">
                <a:solidFill>
                  <a:schemeClr val="lt1"/>
                </a:solidFill>
                <a:latin typeface="Calibri" panose="020F0502020204030204" pitchFamily="34" charset="0"/>
              </a:rPr>
              <a:t>Lovgivning</a:t>
            </a:r>
          </a:p>
        </p:txBody>
      </p:sp>
      <p:sp>
        <p:nvSpPr>
          <p:cNvPr id="93" name="OTLSHAPE_SL2A_8bac5d99b132445294831183b13a577c_Header" hidden="1">
            <a:extLst>
              <a:ext uri="{FF2B5EF4-FFF2-40B4-BE49-F238E27FC236}">
                <a16:creationId xmlns:a16="http://schemas.microsoft.com/office/drawing/2014/main" id="{E1EFC59D-DEE8-9768-1490-F4C8270AEF6E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12700" y="-695181"/>
            <a:ext cx="0" cy="1692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OTLSHAPE_SLT_793064b52b104843ae01ddc3553cd3a6_BaselineShape" hidden="1">
            <a:extLst>
              <a:ext uri="{FF2B5EF4-FFF2-40B4-BE49-F238E27FC236}">
                <a16:creationId xmlns:a16="http://schemas.microsoft.com/office/drawing/2014/main" id="{9E924861-ED65-F9C5-2BBE-AEA10AA83A12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1092200" y="239608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6" name="OTLSHAPE_SLT_48333d2f9c474b488a6b2f6fe824b18f_BaselineShape" hidden="1">
            <a:extLst>
              <a:ext uri="{FF2B5EF4-FFF2-40B4-BE49-F238E27FC236}">
                <a16:creationId xmlns:a16="http://schemas.microsoft.com/office/drawing/2014/main" id="{FF5A5282-A98D-ADAE-9314-280650C7F5A3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1092200" y="260470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1" name="OTLSHAPE_SLT_d2150977aa1840c088fa7ba22ad4337a_BaselineShape" hidden="1">
            <a:extLst>
              <a:ext uri="{FF2B5EF4-FFF2-40B4-BE49-F238E27FC236}">
                <a16:creationId xmlns:a16="http://schemas.microsoft.com/office/drawing/2014/main" id="{4C7F34FE-BA73-0FA3-C334-A1C133E0CE66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1092200" y="2813326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2" name="OTLSHAPE_SLT_a117c9290e954429a7fd0e765103a8f8_BaselineShape" hidden="1">
            <a:extLst>
              <a:ext uri="{FF2B5EF4-FFF2-40B4-BE49-F238E27FC236}">
                <a16:creationId xmlns:a16="http://schemas.microsoft.com/office/drawing/2014/main" id="{252A0D7A-764D-EA98-918F-CC5B6DADA579}"/>
              </a:ext>
            </a:extLst>
          </p:cNvPr>
          <p:cNvSpPr/>
          <p:nvPr>
            <p:custDataLst>
              <p:tags r:id="rId94"/>
            </p:custDataLst>
          </p:nvPr>
        </p:nvSpPr>
        <p:spPr>
          <a:xfrm>
            <a:off x="1092200" y="3464582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4" name="OTLSHAPE_SLT_53356cb6fc694509b06b6f98d269c3b8_BaselineShape" hidden="1">
            <a:extLst>
              <a:ext uri="{FF2B5EF4-FFF2-40B4-BE49-F238E27FC236}">
                <a16:creationId xmlns:a16="http://schemas.microsoft.com/office/drawing/2014/main" id="{CE280F5D-E8E2-B011-BDDD-C95B08911EDD}"/>
              </a:ext>
            </a:extLst>
          </p:cNvPr>
          <p:cNvSpPr/>
          <p:nvPr>
            <p:custDataLst>
              <p:tags r:id="rId95"/>
            </p:custDataLst>
          </p:nvPr>
        </p:nvSpPr>
        <p:spPr>
          <a:xfrm>
            <a:off x="1092200" y="563966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4" name="OTLSHAPE_SLT_9607039238f148d3af908c696ccee6ca_BaselineShape" hidden="1">
            <a:extLst>
              <a:ext uri="{FF2B5EF4-FFF2-40B4-BE49-F238E27FC236}">
                <a16:creationId xmlns:a16="http://schemas.microsoft.com/office/drawing/2014/main" id="{A5364756-A8C6-B4AE-85C7-C6D9D4160A01}"/>
              </a:ext>
            </a:extLst>
          </p:cNvPr>
          <p:cNvSpPr/>
          <p:nvPr>
            <p:custDataLst>
              <p:tags r:id="rId96"/>
            </p:custDataLst>
          </p:nvPr>
        </p:nvSpPr>
        <p:spPr>
          <a:xfrm>
            <a:off x="1092200" y="3673201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7" name="OTLSHAPE_SLT_344d70109017485ba495627cd132e8ce_BaselineShape" hidden="1">
            <a:extLst>
              <a:ext uri="{FF2B5EF4-FFF2-40B4-BE49-F238E27FC236}">
                <a16:creationId xmlns:a16="http://schemas.microsoft.com/office/drawing/2014/main" id="{1CA70900-97A5-FA3C-397F-53039766F154}"/>
              </a:ext>
            </a:extLst>
          </p:cNvPr>
          <p:cNvSpPr/>
          <p:nvPr>
            <p:custDataLst>
              <p:tags r:id="rId97"/>
            </p:custDataLst>
          </p:nvPr>
        </p:nvSpPr>
        <p:spPr>
          <a:xfrm>
            <a:off x="1092200" y="429905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9" name="OTLSHAPE_SLT_41c47d8aa6374d36b65258ba2b73b548_BaselineShape" hidden="1">
            <a:extLst>
              <a:ext uri="{FF2B5EF4-FFF2-40B4-BE49-F238E27FC236}">
                <a16:creationId xmlns:a16="http://schemas.microsoft.com/office/drawing/2014/main" id="{69FB04A5-66E6-A044-1F55-43B3D9D67136}"/>
              </a:ext>
            </a:extLst>
          </p:cNvPr>
          <p:cNvSpPr/>
          <p:nvPr>
            <p:custDataLst>
              <p:tags r:id="rId98"/>
            </p:custDataLst>
          </p:nvPr>
        </p:nvSpPr>
        <p:spPr>
          <a:xfrm>
            <a:off x="1092200" y="4741694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9" name="OTLSHAPE_SLT_89fddf98f15c4aefaacd88461091bd83_BaselineShape" hidden="1">
            <a:extLst>
              <a:ext uri="{FF2B5EF4-FFF2-40B4-BE49-F238E27FC236}">
                <a16:creationId xmlns:a16="http://schemas.microsoft.com/office/drawing/2014/main" id="{468DF5A7-AAA8-51AE-0AF1-EF6B8E0E36F2}"/>
              </a:ext>
            </a:extLst>
          </p:cNvPr>
          <p:cNvSpPr/>
          <p:nvPr>
            <p:custDataLst>
              <p:tags r:id="rId99"/>
            </p:custDataLst>
          </p:nvPr>
        </p:nvSpPr>
        <p:spPr>
          <a:xfrm>
            <a:off x="1092200" y="4950313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39" name="OTLSHAPE_SLT_890b2a7e5a0b4295a5b137307163f722_BaselineShape" hidden="1">
            <a:extLst>
              <a:ext uri="{FF2B5EF4-FFF2-40B4-BE49-F238E27FC236}">
                <a16:creationId xmlns:a16="http://schemas.microsoft.com/office/drawing/2014/main" id="{1758BDC6-DF7B-A071-3D20-51F58927A025}"/>
              </a:ext>
            </a:extLst>
          </p:cNvPr>
          <p:cNvSpPr/>
          <p:nvPr>
            <p:custDataLst>
              <p:tags r:id="rId100"/>
            </p:custDataLst>
          </p:nvPr>
        </p:nvSpPr>
        <p:spPr>
          <a:xfrm>
            <a:off x="1092200" y="5431050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72" name="OTLSHAPE_SLT_b13c82efd6df40968ccae6ae10d22b24_BaselineShape" hidden="1">
            <a:extLst>
              <a:ext uri="{FF2B5EF4-FFF2-40B4-BE49-F238E27FC236}">
                <a16:creationId xmlns:a16="http://schemas.microsoft.com/office/drawing/2014/main" id="{16EE3A54-C924-7C21-C986-65837E83C595}"/>
              </a:ext>
            </a:extLst>
          </p:cNvPr>
          <p:cNvSpPr/>
          <p:nvPr>
            <p:custDataLst>
              <p:tags r:id="rId101"/>
            </p:custDataLst>
          </p:nvPr>
        </p:nvSpPr>
        <p:spPr>
          <a:xfrm>
            <a:off x="1092200" y="584828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2" name="OTLSHAPE_SLT_341d7a57058e47b9825c6e1cbfda372c_BaselineShape" hidden="1">
            <a:extLst>
              <a:ext uri="{FF2B5EF4-FFF2-40B4-BE49-F238E27FC236}">
                <a16:creationId xmlns:a16="http://schemas.microsoft.com/office/drawing/2014/main" id="{AC9DDC5A-BA9C-5F5F-25B4-EB99F37CF67A}"/>
              </a:ext>
            </a:extLst>
          </p:cNvPr>
          <p:cNvSpPr/>
          <p:nvPr>
            <p:custDataLst>
              <p:tags r:id="rId102"/>
            </p:custDataLst>
          </p:nvPr>
        </p:nvSpPr>
        <p:spPr>
          <a:xfrm>
            <a:off x="1092200" y="6524944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OTLSHAPE_SLT_5b9c94de9b844980a53911859c3feb82_BaselineShape" hidden="1">
            <a:extLst>
              <a:ext uri="{FF2B5EF4-FFF2-40B4-BE49-F238E27FC236}">
                <a16:creationId xmlns:a16="http://schemas.microsoft.com/office/drawing/2014/main" id="{EC7342D9-3AA4-D6D7-2A80-159BE5A0156F}"/>
              </a:ext>
            </a:extLst>
          </p:cNvPr>
          <p:cNvSpPr/>
          <p:nvPr>
            <p:custDataLst>
              <p:tags r:id="rId103"/>
            </p:custDataLst>
          </p:nvPr>
        </p:nvSpPr>
        <p:spPr>
          <a:xfrm>
            <a:off x="1092200" y="5222431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OTLSHAPE_SLT_6e9a2dfb351b4c97bc577e8206a31e1e_BaselineShape" hidden="1">
            <a:extLst>
              <a:ext uri="{FF2B5EF4-FFF2-40B4-BE49-F238E27FC236}">
                <a16:creationId xmlns:a16="http://schemas.microsoft.com/office/drawing/2014/main" id="{6B4C3EAB-E99C-4E81-E16B-FC7C29944ED2}"/>
              </a:ext>
            </a:extLst>
          </p:cNvPr>
          <p:cNvSpPr/>
          <p:nvPr>
            <p:custDataLst>
              <p:tags r:id="rId104"/>
            </p:custDataLst>
          </p:nvPr>
        </p:nvSpPr>
        <p:spPr>
          <a:xfrm>
            <a:off x="1092200" y="1561614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7" name="OTLSHAPE_SLT_1db80466d51e476b985fa499a11e2cfd_BaselineShape" hidden="1">
            <a:extLst>
              <a:ext uri="{FF2B5EF4-FFF2-40B4-BE49-F238E27FC236}">
                <a16:creationId xmlns:a16="http://schemas.microsoft.com/office/drawing/2014/main" id="{FE6AA37A-6AB5-8A09-FD9F-A3DE89A3368E}"/>
              </a:ext>
            </a:extLst>
          </p:cNvPr>
          <p:cNvSpPr/>
          <p:nvPr>
            <p:custDataLst>
              <p:tags r:id="rId105"/>
            </p:custDataLst>
          </p:nvPr>
        </p:nvSpPr>
        <p:spPr>
          <a:xfrm>
            <a:off x="1092200" y="1940751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1" name="OTLSHAPE_SLT_b6df7b5660ba497e9f52d1c67809c0d4_BaselineShape" hidden="1">
            <a:extLst>
              <a:ext uri="{FF2B5EF4-FFF2-40B4-BE49-F238E27FC236}">
                <a16:creationId xmlns:a16="http://schemas.microsoft.com/office/drawing/2014/main" id="{899E2EF9-9AEE-593F-C3F5-86160C841626}"/>
              </a:ext>
            </a:extLst>
          </p:cNvPr>
          <p:cNvSpPr/>
          <p:nvPr>
            <p:custDataLst>
              <p:tags r:id="rId106"/>
            </p:custDataLst>
          </p:nvPr>
        </p:nvSpPr>
        <p:spPr>
          <a:xfrm>
            <a:off x="1092200" y="388181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8" name="OTLSHAPE_SLT_f087876e7c1f4858b637d9a67ec6ead7_BaselineShape" hidden="1">
            <a:extLst>
              <a:ext uri="{FF2B5EF4-FFF2-40B4-BE49-F238E27FC236}">
                <a16:creationId xmlns:a16="http://schemas.microsoft.com/office/drawing/2014/main" id="{8F37E275-1021-560E-86A1-C0C1D14FAC41}"/>
              </a:ext>
            </a:extLst>
          </p:cNvPr>
          <p:cNvSpPr/>
          <p:nvPr>
            <p:custDataLst>
              <p:tags r:id="rId107"/>
            </p:custDataLst>
          </p:nvPr>
        </p:nvSpPr>
        <p:spPr>
          <a:xfrm>
            <a:off x="1092200" y="4090438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31" name="OTLSHAPE_SLT_cb9354636fcb4a14b51b295445637712_BaselineShape" hidden="1">
            <a:extLst>
              <a:ext uri="{FF2B5EF4-FFF2-40B4-BE49-F238E27FC236}">
                <a16:creationId xmlns:a16="http://schemas.microsoft.com/office/drawing/2014/main" id="{76DB0F9F-7095-25D7-39BC-61DA17A16661}"/>
              </a:ext>
            </a:extLst>
          </p:cNvPr>
          <p:cNvSpPr/>
          <p:nvPr>
            <p:custDataLst>
              <p:tags r:id="rId108"/>
            </p:custDataLst>
          </p:nvPr>
        </p:nvSpPr>
        <p:spPr>
          <a:xfrm>
            <a:off x="1092200" y="1352995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OTLSHAPE_SLM_117d8e14c5c34e908218c132ef1731f5_Shape">
            <a:extLst>
              <a:ext uri="{FF2B5EF4-FFF2-40B4-BE49-F238E27FC236}">
                <a16:creationId xmlns:a16="http://schemas.microsoft.com/office/drawing/2014/main" id="{A3779B63-0C24-8223-6335-6D29CFB906B1}"/>
              </a:ext>
            </a:extLst>
          </p:cNvPr>
          <p:cNvSpPr/>
          <p:nvPr>
            <p:custDataLst>
              <p:tags r:id="rId109"/>
            </p:custDataLst>
          </p:nvPr>
        </p:nvSpPr>
        <p:spPr>
          <a:xfrm rot="16200000">
            <a:off x="2004679" y="2999254"/>
            <a:ext cx="165100" cy="165100"/>
          </a:xfrm>
          <a:prstGeom prst="flowChartMerge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98" name="OTLSHAPE_SLM_ca2dba5e8631492299766d1e063960f2_Shape">
            <a:extLst>
              <a:ext uri="{FF2B5EF4-FFF2-40B4-BE49-F238E27FC236}">
                <a16:creationId xmlns:a16="http://schemas.microsoft.com/office/drawing/2014/main" id="{6E86958F-15DD-8434-64C5-78DB045B40D6}"/>
              </a:ext>
            </a:extLst>
          </p:cNvPr>
          <p:cNvSpPr/>
          <p:nvPr>
            <p:custDataLst>
              <p:tags r:id="rId110"/>
            </p:custDataLst>
          </p:nvPr>
        </p:nvSpPr>
        <p:spPr>
          <a:xfrm rot="16200000">
            <a:off x="5503369" y="6625612"/>
            <a:ext cx="165100" cy="165100"/>
          </a:xfrm>
          <a:prstGeom prst="flowChartMerge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176" name="OTLSHAPE_SLM_a56026f052e34e3eb37bdb473ea0c096_Shape">
            <a:extLst>
              <a:ext uri="{FF2B5EF4-FFF2-40B4-BE49-F238E27FC236}">
                <a16:creationId xmlns:a16="http://schemas.microsoft.com/office/drawing/2014/main" id="{55C2D854-F299-1228-8B69-F1ED24956216}"/>
              </a:ext>
            </a:extLst>
          </p:cNvPr>
          <p:cNvSpPr/>
          <p:nvPr>
            <p:custDataLst>
              <p:tags r:id="rId111"/>
            </p:custDataLst>
          </p:nvPr>
        </p:nvSpPr>
        <p:spPr>
          <a:xfrm rot="16200000">
            <a:off x="2983670" y="4399725"/>
            <a:ext cx="165100" cy="165100"/>
          </a:xfrm>
          <a:prstGeom prst="flowChartMerge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27" name="OTLSHAPE_SLM_945e09ac089f43139b847b2e14cafba9_Shape">
            <a:extLst>
              <a:ext uri="{FF2B5EF4-FFF2-40B4-BE49-F238E27FC236}">
                <a16:creationId xmlns:a16="http://schemas.microsoft.com/office/drawing/2014/main" id="{FB017320-AB72-A32B-2A73-F8856AA07AAD}"/>
              </a:ext>
            </a:extLst>
          </p:cNvPr>
          <p:cNvSpPr/>
          <p:nvPr>
            <p:custDataLst>
              <p:tags r:id="rId112"/>
            </p:custDataLst>
          </p:nvPr>
        </p:nvSpPr>
        <p:spPr>
          <a:xfrm rot="16200000">
            <a:off x="4829310" y="5948956"/>
            <a:ext cx="165100" cy="165100"/>
          </a:xfrm>
          <a:prstGeom prst="flowChartMerge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228" name="OTLSHAPE_SLM_11f8036784e14bea9f23f1cfda4cd785_Shape">
            <a:extLst>
              <a:ext uri="{FF2B5EF4-FFF2-40B4-BE49-F238E27FC236}">
                <a16:creationId xmlns:a16="http://schemas.microsoft.com/office/drawing/2014/main" id="{B0181B48-CD2B-0AC6-C32F-7974C528302B}"/>
              </a:ext>
            </a:extLst>
          </p:cNvPr>
          <p:cNvSpPr/>
          <p:nvPr>
            <p:custDataLst>
              <p:tags r:id="rId113"/>
            </p:custDataLst>
          </p:nvPr>
        </p:nvSpPr>
        <p:spPr>
          <a:xfrm rot="16200000">
            <a:off x="5278683" y="6182975"/>
            <a:ext cx="165100" cy="165100"/>
          </a:xfrm>
          <a:prstGeom prst="flowChartMerge">
            <a:avLst/>
          </a:prstGeom>
          <a:solidFill>
            <a:srgbClr val="1AAA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6" name="OTLSHAPE_TB_00000000000000000000000000000000_TodayMarkerShape" hidden="1">
            <a:extLst>
              <a:ext uri="{FF2B5EF4-FFF2-40B4-BE49-F238E27FC236}">
                <a16:creationId xmlns:a16="http://schemas.microsoft.com/office/drawing/2014/main" id="{4B8D58B9-FEEC-B3BD-3683-A5532B97E22D}"/>
              </a:ext>
            </a:extLst>
          </p:cNvPr>
          <p:cNvSpPr/>
          <p:nvPr>
            <p:custDataLst>
              <p:tags r:id="rId114"/>
            </p:custDataLst>
          </p:nvPr>
        </p:nvSpPr>
        <p:spPr>
          <a:xfrm>
            <a:off x="1066074" y="1140736"/>
            <a:ext cx="63500" cy="6096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799"/>
          </a:p>
        </p:txBody>
      </p:sp>
      <p:sp>
        <p:nvSpPr>
          <p:cNvPr id="131" name="OTLSHAPE_SLT_53356cb6fc694509b06b6f98d269c3b8_Duration" hidden="1">
            <a:extLst>
              <a:ext uri="{FF2B5EF4-FFF2-40B4-BE49-F238E27FC236}">
                <a16:creationId xmlns:a16="http://schemas.microsoft.com/office/drawing/2014/main" id="{B9F77E79-F1DD-AC01-976A-A0469C753DB0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12875" y="-293626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3 days</a:t>
            </a:r>
          </a:p>
        </p:txBody>
      </p:sp>
      <p:sp>
        <p:nvSpPr>
          <p:cNvPr id="133" name="OTLSHAPE_SLT_53356cb6fc694509b06b6f98d269c3b8_StartDate" hidden="1">
            <a:extLst>
              <a:ext uri="{FF2B5EF4-FFF2-40B4-BE49-F238E27FC236}">
                <a16:creationId xmlns:a16="http://schemas.microsoft.com/office/drawing/2014/main" id="{16FA17A8-5D99-61AE-467C-587A4BD23804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12876" y="-5411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34" name="OTLSHAPE_SLT_53356cb6fc694509b06b6f98d269c3b8_EndDate" hidden="1">
            <a:extLst>
              <a:ext uri="{FF2B5EF4-FFF2-40B4-BE49-F238E27FC236}">
                <a16:creationId xmlns:a16="http://schemas.microsoft.com/office/drawing/2014/main" id="{D8B794B3-E86C-C233-6E93-455FD7449F20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12876" y="-54119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53" name="OTLSHAPE_SLT_a117c9290e954429a7fd0e765103a8f8_Duration" hidden="1">
            <a:extLst>
              <a:ext uri="{FF2B5EF4-FFF2-40B4-BE49-F238E27FC236}">
                <a16:creationId xmlns:a16="http://schemas.microsoft.com/office/drawing/2014/main" id="{96EFF3BA-B2B4-555E-ED39-2F1064C51E57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12875" y="-293626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33 days</a:t>
            </a:r>
          </a:p>
        </p:txBody>
      </p:sp>
      <p:sp>
        <p:nvSpPr>
          <p:cNvPr id="155" name="OTLSHAPE_SLT_a117c9290e954429a7fd0e765103a8f8_StartDate" hidden="1">
            <a:extLst>
              <a:ext uri="{FF2B5EF4-FFF2-40B4-BE49-F238E27FC236}">
                <a16:creationId xmlns:a16="http://schemas.microsoft.com/office/drawing/2014/main" id="{6374115F-1C2F-A276-0925-FA9E4A715579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12876" y="-6181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56" name="OTLSHAPE_SLT_a117c9290e954429a7fd0e765103a8f8_EndDate" hidden="1">
            <a:extLst>
              <a:ext uri="{FF2B5EF4-FFF2-40B4-BE49-F238E27FC236}">
                <a16:creationId xmlns:a16="http://schemas.microsoft.com/office/drawing/2014/main" id="{61DDF50A-F24C-3E23-8AD4-C21A1F4E9FA3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12876" y="-61812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32" name="OTLSHAPE_SLT_53356cb6fc694509b06b6f98d269c3b8_TextPercentage" hidden="1">
            <a:extLst>
              <a:ext uri="{FF2B5EF4-FFF2-40B4-BE49-F238E27FC236}">
                <a16:creationId xmlns:a16="http://schemas.microsoft.com/office/drawing/2014/main" id="{09C54EED-B030-4484-04B7-49C75E2144F3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0551548" y="476017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 spc="-1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54" name="OTLSHAPE_SLT_a117c9290e954429a7fd0e765103a8f8_TextPercentage" hidden="1">
            <a:extLst>
              <a:ext uri="{FF2B5EF4-FFF2-40B4-BE49-F238E27FC236}">
                <a16:creationId xmlns:a16="http://schemas.microsoft.com/office/drawing/2014/main" id="{34D66928-D785-03C7-811C-0FE9E6D0CBC8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5981568" y="445537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 spc="-1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85" name="OTLSHAPE_SLT_793064b52b104843ae01ddc3553cd3a6_Duration" hidden="1">
            <a:extLst>
              <a:ext uri="{FF2B5EF4-FFF2-40B4-BE49-F238E27FC236}">
                <a16:creationId xmlns:a16="http://schemas.microsoft.com/office/drawing/2014/main" id="{B9D7F41E-4BCB-4723-A920-0A39C9EF2F98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12700" y="-381804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26 days</a:t>
            </a:r>
          </a:p>
        </p:txBody>
      </p:sp>
      <p:sp>
        <p:nvSpPr>
          <p:cNvPr id="286" name="OTLSHAPE_SLT_793064b52b104843ae01ddc3553cd3a6_TextPercentage" hidden="1">
            <a:extLst>
              <a:ext uri="{FF2B5EF4-FFF2-40B4-BE49-F238E27FC236}">
                <a16:creationId xmlns:a16="http://schemas.microsoft.com/office/drawing/2014/main" id="{07080B26-7363-488F-B479-A3311964EAFC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12700" y="-2689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87" name="OTLSHAPE_SLT_793064b52b104843ae01ddc3553cd3a6_StartDate" hidden="1">
            <a:extLst>
              <a:ext uri="{FF2B5EF4-FFF2-40B4-BE49-F238E27FC236}">
                <a16:creationId xmlns:a16="http://schemas.microsoft.com/office/drawing/2014/main" id="{4806ADC1-9368-24D3-87DE-03070AF873FA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12700" y="-15657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88" name="OTLSHAPE_SLT_793064b52b104843ae01ddc3553cd3a6_EndDate" hidden="1">
            <a:extLst>
              <a:ext uri="{FF2B5EF4-FFF2-40B4-BE49-F238E27FC236}">
                <a16:creationId xmlns:a16="http://schemas.microsoft.com/office/drawing/2014/main" id="{AC592F60-0A56-2788-F59F-B595B54BEE34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12700" y="-15657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06" name="OTLSHAPE_SLT_48333d2f9c474b488a6b2f6fe824b18f_Duration" hidden="1">
            <a:extLst>
              <a:ext uri="{FF2B5EF4-FFF2-40B4-BE49-F238E27FC236}">
                <a16:creationId xmlns:a16="http://schemas.microsoft.com/office/drawing/2014/main" id="{A59DD858-5923-4147-9439-0CF81F6527E1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25 days</a:t>
            </a:r>
          </a:p>
        </p:txBody>
      </p:sp>
      <p:sp>
        <p:nvSpPr>
          <p:cNvPr id="107" name="OTLSHAPE_SLT_48333d2f9c474b488a6b2f6fe824b18f_TextPercentage" hidden="1">
            <a:extLst>
              <a:ext uri="{FF2B5EF4-FFF2-40B4-BE49-F238E27FC236}">
                <a16:creationId xmlns:a16="http://schemas.microsoft.com/office/drawing/2014/main" id="{4BAF4931-6C4F-787C-9D86-78766B42EEBD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08" name="OTLSHAPE_SLT_48333d2f9c474b488a6b2f6fe824b18f_StartDate" hidden="1">
            <a:extLst>
              <a:ext uri="{FF2B5EF4-FFF2-40B4-BE49-F238E27FC236}">
                <a16:creationId xmlns:a16="http://schemas.microsoft.com/office/drawing/2014/main" id="{40D9C5A8-B237-9F53-EE98-7C824D4ADDAD}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09" name="OTLSHAPE_SLT_48333d2f9c474b488a6b2f6fe824b18f_EndDate" hidden="1">
            <a:extLst>
              <a:ext uri="{FF2B5EF4-FFF2-40B4-BE49-F238E27FC236}">
                <a16:creationId xmlns:a16="http://schemas.microsoft.com/office/drawing/2014/main" id="{48E1755F-3F07-F535-7EE4-590DF9BA2B38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20" name="OTLSHAPE_SLT_d2150977aa1840c088fa7ba22ad4337a_Duration" hidden="1">
            <a:extLst>
              <a:ext uri="{FF2B5EF4-FFF2-40B4-BE49-F238E27FC236}">
                <a16:creationId xmlns:a16="http://schemas.microsoft.com/office/drawing/2014/main" id="{B44FC447-68A3-CAF6-1D74-3B23F6A47DAD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>
            <a:off x="12700" y="-376198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</a:p>
        </p:txBody>
      </p:sp>
      <p:sp>
        <p:nvSpPr>
          <p:cNvPr id="121" name="OTLSHAPE_SLT_d2150977aa1840c088fa7ba22ad4337a_TextPercentage" hidden="1">
            <a:extLst>
              <a:ext uri="{FF2B5EF4-FFF2-40B4-BE49-F238E27FC236}">
                <a16:creationId xmlns:a16="http://schemas.microsoft.com/office/drawing/2014/main" id="{2250FDD9-CAA6-6383-5BE5-33BE8945DB1E}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22" name="OTLSHAPE_SLT_d2150977aa1840c088fa7ba22ad4337a_StartDate" hidden="1">
            <a:extLst>
              <a:ext uri="{FF2B5EF4-FFF2-40B4-BE49-F238E27FC236}">
                <a16:creationId xmlns:a16="http://schemas.microsoft.com/office/drawing/2014/main" id="{69021718-BBD8-4761-EC98-A0C00CF95421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23" name="OTLSHAPE_SLT_d2150977aa1840c088fa7ba22ad4337a_EndDate" hidden="1">
            <a:extLst>
              <a:ext uri="{FF2B5EF4-FFF2-40B4-BE49-F238E27FC236}">
                <a16:creationId xmlns:a16="http://schemas.microsoft.com/office/drawing/2014/main" id="{A04C03D0-0729-D414-74F4-E7A470EC1642}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35" name="OTLSHAPE_SLT_53356cb6fc694509b06b6f98d269c3b8_JoinedDate">
            <a:extLst>
              <a:ext uri="{FF2B5EF4-FFF2-40B4-BE49-F238E27FC236}">
                <a16:creationId xmlns:a16="http://schemas.microsoft.com/office/drawing/2014/main" id="{A2199960-2510-7AA3-FDA9-5CEA002C8DD3}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3807924" y="5545019"/>
            <a:ext cx="736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2">
                <a:solidFill>
                  <a:srgbClr val="44546A"/>
                </a:solidFill>
                <a:latin typeface="Calibri" panose="020F0502020204030204" pitchFamily="34" charset="0"/>
              </a:rPr>
              <a:t>maj 6 - maj 11</a:t>
            </a:r>
            <a:endParaRPr lang="da-DK" sz="900" spc="-2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57" name="OTLSHAPE_SLT_a117c9290e954429a7fd0e765103a8f8_JoinedDate">
            <a:extLst>
              <a:ext uri="{FF2B5EF4-FFF2-40B4-BE49-F238E27FC236}">
                <a16:creationId xmlns:a16="http://schemas.microsoft.com/office/drawing/2014/main" id="{DDD9D308-08B1-D5A9-81B9-21989DF48849}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1348016" y="3369933"/>
            <a:ext cx="698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2">
                <a:solidFill>
                  <a:srgbClr val="44546A"/>
                </a:solidFill>
                <a:latin typeface="Calibri" panose="020F0502020204030204" pitchFamily="34" charset="0"/>
              </a:rPr>
              <a:t>dec 2 - jan 17</a:t>
            </a:r>
            <a:endParaRPr lang="da-DK" sz="900" spc="-2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89" name="OTLSHAPE_SLT_793064b52b104843ae01ddc3553cd3a6_JoinedDate">
            <a:extLst>
              <a:ext uri="{FF2B5EF4-FFF2-40B4-BE49-F238E27FC236}">
                <a16:creationId xmlns:a16="http://schemas.microsoft.com/office/drawing/2014/main" id="{7935E032-2096-7253-9C17-4D852B768E31}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417877" y="2301439"/>
            <a:ext cx="63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4">
                <a:solidFill>
                  <a:srgbClr val="44546A"/>
                </a:solidFill>
                <a:latin typeface="Calibri" panose="020F0502020204030204" pitchFamily="34" charset="0"/>
              </a:rPr>
              <a:t>okt 2 - nov 8</a:t>
            </a:r>
            <a:endParaRPr lang="da-DK" sz="900" spc="-4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7" name="OTLSHAPE_TB_00000000000000000000000000000000_TodayMarkerText" hidden="1">
            <a:extLst>
              <a:ext uri="{FF2B5EF4-FFF2-40B4-BE49-F238E27FC236}">
                <a16:creationId xmlns:a16="http://schemas.microsoft.com/office/drawing/2014/main" id="{786FAC50-DFDC-CEAA-CA42-6C206093630C}"/>
              </a:ext>
            </a:extLst>
          </p:cNvPr>
          <p:cNvSpPr txBox="1"/>
          <p:nvPr>
            <p:custDataLst>
              <p:tags r:id="rId138"/>
            </p:custDataLst>
          </p:nvPr>
        </p:nvSpPr>
        <p:spPr>
          <a:xfrm>
            <a:off x="3681045" y="1520878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da-DK" sz="1200" spc="-12">
                <a:solidFill>
                  <a:schemeClr val="dk1"/>
                </a:solidFill>
                <a:latin typeface="Calibri" panose="020F0502020204030204" pitchFamily="34" charset="0"/>
              </a:rPr>
              <a:t>I dag</a:t>
            </a:r>
            <a:endParaRPr lang="da-DK" sz="1200" spc="-12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7C699E4E-E4DC-879E-1940-1B1676E98010}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1143000" y="755101"/>
            <a:ext cx="31418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0">
                <a:solidFill>
                  <a:schemeClr val="lt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12" name="OTLSHAPE_TB_00000000000000000000000000000000_TimescaleInterval2">
            <a:extLst>
              <a:ext uri="{FF2B5EF4-FFF2-40B4-BE49-F238E27FC236}">
                <a16:creationId xmlns:a16="http://schemas.microsoft.com/office/drawing/2014/main" id="{B9D7783B-1D05-5D9C-8D10-179C12BD5468}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2619511" y="755101"/>
            <a:ext cx="31418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0">
                <a:solidFill>
                  <a:schemeClr val="lt1"/>
                </a:solidFill>
                <a:latin typeface="Calibri" panose="020F0502020204030204" pitchFamily="34" charset="0"/>
              </a:rPr>
              <a:t>2027</a:t>
            </a:r>
          </a:p>
        </p:txBody>
      </p:sp>
      <p:sp>
        <p:nvSpPr>
          <p:cNvPr id="136" name="OTLSHAPE_SLT_53356cb6fc694509b06b6f98d269c3b8_Title">
            <a:extLst>
              <a:ext uri="{FF2B5EF4-FFF2-40B4-BE49-F238E27FC236}">
                <a16:creationId xmlns:a16="http://schemas.microsoft.com/office/drawing/2014/main" id="{F5D63D82-2271-85D7-094A-DE716AA5BA62}"/>
              </a:ext>
            </a:extLst>
          </p:cNvPr>
          <p:cNvSpPr txBox="1"/>
          <p:nvPr>
            <p:custDataLst>
              <p:tags r:id="rId141"/>
            </p:custDataLst>
          </p:nvPr>
        </p:nvSpPr>
        <p:spPr>
          <a:xfrm>
            <a:off x="4721924" y="5533477"/>
            <a:ext cx="18542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Udarbejdelse af indstilingsnotat</a:t>
            </a:r>
          </a:p>
        </p:txBody>
      </p:sp>
      <p:sp>
        <p:nvSpPr>
          <p:cNvPr id="158" name="OTLSHAPE_SLT_a117c9290e954429a7fd0e765103a8f8_Title">
            <a:extLst>
              <a:ext uri="{FF2B5EF4-FFF2-40B4-BE49-F238E27FC236}">
                <a16:creationId xmlns:a16="http://schemas.microsoft.com/office/drawing/2014/main" id="{782B34D0-DC3F-806C-47CE-65F221349D21}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2892334" y="3358391"/>
            <a:ext cx="1739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2">
                <a:solidFill>
                  <a:schemeClr val="dk1"/>
                </a:solidFill>
                <a:latin typeface="Calibri" panose="020F0502020204030204" pitchFamily="34" charset="0"/>
              </a:rPr>
              <a:t>tilbudsgiver udarbejder tilbud</a:t>
            </a:r>
          </a:p>
        </p:txBody>
      </p:sp>
      <p:sp>
        <p:nvSpPr>
          <p:cNvPr id="245" name="OTLSHAPE_TB_00000000000000000000000000000000_MiddleTimescaleInterval1">
            <a:extLst>
              <a:ext uri="{FF2B5EF4-FFF2-40B4-BE49-F238E27FC236}">
                <a16:creationId xmlns:a16="http://schemas.microsoft.com/office/drawing/2014/main" id="{7EE6754D-04C9-E6F9-2EE2-78E15AF65BDF}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1143000" y="947125"/>
            <a:ext cx="1951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2">
                <a:solidFill>
                  <a:schemeClr val="lt1"/>
                </a:solidFill>
                <a:latin typeface="Calibri" panose="020F0502020204030204" pitchFamily="34" charset="0"/>
              </a:rPr>
              <a:t>okt</a:t>
            </a:r>
          </a:p>
        </p:txBody>
      </p:sp>
      <p:sp>
        <p:nvSpPr>
          <p:cNvPr id="247" name="OTLSHAPE_TB_00000000000000000000000000000000_MiddleTimescaleInterval2">
            <a:extLst>
              <a:ext uri="{FF2B5EF4-FFF2-40B4-BE49-F238E27FC236}">
                <a16:creationId xmlns:a16="http://schemas.microsoft.com/office/drawing/2014/main" id="{7947DF83-E4A9-BA65-E79C-F93E2391868E}"/>
              </a:ext>
            </a:extLst>
          </p:cNvPr>
          <p:cNvSpPr txBox="1"/>
          <p:nvPr>
            <p:custDataLst>
              <p:tags r:id="rId144"/>
            </p:custDataLst>
          </p:nvPr>
        </p:nvSpPr>
        <p:spPr>
          <a:xfrm>
            <a:off x="1640520" y="947125"/>
            <a:ext cx="23012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249" name="OTLSHAPE_TB_00000000000000000000000000000000_MiddleTimescaleInterval3">
            <a:extLst>
              <a:ext uri="{FF2B5EF4-FFF2-40B4-BE49-F238E27FC236}">
                <a16:creationId xmlns:a16="http://schemas.microsoft.com/office/drawing/2014/main" id="{021C0F4F-F3E7-DFBB-1824-6A9894FA02ED}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2121991" y="947125"/>
            <a:ext cx="2228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252" name="OTLSHAPE_TB_00000000000000000000000000000000_MiddleTimescaleInterval4">
            <a:extLst>
              <a:ext uri="{FF2B5EF4-FFF2-40B4-BE49-F238E27FC236}">
                <a16:creationId xmlns:a16="http://schemas.microsoft.com/office/drawing/2014/main" id="{572A62EF-7213-D099-9EAF-16442A6C2FB2}"/>
              </a:ext>
            </a:extLst>
          </p:cNvPr>
          <p:cNvSpPr txBox="1"/>
          <p:nvPr>
            <p:custDataLst>
              <p:tags r:id="rId146"/>
            </p:custDataLst>
          </p:nvPr>
        </p:nvSpPr>
        <p:spPr>
          <a:xfrm>
            <a:off x="2619511" y="947125"/>
            <a:ext cx="18921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254" name="OTLSHAPE_TB_00000000000000000000000000000000_MiddleTimescaleInterval5">
            <a:extLst>
              <a:ext uri="{FF2B5EF4-FFF2-40B4-BE49-F238E27FC236}">
                <a16:creationId xmlns:a16="http://schemas.microsoft.com/office/drawing/2014/main" id="{40BE5BB2-2F22-1CB7-A3D7-0FEBA8DA504F}"/>
              </a:ext>
            </a:extLst>
          </p:cNvPr>
          <p:cNvSpPr txBox="1"/>
          <p:nvPr>
            <p:custDataLst>
              <p:tags r:id="rId147"/>
            </p:custDataLst>
          </p:nvPr>
        </p:nvSpPr>
        <p:spPr>
          <a:xfrm>
            <a:off x="3117032" y="947125"/>
            <a:ext cx="1951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256" name="OTLSHAPE_TB_00000000000000000000000000000000_MiddleTimescaleInterval6">
            <a:extLst>
              <a:ext uri="{FF2B5EF4-FFF2-40B4-BE49-F238E27FC236}">
                <a16:creationId xmlns:a16="http://schemas.microsoft.com/office/drawing/2014/main" id="{79595C05-9DA9-3E72-36B7-8D2C068F954A}"/>
              </a:ext>
            </a:extLst>
          </p:cNvPr>
          <p:cNvSpPr txBox="1"/>
          <p:nvPr>
            <p:custDataLst>
              <p:tags r:id="rId148"/>
            </p:custDataLst>
          </p:nvPr>
        </p:nvSpPr>
        <p:spPr>
          <a:xfrm>
            <a:off x="3566405" y="947125"/>
            <a:ext cx="243913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258" name="OTLSHAPE_TB_00000000000000000000000000000000_MiddleTimescaleInterval7">
            <a:extLst>
              <a:ext uri="{FF2B5EF4-FFF2-40B4-BE49-F238E27FC236}">
                <a16:creationId xmlns:a16="http://schemas.microsoft.com/office/drawing/2014/main" id="{4919F7F2-8C42-D6B9-E7AE-587E65A94EF4}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4063925" y="947125"/>
            <a:ext cx="20678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290" name="OTLSHAPE_SLT_793064b52b104843ae01ddc3553cd3a6_Title">
            <a:extLst>
              <a:ext uri="{FF2B5EF4-FFF2-40B4-BE49-F238E27FC236}">
                <a16:creationId xmlns:a16="http://schemas.microsoft.com/office/drawing/2014/main" id="{6C02015F-853C-3484-D251-8AC41BEA9196}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768901" y="2289897"/>
            <a:ext cx="24511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Leverandøren udarbejder prækvalifikation</a:t>
            </a:r>
            <a:endParaRPr lang="da-DK" sz="1050" b="1" spc="-4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OTLSHAPE_TB_00000000000000000000000000000000_MiddleTimescaleInterval8">
            <a:extLst>
              <a:ext uri="{FF2B5EF4-FFF2-40B4-BE49-F238E27FC236}">
                <a16:creationId xmlns:a16="http://schemas.microsoft.com/office/drawing/2014/main" id="{4FA24BA0-3B43-BA60-8581-C4745D7F7FEA}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>
            <a:off x="4545396" y="947125"/>
            <a:ext cx="23173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0">
                <a:solidFill>
                  <a:schemeClr val="lt1"/>
                </a:solidFill>
                <a:latin typeface="Calibri" panose="020F0502020204030204" pitchFamily="34" charset="0"/>
              </a:rPr>
              <a:t>maj</a:t>
            </a:r>
          </a:p>
        </p:txBody>
      </p:sp>
      <p:sp>
        <p:nvSpPr>
          <p:cNvPr id="110" name="OTLSHAPE_SLT_48333d2f9c474b488a6b2f6fe824b18f_JoinedDate">
            <a:extLst>
              <a:ext uri="{FF2B5EF4-FFF2-40B4-BE49-F238E27FC236}">
                <a16:creationId xmlns:a16="http://schemas.microsoft.com/office/drawing/2014/main" id="{9E4D1F11-13FC-195D-743B-5B18149E6746}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433915" y="2510058"/>
            <a:ext cx="635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4">
                <a:solidFill>
                  <a:srgbClr val="44546A"/>
                </a:solidFill>
                <a:latin typeface="Calibri" panose="020F0502020204030204" pitchFamily="34" charset="0"/>
              </a:rPr>
              <a:t>okt 2 - nov 8</a:t>
            </a:r>
          </a:p>
        </p:txBody>
      </p:sp>
      <p:sp>
        <p:nvSpPr>
          <p:cNvPr id="111" name="OTLSHAPE_SLT_48333d2f9c474b488a6b2f6fe824b18f_Title">
            <a:extLst>
              <a:ext uri="{FF2B5EF4-FFF2-40B4-BE49-F238E27FC236}">
                <a16:creationId xmlns:a16="http://schemas.microsoft.com/office/drawing/2014/main" id="{A5A7C026-488C-58A4-86CC-7634601383FF}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1768901" y="2498516"/>
            <a:ext cx="2159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Besvarelse af spørgmål fra ansøgerne</a:t>
            </a:r>
          </a:p>
        </p:txBody>
      </p:sp>
      <p:sp>
        <p:nvSpPr>
          <p:cNvPr id="124" name="OTLSHAPE_SLT_d2150977aa1840c088fa7ba22ad4337a_JoinedDate">
            <a:extLst>
              <a:ext uri="{FF2B5EF4-FFF2-40B4-BE49-F238E27FC236}">
                <a16:creationId xmlns:a16="http://schemas.microsoft.com/office/drawing/2014/main" id="{B986016A-449A-AE2C-49C3-6BAF3714B5BB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955513" y="2718677"/>
            <a:ext cx="736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4">
                <a:solidFill>
                  <a:srgbClr val="44546A"/>
                </a:solidFill>
                <a:latin typeface="Calibri" panose="020F0502020204030204" pitchFamily="34" charset="0"/>
              </a:rPr>
              <a:t>nov 9 - nov 30</a:t>
            </a:r>
          </a:p>
        </p:txBody>
      </p:sp>
      <p:sp>
        <p:nvSpPr>
          <p:cNvPr id="125" name="OTLSHAPE_SLT_d2150977aa1840c088fa7ba22ad4337a_Title">
            <a:extLst>
              <a:ext uri="{FF2B5EF4-FFF2-40B4-BE49-F238E27FC236}">
                <a16:creationId xmlns:a16="http://schemas.microsoft.com/office/drawing/2014/main" id="{B1040348-F359-A418-CABF-8E480678E32C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2121980" y="2707135"/>
            <a:ext cx="21971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6">
                <a:solidFill>
                  <a:schemeClr val="dk1"/>
                </a:solidFill>
                <a:latin typeface="Calibri" panose="020F0502020204030204" pitchFamily="34" charset="0"/>
              </a:rPr>
              <a:t>Vurdering og indstilling vedr prækval. </a:t>
            </a:r>
          </a:p>
        </p:txBody>
      </p:sp>
      <p:sp>
        <p:nvSpPr>
          <p:cNvPr id="10" name="OTLSHAPE_SLM_117d8e14c5c34e908218c132ef1731f5_Date">
            <a:extLst>
              <a:ext uri="{FF2B5EF4-FFF2-40B4-BE49-F238E27FC236}">
                <a16:creationId xmlns:a16="http://schemas.microsoft.com/office/drawing/2014/main" id="{D415A51E-B80A-559E-F16F-D1FE08A993B9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1677146" y="3012555"/>
            <a:ext cx="2794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6">
                <a:solidFill>
                  <a:srgbClr val="44546A"/>
                </a:solidFill>
                <a:latin typeface="Calibri" panose="020F0502020204030204" pitchFamily="34" charset="0"/>
              </a:rPr>
              <a:t>dec 1</a:t>
            </a:r>
          </a:p>
        </p:txBody>
      </p:sp>
      <p:sp>
        <p:nvSpPr>
          <p:cNvPr id="11" name="OTLSHAPE_SLM_117d8e14c5c34e908218c132ef1731f5_Title">
            <a:extLst>
              <a:ext uri="{FF2B5EF4-FFF2-40B4-BE49-F238E27FC236}">
                <a16:creationId xmlns:a16="http://schemas.microsoft.com/office/drawing/2014/main" id="{6C775573-756F-B840-E0BC-AB785DEA1932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2220579" y="2920221"/>
            <a:ext cx="24892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>
                <a:solidFill>
                  <a:schemeClr val="dk1"/>
                </a:solidFill>
                <a:latin typeface="Calibri" panose="020F0502020204030204" pitchFamily="34" charset="0"/>
              </a:rPr>
              <a:t>sende afslagsbreve og opfordringsbreve til at skrive tilbud</a:t>
            </a:r>
          </a:p>
        </p:txBody>
      </p:sp>
      <p:sp>
        <p:nvSpPr>
          <p:cNvPr id="55" name="OTLSHAPE_SLT_793064b52b104843ae01ddc3553cd3a6_Variance" hidden="1">
            <a:extLst>
              <a:ext uri="{FF2B5EF4-FFF2-40B4-BE49-F238E27FC236}">
                <a16:creationId xmlns:a16="http://schemas.microsoft.com/office/drawing/2014/main" id="{948DFBDD-930F-AF96-F086-E4E381D3AF81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7" name="OTLSHAPE_SLT_48333d2f9c474b488a6b2f6fe824b18f_Variance" hidden="1">
            <a:extLst>
              <a:ext uri="{FF2B5EF4-FFF2-40B4-BE49-F238E27FC236}">
                <a16:creationId xmlns:a16="http://schemas.microsoft.com/office/drawing/2014/main" id="{F0EF135A-C1D4-2587-E078-E714BEDACB7A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2" name="OTLSHAPE_SLT_d2150977aa1840c088fa7ba22ad4337a_Variance" hidden="1">
            <a:extLst>
              <a:ext uri="{FF2B5EF4-FFF2-40B4-BE49-F238E27FC236}">
                <a16:creationId xmlns:a16="http://schemas.microsoft.com/office/drawing/2014/main" id="{9F319A14-E44F-837E-8542-1B3F8AA76CF5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OTLSHAPE_SLM_117d8e14c5c34e908218c132ef1731f5_Variance" hidden="1">
            <a:extLst>
              <a:ext uri="{FF2B5EF4-FFF2-40B4-BE49-F238E27FC236}">
                <a16:creationId xmlns:a16="http://schemas.microsoft.com/office/drawing/2014/main" id="{C71A20CB-89E6-B264-F3BB-FCF186912791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12700" y="-4165367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1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73" name="OTLSHAPE_SLT_a117c9290e954429a7fd0e765103a8f8_Variance" hidden="1">
            <a:extLst>
              <a:ext uri="{FF2B5EF4-FFF2-40B4-BE49-F238E27FC236}">
                <a16:creationId xmlns:a16="http://schemas.microsoft.com/office/drawing/2014/main" id="{8BD908AE-992C-5F44-CDA5-1DDD8A347031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75" name="OTLSHAPE_SLT_53356cb6fc694509b06b6f98d269c3b8_Variance" hidden="1">
            <a:extLst>
              <a:ext uri="{FF2B5EF4-FFF2-40B4-BE49-F238E27FC236}">
                <a16:creationId xmlns:a16="http://schemas.microsoft.com/office/drawing/2014/main" id="{CCBCB73E-854A-02F5-7165-F8CA8CB47CB9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83" name="OTLSHAPE_SLT_9607039238f148d3af908c696ccee6ca_Duration" hidden="1">
            <a:extLst>
              <a:ext uri="{FF2B5EF4-FFF2-40B4-BE49-F238E27FC236}">
                <a16:creationId xmlns:a16="http://schemas.microsoft.com/office/drawing/2014/main" id="{14EFED8C-D5FF-E74D-800B-546C61BEBB90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33 days</a:t>
            </a:r>
          </a:p>
        </p:txBody>
      </p:sp>
      <p:sp>
        <p:nvSpPr>
          <p:cNvPr id="184" name="OTLSHAPE_SLT_9607039238f148d3af908c696ccee6ca_Variance" hidden="1">
            <a:extLst>
              <a:ext uri="{FF2B5EF4-FFF2-40B4-BE49-F238E27FC236}">
                <a16:creationId xmlns:a16="http://schemas.microsoft.com/office/drawing/2014/main" id="{285EF63C-E8A1-9C59-35FD-6D112FFDDE14}"/>
              </a:ext>
            </a:extLst>
          </p:cNvPr>
          <p:cNvSpPr txBox="1"/>
          <p:nvPr>
            <p:custDataLst>
              <p:tags r:id="rId165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85" name="OTLSHAPE_SLT_9607039238f148d3af908c696ccee6ca_StartDate" hidden="1">
            <a:extLst>
              <a:ext uri="{FF2B5EF4-FFF2-40B4-BE49-F238E27FC236}">
                <a16:creationId xmlns:a16="http://schemas.microsoft.com/office/drawing/2014/main" id="{16E9B6AC-41C4-34EB-BB84-7572D7D2D9E9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6" name="OTLSHAPE_SLT_9607039238f148d3af908c696ccee6ca_EndDate" hidden="1">
            <a:extLst>
              <a:ext uri="{FF2B5EF4-FFF2-40B4-BE49-F238E27FC236}">
                <a16:creationId xmlns:a16="http://schemas.microsoft.com/office/drawing/2014/main" id="{E675979F-FF3C-889B-8A5A-00003F8705C8}"/>
              </a:ext>
            </a:extLst>
          </p:cNvPr>
          <p:cNvSpPr txBox="1"/>
          <p:nvPr>
            <p:custDataLst>
              <p:tags r:id="rId16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87" name="OTLSHAPE_SLT_9607039238f148d3af908c696ccee6ca_JoinedDate">
            <a:extLst>
              <a:ext uri="{FF2B5EF4-FFF2-40B4-BE49-F238E27FC236}">
                <a16:creationId xmlns:a16="http://schemas.microsoft.com/office/drawing/2014/main" id="{5ED9F639-C1B3-DEDC-40F9-18AF7A1A72E3}"/>
              </a:ext>
            </a:extLst>
          </p:cNvPr>
          <p:cNvSpPr txBox="1"/>
          <p:nvPr>
            <p:custDataLst>
              <p:tags r:id="rId168"/>
            </p:custDataLst>
          </p:nvPr>
        </p:nvSpPr>
        <p:spPr>
          <a:xfrm>
            <a:off x="1348016" y="3578551"/>
            <a:ext cx="698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2">
                <a:solidFill>
                  <a:srgbClr val="44546A"/>
                </a:solidFill>
                <a:latin typeface="Calibri" panose="020F0502020204030204" pitchFamily="34" charset="0"/>
              </a:rPr>
              <a:t>dec 2 - jan 17</a:t>
            </a:r>
          </a:p>
        </p:txBody>
      </p:sp>
      <p:sp>
        <p:nvSpPr>
          <p:cNvPr id="188" name="OTLSHAPE_SLT_9607039238f148d3af908c696ccee6ca_Title">
            <a:extLst>
              <a:ext uri="{FF2B5EF4-FFF2-40B4-BE49-F238E27FC236}">
                <a16:creationId xmlns:a16="http://schemas.microsoft.com/office/drawing/2014/main" id="{7064AB7C-12BD-0BB7-B28D-BDF077FAB79A}"/>
              </a:ext>
            </a:extLst>
          </p:cNvPr>
          <p:cNvSpPr txBox="1"/>
          <p:nvPr>
            <p:custDataLst>
              <p:tags r:id="rId169"/>
            </p:custDataLst>
          </p:nvPr>
        </p:nvSpPr>
        <p:spPr>
          <a:xfrm>
            <a:off x="2892334" y="3567009"/>
            <a:ext cx="34925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Samlet periode for besvarelse af spørgsmål fra leverandøren</a:t>
            </a:r>
          </a:p>
        </p:txBody>
      </p:sp>
      <p:sp>
        <p:nvSpPr>
          <p:cNvPr id="189" name="OTLSHAPE_SLT_9607039238f148d3af908c696ccee6ca_TextPercentage" hidden="1">
            <a:extLst>
              <a:ext uri="{FF2B5EF4-FFF2-40B4-BE49-F238E27FC236}">
                <a16:creationId xmlns:a16="http://schemas.microsoft.com/office/drawing/2014/main" id="{74E04C00-5F88-2784-896C-AB3A20D3D104}"/>
              </a:ext>
            </a:extLst>
          </p:cNvPr>
          <p:cNvSpPr txBox="1"/>
          <p:nvPr>
            <p:custDataLst>
              <p:tags r:id="rId17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99" name="OTLSHAPE_SLT_344d70109017485ba495627cd132e8ce_Duration" hidden="1">
            <a:extLst>
              <a:ext uri="{FF2B5EF4-FFF2-40B4-BE49-F238E27FC236}">
                <a16:creationId xmlns:a16="http://schemas.microsoft.com/office/drawing/2014/main" id="{E12EC947-80D2-C9B9-6699-11E42CF5B412}"/>
              </a:ext>
            </a:extLst>
          </p:cNvPr>
          <p:cNvSpPr txBox="1"/>
          <p:nvPr>
            <p:custDataLst>
              <p:tags r:id="rId171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13 days</a:t>
            </a:r>
          </a:p>
        </p:txBody>
      </p:sp>
      <p:sp>
        <p:nvSpPr>
          <p:cNvPr id="200" name="OTLSHAPE_SLT_344d70109017485ba495627cd132e8ce_Variance" hidden="1">
            <a:extLst>
              <a:ext uri="{FF2B5EF4-FFF2-40B4-BE49-F238E27FC236}">
                <a16:creationId xmlns:a16="http://schemas.microsoft.com/office/drawing/2014/main" id="{BDAA0B34-A4CC-7A62-E60C-39C42001AA92}"/>
              </a:ext>
            </a:extLst>
          </p:cNvPr>
          <p:cNvSpPr txBox="1"/>
          <p:nvPr>
            <p:custDataLst>
              <p:tags r:id="rId172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01" name="OTLSHAPE_SLT_344d70109017485ba495627cd132e8ce_StartDate" hidden="1">
            <a:extLst>
              <a:ext uri="{FF2B5EF4-FFF2-40B4-BE49-F238E27FC236}">
                <a16:creationId xmlns:a16="http://schemas.microsoft.com/office/drawing/2014/main" id="{2C8E061D-0DB3-EFE8-F83E-4E2719DFCC98}"/>
              </a:ext>
            </a:extLst>
          </p:cNvPr>
          <p:cNvSpPr txBox="1"/>
          <p:nvPr>
            <p:custDataLst>
              <p:tags r:id="rId17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3" name="OTLSHAPE_SLT_344d70109017485ba495627cd132e8ce_EndDate" hidden="1">
            <a:extLst>
              <a:ext uri="{FF2B5EF4-FFF2-40B4-BE49-F238E27FC236}">
                <a16:creationId xmlns:a16="http://schemas.microsoft.com/office/drawing/2014/main" id="{A37FDF50-1BD4-9AEA-5A4A-D0848A885337}"/>
              </a:ext>
            </a:extLst>
          </p:cNvPr>
          <p:cNvSpPr txBox="1"/>
          <p:nvPr>
            <p:custDataLst>
              <p:tags r:id="rId17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04" name="OTLSHAPE_SLT_344d70109017485ba495627cd132e8ce_JoinedDate">
            <a:extLst>
              <a:ext uri="{FF2B5EF4-FFF2-40B4-BE49-F238E27FC236}">
                <a16:creationId xmlns:a16="http://schemas.microsoft.com/office/drawing/2014/main" id="{09D7F572-4C45-C609-BEA0-C141DA6C78CB}"/>
              </a:ext>
            </a:extLst>
          </p:cNvPr>
          <p:cNvSpPr txBox="1"/>
          <p:nvPr>
            <p:custDataLst>
              <p:tags r:id="rId175"/>
            </p:custDataLst>
          </p:nvPr>
        </p:nvSpPr>
        <p:spPr>
          <a:xfrm>
            <a:off x="1951284" y="4204407"/>
            <a:ext cx="736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2">
                <a:solidFill>
                  <a:srgbClr val="44546A"/>
                </a:solidFill>
                <a:latin typeface="Calibri" panose="020F0502020204030204" pitchFamily="34" charset="0"/>
              </a:rPr>
              <a:t>jan 11 - jan 27</a:t>
            </a:r>
          </a:p>
        </p:txBody>
      </p:sp>
      <p:sp>
        <p:nvSpPr>
          <p:cNvPr id="205" name="OTLSHAPE_SLT_344d70109017485ba495627cd132e8ce_Title">
            <a:extLst>
              <a:ext uri="{FF2B5EF4-FFF2-40B4-BE49-F238E27FC236}">
                <a16:creationId xmlns:a16="http://schemas.microsoft.com/office/drawing/2014/main" id="{FE9EE787-BB71-4B9C-301E-4C822A71DDBA}"/>
              </a:ext>
            </a:extLst>
          </p:cNvPr>
          <p:cNvSpPr txBox="1"/>
          <p:nvPr>
            <p:custDataLst>
              <p:tags r:id="rId176"/>
            </p:custDataLst>
          </p:nvPr>
        </p:nvSpPr>
        <p:spPr>
          <a:xfrm>
            <a:off x="3052824" y="4192865"/>
            <a:ext cx="22352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Evaluering af tilbud + sp til forhandling</a:t>
            </a:r>
          </a:p>
        </p:txBody>
      </p:sp>
      <p:sp>
        <p:nvSpPr>
          <p:cNvPr id="206" name="OTLSHAPE_SLT_344d70109017485ba495627cd132e8ce_TextPercentage" hidden="1">
            <a:extLst>
              <a:ext uri="{FF2B5EF4-FFF2-40B4-BE49-F238E27FC236}">
                <a16:creationId xmlns:a16="http://schemas.microsoft.com/office/drawing/2014/main" id="{19ED2EB6-F0E7-3774-075A-E62D0248CCED}"/>
              </a:ext>
            </a:extLst>
          </p:cNvPr>
          <p:cNvSpPr txBox="1"/>
          <p:nvPr>
            <p:custDataLst>
              <p:tags r:id="rId17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10" name="OTLSHAPE_SLT_41c47d8aa6374d36b65258ba2b73b548_Duration" hidden="1">
            <a:extLst>
              <a:ext uri="{FF2B5EF4-FFF2-40B4-BE49-F238E27FC236}">
                <a16:creationId xmlns:a16="http://schemas.microsoft.com/office/drawing/2014/main" id="{07DFE8F4-0DF8-6DCA-1E28-A44C1E40459B}"/>
              </a:ext>
            </a:extLst>
          </p:cNvPr>
          <p:cNvSpPr txBox="1"/>
          <p:nvPr>
            <p:custDataLst>
              <p:tags r:id="rId178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15 days</a:t>
            </a:r>
          </a:p>
        </p:txBody>
      </p:sp>
      <p:sp>
        <p:nvSpPr>
          <p:cNvPr id="211" name="OTLSHAPE_SLT_41c47d8aa6374d36b65258ba2b73b548_Variance" hidden="1">
            <a:extLst>
              <a:ext uri="{FF2B5EF4-FFF2-40B4-BE49-F238E27FC236}">
                <a16:creationId xmlns:a16="http://schemas.microsoft.com/office/drawing/2014/main" id="{BAE5FE23-BF60-EF6C-4186-A948759F048F}"/>
              </a:ext>
            </a:extLst>
          </p:cNvPr>
          <p:cNvSpPr txBox="1"/>
          <p:nvPr>
            <p:custDataLst>
              <p:tags r:id="rId179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12" name="OTLSHAPE_SLT_41c47d8aa6374d36b65258ba2b73b548_StartDate" hidden="1">
            <a:extLst>
              <a:ext uri="{FF2B5EF4-FFF2-40B4-BE49-F238E27FC236}">
                <a16:creationId xmlns:a16="http://schemas.microsoft.com/office/drawing/2014/main" id="{CBB45FD1-4DD9-58B3-9671-747FDBCA260D}"/>
              </a:ext>
            </a:extLst>
          </p:cNvPr>
          <p:cNvSpPr txBox="1"/>
          <p:nvPr>
            <p:custDataLst>
              <p:tags r:id="rId18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3" name="OTLSHAPE_SLT_41c47d8aa6374d36b65258ba2b73b548_EndDate" hidden="1">
            <a:extLst>
              <a:ext uri="{FF2B5EF4-FFF2-40B4-BE49-F238E27FC236}">
                <a16:creationId xmlns:a16="http://schemas.microsoft.com/office/drawing/2014/main" id="{8F714394-1F23-497C-6C03-E6B498E7A714}"/>
              </a:ext>
            </a:extLst>
          </p:cNvPr>
          <p:cNvSpPr txBox="1"/>
          <p:nvPr>
            <p:custDataLst>
              <p:tags r:id="rId18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14" name="OTLSHAPE_SLT_41c47d8aa6374d36b65258ba2b73b548_JoinedDate">
            <a:extLst>
              <a:ext uri="{FF2B5EF4-FFF2-40B4-BE49-F238E27FC236}">
                <a16:creationId xmlns:a16="http://schemas.microsoft.com/office/drawing/2014/main" id="{BFE8F534-2829-27BC-DAD8-1249EAED5DE0}"/>
              </a:ext>
            </a:extLst>
          </p:cNvPr>
          <p:cNvSpPr txBox="1"/>
          <p:nvPr>
            <p:custDataLst>
              <p:tags r:id="rId182"/>
            </p:custDataLst>
          </p:nvPr>
        </p:nvSpPr>
        <p:spPr>
          <a:xfrm>
            <a:off x="2337548" y="4647045"/>
            <a:ext cx="6731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8">
                <a:solidFill>
                  <a:srgbClr val="44546A"/>
                </a:solidFill>
                <a:latin typeface="Calibri" panose="020F0502020204030204" pitchFamily="34" charset="0"/>
              </a:rPr>
              <a:t>feb 1 - feb 21</a:t>
            </a:r>
          </a:p>
        </p:txBody>
      </p:sp>
      <p:sp>
        <p:nvSpPr>
          <p:cNvPr id="215" name="OTLSHAPE_SLT_41c47d8aa6374d36b65258ba2b73b548_Title">
            <a:extLst>
              <a:ext uri="{FF2B5EF4-FFF2-40B4-BE49-F238E27FC236}">
                <a16:creationId xmlns:a16="http://schemas.microsoft.com/office/drawing/2014/main" id="{12E95F27-9AB8-8481-7686-06D28614E020}"/>
              </a:ext>
            </a:extLst>
          </p:cNvPr>
          <p:cNvSpPr txBox="1"/>
          <p:nvPr>
            <p:custDataLst>
              <p:tags r:id="rId183"/>
            </p:custDataLst>
          </p:nvPr>
        </p:nvSpPr>
        <p:spPr>
          <a:xfrm>
            <a:off x="3454050" y="4635503"/>
            <a:ext cx="1930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Forhandlingsmøder gennemføres</a:t>
            </a:r>
          </a:p>
        </p:txBody>
      </p:sp>
      <p:sp>
        <p:nvSpPr>
          <p:cNvPr id="216" name="OTLSHAPE_SLT_41c47d8aa6374d36b65258ba2b73b548_TextPercentage" hidden="1">
            <a:extLst>
              <a:ext uri="{FF2B5EF4-FFF2-40B4-BE49-F238E27FC236}">
                <a16:creationId xmlns:a16="http://schemas.microsoft.com/office/drawing/2014/main" id="{ED4BFF79-E689-C37B-A0F5-E65631CBEBEE}"/>
              </a:ext>
            </a:extLst>
          </p:cNvPr>
          <p:cNvSpPr txBox="1"/>
          <p:nvPr>
            <p:custDataLst>
              <p:tags r:id="rId18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20" name="OTLSHAPE_SLT_89fddf98f15c4aefaacd88461091bd83_Duration" hidden="1">
            <a:extLst>
              <a:ext uri="{FF2B5EF4-FFF2-40B4-BE49-F238E27FC236}">
                <a16:creationId xmlns:a16="http://schemas.microsoft.com/office/drawing/2014/main" id="{8EE259B8-078B-9D78-7DAE-641C3362B4F0}"/>
              </a:ext>
            </a:extLst>
          </p:cNvPr>
          <p:cNvSpPr txBox="1"/>
          <p:nvPr>
            <p:custDataLst>
              <p:tags r:id="rId185"/>
            </p:custDataLst>
          </p:nvPr>
        </p:nvSpPr>
        <p:spPr>
          <a:xfrm>
            <a:off x="12700" y="-227915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9 days</a:t>
            </a:r>
          </a:p>
        </p:txBody>
      </p:sp>
      <p:sp>
        <p:nvSpPr>
          <p:cNvPr id="221" name="OTLSHAPE_SLT_89fddf98f15c4aefaacd88461091bd83_Variance" hidden="1">
            <a:extLst>
              <a:ext uri="{FF2B5EF4-FFF2-40B4-BE49-F238E27FC236}">
                <a16:creationId xmlns:a16="http://schemas.microsoft.com/office/drawing/2014/main" id="{CED283DF-50AB-46CB-6F27-955E8C289695}"/>
              </a:ext>
            </a:extLst>
          </p:cNvPr>
          <p:cNvSpPr txBox="1"/>
          <p:nvPr>
            <p:custDataLst>
              <p:tags r:id="rId186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22" name="OTLSHAPE_SLT_89fddf98f15c4aefaacd88461091bd83_StartDate" hidden="1">
            <a:extLst>
              <a:ext uri="{FF2B5EF4-FFF2-40B4-BE49-F238E27FC236}">
                <a16:creationId xmlns:a16="http://schemas.microsoft.com/office/drawing/2014/main" id="{D45067C7-74A3-E354-F797-C9D6ABDB4395}"/>
              </a:ext>
            </a:extLst>
          </p:cNvPr>
          <p:cNvSpPr txBox="1"/>
          <p:nvPr>
            <p:custDataLst>
              <p:tags r:id="rId18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23" name="OTLSHAPE_SLT_89fddf98f15c4aefaacd88461091bd83_EndDate" hidden="1">
            <a:extLst>
              <a:ext uri="{FF2B5EF4-FFF2-40B4-BE49-F238E27FC236}">
                <a16:creationId xmlns:a16="http://schemas.microsoft.com/office/drawing/2014/main" id="{70959145-2F12-9901-DDA3-1D4E1A1413F9}"/>
              </a:ext>
            </a:extLst>
          </p:cNvPr>
          <p:cNvSpPr txBox="1"/>
          <p:nvPr>
            <p:custDataLst>
              <p:tags r:id="rId18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24" name="OTLSHAPE_SLT_89fddf98f15c4aefaacd88461091bd83_JoinedDate">
            <a:extLst>
              <a:ext uri="{FF2B5EF4-FFF2-40B4-BE49-F238E27FC236}">
                <a16:creationId xmlns:a16="http://schemas.microsoft.com/office/drawing/2014/main" id="{CA6A83C4-C522-A42C-85F9-87236ACBB7BD}"/>
              </a:ext>
            </a:extLst>
          </p:cNvPr>
          <p:cNvSpPr txBox="1"/>
          <p:nvPr>
            <p:custDataLst>
              <p:tags r:id="rId189"/>
            </p:custDataLst>
          </p:nvPr>
        </p:nvSpPr>
        <p:spPr>
          <a:xfrm>
            <a:off x="2633557" y="4855663"/>
            <a:ext cx="7239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4">
                <a:solidFill>
                  <a:srgbClr val="44546A"/>
                </a:solidFill>
                <a:latin typeface="Calibri" panose="020F0502020204030204" pitchFamily="34" charset="0"/>
              </a:rPr>
              <a:t>feb 22 - mar 4</a:t>
            </a:r>
          </a:p>
        </p:txBody>
      </p:sp>
      <p:sp>
        <p:nvSpPr>
          <p:cNvPr id="225" name="OTLSHAPE_SLT_89fddf98f15c4aefaacd88461091bd83_Title">
            <a:extLst>
              <a:ext uri="{FF2B5EF4-FFF2-40B4-BE49-F238E27FC236}">
                <a16:creationId xmlns:a16="http://schemas.microsoft.com/office/drawing/2014/main" id="{AC0B949D-8EA8-FB63-66B3-58B4926B5A19}"/>
              </a:ext>
            </a:extLst>
          </p:cNvPr>
          <p:cNvSpPr txBox="1"/>
          <p:nvPr>
            <p:custDataLst>
              <p:tags r:id="rId190"/>
            </p:custDataLst>
          </p:nvPr>
        </p:nvSpPr>
        <p:spPr>
          <a:xfrm>
            <a:off x="3630590" y="4844121"/>
            <a:ext cx="17907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Revidering af udbudsmateriale</a:t>
            </a:r>
          </a:p>
        </p:txBody>
      </p:sp>
      <p:sp>
        <p:nvSpPr>
          <p:cNvPr id="226" name="OTLSHAPE_SLT_89fddf98f15c4aefaacd88461091bd83_TextPercentage" hidden="1">
            <a:extLst>
              <a:ext uri="{FF2B5EF4-FFF2-40B4-BE49-F238E27FC236}">
                <a16:creationId xmlns:a16="http://schemas.microsoft.com/office/drawing/2014/main" id="{570135F1-9370-CCFF-7F4F-588D34DA8B75}"/>
              </a:ext>
            </a:extLst>
          </p:cNvPr>
          <p:cNvSpPr txBox="1"/>
          <p:nvPr>
            <p:custDataLst>
              <p:tags r:id="rId19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40" name="OTLSHAPE_SLT_890b2a7e5a0b4295a5b137307163f722_Duration" hidden="1">
            <a:extLst>
              <a:ext uri="{FF2B5EF4-FFF2-40B4-BE49-F238E27FC236}">
                <a16:creationId xmlns:a16="http://schemas.microsoft.com/office/drawing/2014/main" id="{075FDB3C-EB02-BF3F-F271-5B15EC32B147}"/>
              </a:ext>
            </a:extLst>
          </p:cNvPr>
          <p:cNvSpPr txBox="1"/>
          <p:nvPr>
            <p:custDataLst>
              <p:tags r:id="rId192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13 days</a:t>
            </a:r>
          </a:p>
        </p:txBody>
      </p:sp>
      <p:sp>
        <p:nvSpPr>
          <p:cNvPr id="241" name="OTLSHAPE_SLT_890b2a7e5a0b4295a5b137307163f722_Variance" hidden="1">
            <a:extLst>
              <a:ext uri="{FF2B5EF4-FFF2-40B4-BE49-F238E27FC236}">
                <a16:creationId xmlns:a16="http://schemas.microsoft.com/office/drawing/2014/main" id="{260084EA-6A04-9AD7-9C66-1BB6BA15F71A}"/>
              </a:ext>
            </a:extLst>
          </p:cNvPr>
          <p:cNvSpPr txBox="1"/>
          <p:nvPr>
            <p:custDataLst>
              <p:tags r:id="rId193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59" name="OTLSHAPE_SLT_890b2a7e5a0b4295a5b137307163f722_StartDate" hidden="1">
            <a:extLst>
              <a:ext uri="{FF2B5EF4-FFF2-40B4-BE49-F238E27FC236}">
                <a16:creationId xmlns:a16="http://schemas.microsoft.com/office/drawing/2014/main" id="{BB88C5EF-8E3E-292C-57CB-F496CC2E5751}"/>
              </a:ext>
            </a:extLst>
          </p:cNvPr>
          <p:cNvSpPr txBox="1"/>
          <p:nvPr>
            <p:custDataLst>
              <p:tags r:id="rId19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60" name="OTLSHAPE_SLT_890b2a7e5a0b4295a5b137307163f722_EndDate" hidden="1">
            <a:extLst>
              <a:ext uri="{FF2B5EF4-FFF2-40B4-BE49-F238E27FC236}">
                <a16:creationId xmlns:a16="http://schemas.microsoft.com/office/drawing/2014/main" id="{A3B0EEAF-E167-6090-5BFD-D0E288EDCDD1}"/>
              </a:ext>
            </a:extLst>
          </p:cNvPr>
          <p:cNvSpPr txBox="1"/>
          <p:nvPr>
            <p:custDataLst>
              <p:tags r:id="rId19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61" name="OTLSHAPE_SLT_890b2a7e5a0b4295a5b137307163f722_JoinedDate">
            <a:extLst>
              <a:ext uri="{FF2B5EF4-FFF2-40B4-BE49-F238E27FC236}">
                <a16:creationId xmlns:a16="http://schemas.microsoft.com/office/drawing/2014/main" id="{94E40131-7823-1A62-F865-F39ECEFE7FED}"/>
              </a:ext>
            </a:extLst>
          </p:cNvPr>
          <p:cNvSpPr txBox="1"/>
          <p:nvPr>
            <p:custDataLst>
              <p:tags r:id="rId196"/>
            </p:custDataLst>
          </p:nvPr>
        </p:nvSpPr>
        <p:spPr>
          <a:xfrm>
            <a:off x="3539880" y="5336401"/>
            <a:ext cx="7239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2">
                <a:solidFill>
                  <a:srgbClr val="44546A"/>
                </a:solidFill>
                <a:latin typeface="Calibri" panose="020F0502020204030204" pitchFamily="34" charset="0"/>
              </a:rPr>
              <a:t>apr 19 - maj 5</a:t>
            </a:r>
            <a:endParaRPr lang="da-DK" sz="900" spc="-2" dirty="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62" name="OTLSHAPE_SLT_890b2a7e5a0b4295a5b137307163f722_Title">
            <a:extLst>
              <a:ext uri="{FF2B5EF4-FFF2-40B4-BE49-F238E27FC236}">
                <a16:creationId xmlns:a16="http://schemas.microsoft.com/office/drawing/2014/main" id="{57F0E3EE-C1FF-56A7-54D1-E4F3F7DACC30}"/>
              </a:ext>
            </a:extLst>
          </p:cNvPr>
          <p:cNvSpPr txBox="1"/>
          <p:nvPr>
            <p:custDataLst>
              <p:tags r:id="rId197"/>
            </p:custDataLst>
          </p:nvPr>
        </p:nvSpPr>
        <p:spPr>
          <a:xfrm>
            <a:off x="4625630" y="5324859"/>
            <a:ext cx="16256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6">
                <a:solidFill>
                  <a:schemeClr val="dk1"/>
                </a:solidFill>
                <a:latin typeface="Calibri" panose="020F0502020204030204" pitchFamily="34" charset="0"/>
              </a:rPr>
              <a:t>Evaluering af endeligt tilbud</a:t>
            </a:r>
          </a:p>
        </p:txBody>
      </p:sp>
      <p:sp>
        <p:nvSpPr>
          <p:cNvPr id="263" name="OTLSHAPE_SLT_890b2a7e5a0b4295a5b137307163f722_TextPercentage" hidden="1">
            <a:extLst>
              <a:ext uri="{FF2B5EF4-FFF2-40B4-BE49-F238E27FC236}">
                <a16:creationId xmlns:a16="http://schemas.microsoft.com/office/drawing/2014/main" id="{F55BED60-D256-3915-7941-306BED1C9C9C}"/>
              </a:ext>
            </a:extLst>
          </p:cNvPr>
          <p:cNvSpPr txBox="1"/>
          <p:nvPr>
            <p:custDataLst>
              <p:tags r:id="rId19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73" name="OTLSHAPE_SLT_b13c82efd6df40968ccae6ae10d22b24_Duration" hidden="1">
            <a:extLst>
              <a:ext uri="{FF2B5EF4-FFF2-40B4-BE49-F238E27FC236}">
                <a16:creationId xmlns:a16="http://schemas.microsoft.com/office/drawing/2014/main" id="{E98E2315-961F-B21F-49A6-A1148D43713E}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30 days</a:t>
            </a:r>
          </a:p>
        </p:txBody>
      </p:sp>
      <p:sp>
        <p:nvSpPr>
          <p:cNvPr id="274" name="OTLSHAPE_SLT_b13c82efd6df40968ccae6ae10d22b24_Variance" hidden="1">
            <a:extLst>
              <a:ext uri="{FF2B5EF4-FFF2-40B4-BE49-F238E27FC236}">
                <a16:creationId xmlns:a16="http://schemas.microsoft.com/office/drawing/2014/main" id="{0A843C13-F418-45A0-2719-88B902F0462B}"/>
              </a:ext>
            </a:extLst>
          </p:cNvPr>
          <p:cNvSpPr txBox="1"/>
          <p:nvPr>
            <p:custDataLst>
              <p:tags r:id="rId200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75" name="OTLSHAPE_SLT_b13c82efd6df40968ccae6ae10d22b24_StartDate" hidden="1">
            <a:extLst>
              <a:ext uri="{FF2B5EF4-FFF2-40B4-BE49-F238E27FC236}">
                <a16:creationId xmlns:a16="http://schemas.microsoft.com/office/drawing/2014/main" id="{EA910817-BE2C-282F-04BC-4E136082109B}"/>
              </a:ext>
            </a:extLst>
          </p:cNvPr>
          <p:cNvSpPr txBox="1"/>
          <p:nvPr>
            <p:custDataLst>
              <p:tags r:id="rId20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76" name="OTLSHAPE_SLT_b13c82efd6df40968ccae6ae10d22b24_EndDate" hidden="1">
            <a:extLst>
              <a:ext uri="{FF2B5EF4-FFF2-40B4-BE49-F238E27FC236}">
                <a16:creationId xmlns:a16="http://schemas.microsoft.com/office/drawing/2014/main" id="{3274D292-6EA7-04E2-3A8D-F7D3FB85C5DB}"/>
              </a:ext>
            </a:extLst>
          </p:cNvPr>
          <p:cNvSpPr txBox="1"/>
          <p:nvPr>
            <p:custDataLst>
              <p:tags r:id="rId20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77" name="OTLSHAPE_SLT_b13c82efd6df40968ccae6ae10d22b24_JoinedDate">
            <a:extLst>
              <a:ext uri="{FF2B5EF4-FFF2-40B4-BE49-F238E27FC236}">
                <a16:creationId xmlns:a16="http://schemas.microsoft.com/office/drawing/2014/main" id="{E3AA21F2-FC44-6273-288F-C05C2819D246}"/>
              </a:ext>
            </a:extLst>
          </p:cNvPr>
          <p:cNvSpPr txBox="1"/>
          <p:nvPr>
            <p:custDataLst>
              <p:tags r:id="rId203"/>
            </p:custDataLst>
          </p:nvPr>
        </p:nvSpPr>
        <p:spPr>
          <a:xfrm>
            <a:off x="3868658" y="5753638"/>
            <a:ext cx="774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2">
                <a:solidFill>
                  <a:srgbClr val="44546A"/>
                </a:solidFill>
                <a:latin typeface="Calibri" panose="020F0502020204030204" pitchFamily="34" charset="0"/>
              </a:rPr>
              <a:t>maj 12 - jun 23</a:t>
            </a:r>
          </a:p>
        </p:txBody>
      </p:sp>
      <p:sp>
        <p:nvSpPr>
          <p:cNvPr id="278" name="OTLSHAPE_SLT_b13c82efd6df40968ccae6ae10d22b24_Title">
            <a:extLst>
              <a:ext uri="{FF2B5EF4-FFF2-40B4-BE49-F238E27FC236}">
                <a16:creationId xmlns:a16="http://schemas.microsoft.com/office/drawing/2014/main" id="{DFA9CA3B-AA2E-644B-167D-4D5BB69B5AB9}"/>
              </a:ext>
            </a:extLst>
          </p:cNvPr>
          <p:cNvSpPr txBox="1"/>
          <p:nvPr>
            <p:custDataLst>
              <p:tags r:id="rId204"/>
            </p:custDataLst>
          </p:nvPr>
        </p:nvSpPr>
        <p:spPr>
          <a:xfrm>
            <a:off x="5412033" y="5742096"/>
            <a:ext cx="1676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Godkendelse med STG og DB</a:t>
            </a:r>
          </a:p>
        </p:txBody>
      </p:sp>
      <p:sp>
        <p:nvSpPr>
          <p:cNvPr id="279" name="OTLSHAPE_SLT_b13c82efd6df40968ccae6ae10d22b24_TextPercentage" hidden="1">
            <a:extLst>
              <a:ext uri="{FF2B5EF4-FFF2-40B4-BE49-F238E27FC236}">
                <a16:creationId xmlns:a16="http://schemas.microsoft.com/office/drawing/2014/main" id="{809EA985-473E-EDAF-692A-8EBFFE95B672}"/>
              </a:ext>
            </a:extLst>
          </p:cNvPr>
          <p:cNvSpPr txBox="1"/>
          <p:nvPr>
            <p:custDataLst>
              <p:tags r:id="rId20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91" name="OTLSHAPE_SLT_341d7a57058e47b9825c6e1cbfda372c_Duration" hidden="1">
            <a:extLst>
              <a:ext uri="{FF2B5EF4-FFF2-40B4-BE49-F238E27FC236}">
                <a16:creationId xmlns:a16="http://schemas.microsoft.com/office/drawing/2014/main" id="{C89D99D6-B007-20FD-4077-D38C48D67659}"/>
              </a:ext>
            </a:extLst>
          </p:cNvPr>
          <p:cNvSpPr txBox="1"/>
          <p:nvPr>
            <p:custDataLst>
              <p:tags r:id="rId206"/>
            </p:custDataLst>
          </p:nvPr>
        </p:nvSpPr>
        <p:spPr>
          <a:xfrm>
            <a:off x="12700" y="-227915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8 days</a:t>
            </a:r>
          </a:p>
        </p:txBody>
      </p:sp>
      <p:sp>
        <p:nvSpPr>
          <p:cNvPr id="292" name="OTLSHAPE_SLT_341d7a57058e47b9825c6e1cbfda372c_Variance" hidden="1">
            <a:extLst>
              <a:ext uri="{FF2B5EF4-FFF2-40B4-BE49-F238E27FC236}">
                <a16:creationId xmlns:a16="http://schemas.microsoft.com/office/drawing/2014/main" id="{0AF4C7C2-D586-37BC-3F16-8A097416CC97}"/>
              </a:ext>
            </a:extLst>
          </p:cNvPr>
          <p:cNvSpPr txBox="1"/>
          <p:nvPr>
            <p:custDataLst>
              <p:tags r:id="rId207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93" name="OTLSHAPE_SLT_341d7a57058e47b9825c6e1cbfda372c_StartDate" hidden="1">
            <a:extLst>
              <a:ext uri="{FF2B5EF4-FFF2-40B4-BE49-F238E27FC236}">
                <a16:creationId xmlns:a16="http://schemas.microsoft.com/office/drawing/2014/main" id="{A81983D8-1329-9119-CDF7-39A2CCBDF7BB}"/>
              </a:ext>
            </a:extLst>
          </p:cNvPr>
          <p:cNvSpPr txBox="1"/>
          <p:nvPr>
            <p:custDataLst>
              <p:tags r:id="rId20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94" name="OTLSHAPE_SLT_341d7a57058e47b9825c6e1cbfda372c_EndDate" hidden="1">
            <a:extLst>
              <a:ext uri="{FF2B5EF4-FFF2-40B4-BE49-F238E27FC236}">
                <a16:creationId xmlns:a16="http://schemas.microsoft.com/office/drawing/2014/main" id="{B639063C-324C-1A5A-E78D-15638B487464}"/>
              </a:ext>
            </a:extLst>
          </p:cNvPr>
          <p:cNvSpPr txBox="1"/>
          <p:nvPr>
            <p:custDataLst>
              <p:tags r:id="rId20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95" name="OTLSHAPE_SLT_341d7a57058e47b9825c6e1cbfda372c_JoinedDate">
            <a:extLst>
              <a:ext uri="{FF2B5EF4-FFF2-40B4-BE49-F238E27FC236}">
                <a16:creationId xmlns:a16="http://schemas.microsoft.com/office/drawing/2014/main" id="{4AEBA371-EDB0-FE0D-28A6-EB08F0154CDA}"/>
              </a:ext>
            </a:extLst>
          </p:cNvPr>
          <p:cNvSpPr txBox="1"/>
          <p:nvPr>
            <p:custDataLst>
              <p:tags r:id="rId210"/>
            </p:custDataLst>
          </p:nvPr>
        </p:nvSpPr>
        <p:spPr>
          <a:xfrm>
            <a:off x="4689577" y="6430294"/>
            <a:ext cx="6477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2">
                <a:solidFill>
                  <a:srgbClr val="44546A"/>
                </a:solidFill>
                <a:latin typeface="Calibri" panose="020F0502020204030204" pitchFamily="34" charset="0"/>
              </a:rPr>
              <a:t>jun 24 - jul 6</a:t>
            </a:r>
          </a:p>
        </p:txBody>
      </p:sp>
      <p:sp>
        <p:nvSpPr>
          <p:cNvPr id="296" name="OTLSHAPE_SLT_341d7a57058e47b9825c6e1cbfda372c_Title">
            <a:extLst>
              <a:ext uri="{FF2B5EF4-FFF2-40B4-BE49-F238E27FC236}">
                <a16:creationId xmlns:a16="http://schemas.microsoft.com/office/drawing/2014/main" id="{9FA9FB38-BD1D-4646-3099-1E3AF773303C}"/>
              </a:ext>
            </a:extLst>
          </p:cNvPr>
          <p:cNvSpPr txBox="1"/>
          <p:nvPr>
            <p:custDataLst>
              <p:tags r:id="rId211"/>
            </p:custDataLst>
          </p:nvPr>
        </p:nvSpPr>
        <p:spPr>
          <a:xfrm>
            <a:off x="5620670" y="6418752"/>
            <a:ext cx="11430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8">
                <a:solidFill>
                  <a:schemeClr val="dk1"/>
                </a:solidFill>
                <a:latin typeface="Calibri" panose="020F0502020204030204" pitchFamily="34" charset="0"/>
              </a:rPr>
              <a:t>Verifikation af ESPD</a:t>
            </a:r>
          </a:p>
        </p:txBody>
      </p:sp>
      <p:sp>
        <p:nvSpPr>
          <p:cNvPr id="297" name="OTLSHAPE_SLT_341d7a57058e47b9825c6e1cbfda372c_TextPercentage" hidden="1">
            <a:extLst>
              <a:ext uri="{FF2B5EF4-FFF2-40B4-BE49-F238E27FC236}">
                <a16:creationId xmlns:a16="http://schemas.microsoft.com/office/drawing/2014/main" id="{34EBD078-03D3-DCE4-A743-7F717BA9F8C7}"/>
              </a:ext>
            </a:extLst>
          </p:cNvPr>
          <p:cNvSpPr txBox="1"/>
          <p:nvPr>
            <p:custDataLst>
              <p:tags r:id="rId21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99" name="OTLSHAPE_SLM_ca2dba5e8631492299766d1e063960f2_Date">
            <a:extLst>
              <a:ext uri="{FF2B5EF4-FFF2-40B4-BE49-F238E27FC236}">
                <a16:creationId xmlns:a16="http://schemas.microsoft.com/office/drawing/2014/main" id="{BE9988BA-54B2-AC38-63D5-C8A4B4645F85}"/>
              </a:ext>
            </a:extLst>
          </p:cNvPr>
          <p:cNvSpPr txBox="1"/>
          <p:nvPr>
            <p:custDataLst>
              <p:tags r:id="rId213"/>
            </p:custDataLst>
          </p:nvPr>
        </p:nvSpPr>
        <p:spPr>
          <a:xfrm>
            <a:off x="5233240" y="6638913"/>
            <a:ext cx="228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900" spc="-4">
                <a:solidFill>
                  <a:srgbClr val="44546A"/>
                </a:solidFill>
                <a:latin typeface="Calibri" panose="020F0502020204030204" pitchFamily="34" charset="0"/>
              </a:rPr>
              <a:t>jul 7</a:t>
            </a:r>
          </a:p>
        </p:txBody>
      </p:sp>
      <p:sp>
        <p:nvSpPr>
          <p:cNvPr id="300" name="OTLSHAPE_SLM_ca2dba5e8631492299766d1e063960f2_Variance" hidden="1">
            <a:extLst>
              <a:ext uri="{FF2B5EF4-FFF2-40B4-BE49-F238E27FC236}">
                <a16:creationId xmlns:a16="http://schemas.microsoft.com/office/drawing/2014/main" id="{D2D180B4-C690-4863-1CDE-F97A26C995A4}"/>
              </a:ext>
            </a:extLst>
          </p:cNvPr>
          <p:cNvSpPr txBox="1"/>
          <p:nvPr>
            <p:custDataLst>
              <p:tags r:id="rId214"/>
            </p:custDataLst>
          </p:nvPr>
        </p:nvSpPr>
        <p:spPr>
          <a:xfrm>
            <a:off x="12700" y="-1795488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1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301" name="OTLSHAPE_SLM_ca2dba5e8631492299766d1e063960f2_Title">
            <a:extLst>
              <a:ext uri="{FF2B5EF4-FFF2-40B4-BE49-F238E27FC236}">
                <a16:creationId xmlns:a16="http://schemas.microsoft.com/office/drawing/2014/main" id="{2F6EE4CC-A306-3CD6-75C5-65206E6FD6FB}"/>
              </a:ext>
            </a:extLst>
          </p:cNvPr>
          <p:cNvSpPr txBox="1"/>
          <p:nvPr>
            <p:custDataLst>
              <p:tags r:id="rId215"/>
            </p:custDataLst>
          </p:nvPr>
        </p:nvSpPr>
        <p:spPr>
          <a:xfrm>
            <a:off x="5719269" y="6627371"/>
            <a:ext cx="13462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6">
                <a:solidFill>
                  <a:schemeClr val="dk1"/>
                </a:solidFill>
                <a:latin typeface="Calibri" panose="020F0502020204030204" pitchFamily="34" charset="0"/>
              </a:rPr>
              <a:t>kontraktunderskrivelse</a:t>
            </a:r>
          </a:p>
        </p:txBody>
      </p:sp>
      <p:sp>
        <p:nvSpPr>
          <p:cNvPr id="14" name="OTLSHAPE_TB_00000000000000000000000000000000_MiddleTimescaleInterval9">
            <a:extLst>
              <a:ext uri="{FF2B5EF4-FFF2-40B4-BE49-F238E27FC236}">
                <a16:creationId xmlns:a16="http://schemas.microsoft.com/office/drawing/2014/main" id="{E0B12F6F-1819-F70D-4D35-D8D5869DBC6F}"/>
              </a:ext>
            </a:extLst>
          </p:cNvPr>
          <p:cNvSpPr txBox="1"/>
          <p:nvPr>
            <p:custDataLst>
              <p:tags r:id="rId216"/>
            </p:custDataLst>
          </p:nvPr>
        </p:nvSpPr>
        <p:spPr>
          <a:xfrm>
            <a:off x="5042916" y="947125"/>
            <a:ext cx="194862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</a:p>
        </p:txBody>
      </p:sp>
      <p:sp>
        <p:nvSpPr>
          <p:cNvPr id="19" name="OTLSHAPE_SLT_5b9c94de9b844980a53911859c3feb82_Duration" hidden="1">
            <a:extLst>
              <a:ext uri="{FF2B5EF4-FFF2-40B4-BE49-F238E27FC236}">
                <a16:creationId xmlns:a16="http://schemas.microsoft.com/office/drawing/2014/main" id="{EC713AEC-0C2E-C4E5-7C8C-5CC5DA34ED17}"/>
              </a:ext>
            </a:extLst>
          </p:cNvPr>
          <p:cNvSpPr txBox="1"/>
          <p:nvPr>
            <p:custDataLst>
              <p:tags r:id="rId217"/>
            </p:custDataLst>
          </p:nvPr>
        </p:nvSpPr>
        <p:spPr>
          <a:xfrm>
            <a:off x="12700" y="-304860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32 days</a:t>
            </a:r>
          </a:p>
        </p:txBody>
      </p:sp>
      <p:sp>
        <p:nvSpPr>
          <p:cNvPr id="21" name="OTLSHAPE_SLT_5b9c94de9b844980a53911859c3feb82_Variance" hidden="1">
            <a:extLst>
              <a:ext uri="{FF2B5EF4-FFF2-40B4-BE49-F238E27FC236}">
                <a16:creationId xmlns:a16="http://schemas.microsoft.com/office/drawing/2014/main" id="{C7792632-FB14-6CC3-23CB-1AC6EC8BE19B}"/>
              </a:ext>
            </a:extLst>
          </p:cNvPr>
          <p:cNvSpPr txBox="1"/>
          <p:nvPr>
            <p:custDataLst>
              <p:tags r:id="rId218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OTLSHAPE_SLT_5b9c94de9b844980a53911859c3feb82_StartDate" hidden="1">
            <a:extLst>
              <a:ext uri="{FF2B5EF4-FFF2-40B4-BE49-F238E27FC236}">
                <a16:creationId xmlns:a16="http://schemas.microsoft.com/office/drawing/2014/main" id="{143DAB38-9114-CD5A-A7CF-002B9A3EF10E}"/>
              </a:ext>
            </a:extLst>
          </p:cNvPr>
          <p:cNvSpPr txBox="1"/>
          <p:nvPr>
            <p:custDataLst>
              <p:tags r:id="rId21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OTLSHAPE_SLT_5b9c94de9b844980a53911859c3feb82_EndDate" hidden="1">
            <a:extLst>
              <a:ext uri="{FF2B5EF4-FFF2-40B4-BE49-F238E27FC236}">
                <a16:creationId xmlns:a16="http://schemas.microsoft.com/office/drawing/2014/main" id="{25B1ED10-0B6A-BBBC-0525-0C84576D21C9}"/>
              </a:ext>
            </a:extLst>
          </p:cNvPr>
          <p:cNvSpPr txBox="1"/>
          <p:nvPr>
            <p:custDataLst>
              <p:tags r:id="rId22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OTLSHAPE_SLT_5b9c94de9b844980a53911859c3feb82_JoinedDate">
            <a:extLst>
              <a:ext uri="{FF2B5EF4-FFF2-40B4-BE49-F238E27FC236}">
                <a16:creationId xmlns:a16="http://schemas.microsoft.com/office/drawing/2014/main" id="{AB71F5A2-D92E-6CD2-8A9E-276129100787}"/>
              </a:ext>
            </a:extLst>
          </p:cNvPr>
          <p:cNvSpPr txBox="1"/>
          <p:nvPr>
            <p:custDataLst>
              <p:tags r:id="rId221"/>
            </p:custDataLst>
          </p:nvPr>
        </p:nvSpPr>
        <p:spPr>
          <a:xfrm>
            <a:off x="2787739" y="5127782"/>
            <a:ext cx="736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2">
                <a:solidFill>
                  <a:srgbClr val="44546A"/>
                </a:solidFill>
                <a:latin typeface="Calibri" panose="020F0502020204030204" pitchFamily="34" charset="0"/>
              </a:rPr>
              <a:t>mar 4 - apr 18</a:t>
            </a:r>
          </a:p>
        </p:txBody>
      </p:sp>
      <p:sp>
        <p:nvSpPr>
          <p:cNvPr id="25" name="OTLSHAPE_SLT_5b9c94de9b844980a53911859c3feb82_Title">
            <a:extLst>
              <a:ext uri="{FF2B5EF4-FFF2-40B4-BE49-F238E27FC236}">
                <a16:creationId xmlns:a16="http://schemas.microsoft.com/office/drawing/2014/main" id="{90B20DA9-8518-BD58-83A2-787F9BD72364}"/>
              </a:ext>
            </a:extLst>
          </p:cNvPr>
          <p:cNvSpPr txBox="1"/>
          <p:nvPr>
            <p:custDataLst>
              <p:tags r:id="rId222"/>
            </p:custDataLst>
          </p:nvPr>
        </p:nvSpPr>
        <p:spPr>
          <a:xfrm>
            <a:off x="4352796" y="5116240"/>
            <a:ext cx="22987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2">
                <a:solidFill>
                  <a:schemeClr val="dk1"/>
                </a:solidFill>
                <a:latin typeface="Calibri" panose="020F0502020204030204" pitchFamily="34" charset="0"/>
              </a:rPr>
              <a:t>Tilbudsgiver udarbejder  endeligt tilbud</a:t>
            </a:r>
          </a:p>
        </p:txBody>
      </p:sp>
      <p:sp>
        <p:nvSpPr>
          <p:cNvPr id="26" name="OTLSHAPE_SLT_5b9c94de9b844980a53911859c3feb82_TextPercentage" hidden="1">
            <a:extLst>
              <a:ext uri="{FF2B5EF4-FFF2-40B4-BE49-F238E27FC236}">
                <a16:creationId xmlns:a16="http://schemas.microsoft.com/office/drawing/2014/main" id="{AFDCC038-E3FF-2416-845F-5E6FCC5E59DC}"/>
              </a:ext>
            </a:extLst>
          </p:cNvPr>
          <p:cNvSpPr txBox="1"/>
          <p:nvPr>
            <p:custDataLst>
              <p:tags r:id="rId22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OTLSHAPE_TB_00000000000000000000000000000000_TimescaleInterval3">
            <a:extLst>
              <a:ext uri="{FF2B5EF4-FFF2-40B4-BE49-F238E27FC236}">
                <a16:creationId xmlns:a16="http://schemas.microsoft.com/office/drawing/2014/main" id="{9BFAABCA-2092-5C07-04DF-7A597D62502F}"/>
              </a:ext>
            </a:extLst>
          </p:cNvPr>
          <p:cNvSpPr txBox="1"/>
          <p:nvPr>
            <p:custDataLst>
              <p:tags r:id="rId224"/>
            </p:custDataLst>
          </p:nvPr>
        </p:nvSpPr>
        <p:spPr>
          <a:xfrm>
            <a:off x="8477410" y="755101"/>
            <a:ext cx="31418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0">
                <a:solidFill>
                  <a:schemeClr val="lt1"/>
                </a:solidFill>
                <a:latin typeface="Calibri" panose="020F0502020204030204" pitchFamily="34" charset="0"/>
              </a:rPr>
              <a:t>2028</a:t>
            </a:r>
          </a:p>
        </p:txBody>
      </p:sp>
      <p:sp>
        <p:nvSpPr>
          <p:cNvPr id="30" name="OTLSHAPE_TB_00000000000000000000000000000000_MiddleTimescaleInterval10">
            <a:extLst>
              <a:ext uri="{FF2B5EF4-FFF2-40B4-BE49-F238E27FC236}">
                <a16:creationId xmlns:a16="http://schemas.microsoft.com/office/drawing/2014/main" id="{AED0B074-6C00-19A1-31CA-40971948A05F}"/>
              </a:ext>
            </a:extLst>
          </p:cNvPr>
          <p:cNvSpPr txBox="1"/>
          <p:nvPr>
            <p:custDataLst>
              <p:tags r:id="rId225"/>
            </p:custDataLst>
          </p:nvPr>
        </p:nvSpPr>
        <p:spPr>
          <a:xfrm>
            <a:off x="5524387" y="947125"/>
            <a:ext cx="14613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jul</a:t>
            </a:r>
          </a:p>
        </p:txBody>
      </p:sp>
      <p:sp>
        <p:nvSpPr>
          <p:cNvPr id="32" name="OTLSHAPE_TB_00000000000000000000000000000000_MiddleTimescaleInterval11">
            <a:extLst>
              <a:ext uri="{FF2B5EF4-FFF2-40B4-BE49-F238E27FC236}">
                <a16:creationId xmlns:a16="http://schemas.microsoft.com/office/drawing/2014/main" id="{8E3D14DC-9BF7-C12B-CA9B-165EFF72B600}"/>
              </a:ext>
            </a:extLst>
          </p:cNvPr>
          <p:cNvSpPr txBox="1"/>
          <p:nvPr>
            <p:custDataLst>
              <p:tags r:id="rId226"/>
            </p:custDataLst>
          </p:nvPr>
        </p:nvSpPr>
        <p:spPr>
          <a:xfrm>
            <a:off x="6021907" y="947125"/>
            <a:ext cx="21909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34" name="OTLSHAPE_TB_00000000000000000000000000000000_MiddleTimescaleInterval12">
            <a:extLst>
              <a:ext uri="{FF2B5EF4-FFF2-40B4-BE49-F238E27FC236}">
                <a16:creationId xmlns:a16="http://schemas.microsoft.com/office/drawing/2014/main" id="{CD88803E-A59F-24B4-46C2-0398BD4ED9D9}"/>
              </a:ext>
            </a:extLst>
          </p:cNvPr>
          <p:cNvSpPr txBox="1"/>
          <p:nvPr>
            <p:custDataLst>
              <p:tags r:id="rId227"/>
            </p:custDataLst>
          </p:nvPr>
        </p:nvSpPr>
        <p:spPr>
          <a:xfrm>
            <a:off x="6519428" y="947125"/>
            <a:ext cx="21800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0">
                <a:solidFill>
                  <a:schemeClr val="lt1"/>
                </a:solidFill>
                <a:latin typeface="Calibri" panose="020F0502020204030204" pitchFamily="34" charset="0"/>
              </a:rPr>
              <a:t>sep</a:t>
            </a:r>
          </a:p>
        </p:txBody>
      </p:sp>
      <p:sp>
        <p:nvSpPr>
          <p:cNvPr id="36" name="OTLSHAPE_TB_00000000000000000000000000000000_MiddleTimescaleInterval13">
            <a:extLst>
              <a:ext uri="{FF2B5EF4-FFF2-40B4-BE49-F238E27FC236}">
                <a16:creationId xmlns:a16="http://schemas.microsoft.com/office/drawing/2014/main" id="{A2749BD3-DFE1-FABE-BD3D-F436C1FCF7F3}"/>
              </a:ext>
            </a:extLst>
          </p:cNvPr>
          <p:cNvSpPr txBox="1"/>
          <p:nvPr>
            <p:custDataLst>
              <p:tags r:id="rId228"/>
            </p:custDataLst>
          </p:nvPr>
        </p:nvSpPr>
        <p:spPr>
          <a:xfrm>
            <a:off x="7000898" y="947125"/>
            <a:ext cx="1951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2">
                <a:solidFill>
                  <a:schemeClr val="lt1"/>
                </a:solidFill>
                <a:latin typeface="Calibri" panose="020F0502020204030204" pitchFamily="34" charset="0"/>
              </a:rPr>
              <a:t>okt</a:t>
            </a:r>
          </a:p>
        </p:txBody>
      </p:sp>
      <p:sp>
        <p:nvSpPr>
          <p:cNvPr id="38" name="OTLSHAPE_TB_00000000000000000000000000000000_MiddleTimescaleInterval14">
            <a:extLst>
              <a:ext uri="{FF2B5EF4-FFF2-40B4-BE49-F238E27FC236}">
                <a16:creationId xmlns:a16="http://schemas.microsoft.com/office/drawing/2014/main" id="{CB252E03-BE96-9A6F-6121-45E7090EC7AB}"/>
              </a:ext>
            </a:extLst>
          </p:cNvPr>
          <p:cNvSpPr txBox="1"/>
          <p:nvPr>
            <p:custDataLst>
              <p:tags r:id="rId229"/>
            </p:custDataLst>
          </p:nvPr>
        </p:nvSpPr>
        <p:spPr>
          <a:xfrm>
            <a:off x="7498419" y="947125"/>
            <a:ext cx="23012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nov</a:t>
            </a:r>
          </a:p>
        </p:txBody>
      </p:sp>
      <p:sp>
        <p:nvSpPr>
          <p:cNvPr id="40" name="OTLSHAPE_TB_00000000000000000000000000000000_MiddleTimescaleInterval15">
            <a:extLst>
              <a:ext uri="{FF2B5EF4-FFF2-40B4-BE49-F238E27FC236}">
                <a16:creationId xmlns:a16="http://schemas.microsoft.com/office/drawing/2014/main" id="{10AF18F9-1FB2-96CB-56FA-DFFF15184583}"/>
              </a:ext>
            </a:extLst>
          </p:cNvPr>
          <p:cNvSpPr txBox="1"/>
          <p:nvPr>
            <p:custDataLst>
              <p:tags r:id="rId230"/>
            </p:custDataLst>
          </p:nvPr>
        </p:nvSpPr>
        <p:spPr>
          <a:xfrm>
            <a:off x="7979890" y="947125"/>
            <a:ext cx="2228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0">
                <a:solidFill>
                  <a:schemeClr val="lt1"/>
                </a:solidFill>
                <a:latin typeface="Calibri" panose="020F0502020204030204" pitchFamily="34" charset="0"/>
              </a:rPr>
              <a:t>dec</a:t>
            </a:r>
          </a:p>
        </p:txBody>
      </p:sp>
      <p:sp>
        <p:nvSpPr>
          <p:cNvPr id="44" name="OTLSHAPE_TB_00000000000000000000000000000000_MiddleTimescaleInterval16">
            <a:extLst>
              <a:ext uri="{FF2B5EF4-FFF2-40B4-BE49-F238E27FC236}">
                <a16:creationId xmlns:a16="http://schemas.microsoft.com/office/drawing/2014/main" id="{9B051689-2AFA-E420-A09E-4EACFC0C1E6B}"/>
              </a:ext>
            </a:extLst>
          </p:cNvPr>
          <p:cNvSpPr txBox="1"/>
          <p:nvPr>
            <p:custDataLst>
              <p:tags r:id="rId231"/>
            </p:custDataLst>
          </p:nvPr>
        </p:nvSpPr>
        <p:spPr>
          <a:xfrm>
            <a:off x="8477410" y="947125"/>
            <a:ext cx="18921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jan</a:t>
            </a:r>
          </a:p>
        </p:txBody>
      </p:sp>
      <p:sp>
        <p:nvSpPr>
          <p:cNvPr id="98" name="OTLSHAPE_SLT_6e9a2dfb351b4c97bc577e8206a31e1e_Duration" hidden="1">
            <a:extLst>
              <a:ext uri="{FF2B5EF4-FFF2-40B4-BE49-F238E27FC236}">
                <a16:creationId xmlns:a16="http://schemas.microsoft.com/office/drawing/2014/main" id="{33D3D1AA-AFDB-CD17-5932-BCB93F4AF67E}"/>
              </a:ext>
            </a:extLst>
          </p:cNvPr>
          <p:cNvSpPr txBox="1"/>
          <p:nvPr>
            <p:custDataLst>
              <p:tags r:id="rId232"/>
            </p:custDataLst>
          </p:nvPr>
        </p:nvSpPr>
        <p:spPr>
          <a:xfrm>
            <a:off x="12700" y="-387410"/>
            <a:ext cx="457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180 days</a:t>
            </a:r>
          </a:p>
        </p:txBody>
      </p:sp>
      <p:sp>
        <p:nvSpPr>
          <p:cNvPr id="99" name="OTLSHAPE_SLT_6e9a2dfb351b4c97bc577e8206a31e1e_JoinedDate" hidden="1">
            <a:extLst>
              <a:ext uri="{FF2B5EF4-FFF2-40B4-BE49-F238E27FC236}">
                <a16:creationId xmlns:a16="http://schemas.microsoft.com/office/drawing/2014/main" id="{83C3732A-DC8A-9C97-917B-6A7D3B0387D9}"/>
              </a:ext>
            </a:extLst>
          </p:cNvPr>
          <p:cNvSpPr txBox="1"/>
          <p:nvPr>
            <p:custDataLst>
              <p:tags r:id="rId233"/>
            </p:custDataLst>
          </p:nvPr>
        </p:nvSpPr>
        <p:spPr>
          <a:xfrm>
            <a:off x="12700" y="-618242"/>
            <a:ext cx="6858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44546A"/>
                </a:solidFill>
                <a:latin typeface="Calibri" panose="020F0502020204030204" pitchFamily="34" charset="0"/>
              </a:rPr>
              <a:t>jan 1 - sep 10</a:t>
            </a:r>
          </a:p>
        </p:txBody>
      </p:sp>
      <p:sp>
        <p:nvSpPr>
          <p:cNvPr id="100" name="OTLSHAPE_SLT_6e9a2dfb351b4c97bc577e8206a31e1e_Variance" hidden="1">
            <a:extLst>
              <a:ext uri="{FF2B5EF4-FFF2-40B4-BE49-F238E27FC236}">
                <a16:creationId xmlns:a16="http://schemas.microsoft.com/office/drawing/2014/main" id="{3BEE79A9-4A9D-816E-ECBE-EFBB0C7496F4}"/>
              </a:ext>
            </a:extLst>
          </p:cNvPr>
          <p:cNvSpPr txBox="1"/>
          <p:nvPr>
            <p:custDataLst>
              <p:tags r:id="rId234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1" name="OTLSHAPE_SLT_6e9a2dfb351b4c97bc577e8206a31e1e_StartDate" hidden="1">
            <a:extLst>
              <a:ext uri="{FF2B5EF4-FFF2-40B4-BE49-F238E27FC236}">
                <a16:creationId xmlns:a16="http://schemas.microsoft.com/office/drawing/2014/main" id="{A7AFEC55-A47C-A0A5-53E7-89F39072462B}"/>
              </a:ext>
            </a:extLst>
          </p:cNvPr>
          <p:cNvSpPr txBox="1"/>
          <p:nvPr>
            <p:custDataLst>
              <p:tags r:id="rId23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02" name="OTLSHAPE_SLT_6e9a2dfb351b4c97bc577e8206a31e1e_EndDate" hidden="1">
            <a:extLst>
              <a:ext uri="{FF2B5EF4-FFF2-40B4-BE49-F238E27FC236}">
                <a16:creationId xmlns:a16="http://schemas.microsoft.com/office/drawing/2014/main" id="{37E5CF4A-703E-3B07-2932-79BEFE2C9D70}"/>
              </a:ext>
            </a:extLst>
          </p:cNvPr>
          <p:cNvSpPr txBox="1"/>
          <p:nvPr>
            <p:custDataLst>
              <p:tags r:id="rId23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03" name="OTLSHAPE_SLT_6e9a2dfb351b4c97bc577e8206a31e1e_Title">
            <a:extLst>
              <a:ext uri="{FF2B5EF4-FFF2-40B4-BE49-F238E27FC236}">
                <a16:creationId xmlns:a16="http://schemas.microsoft.com/office/drawing/2014/main" id="{01BB807E-DEB6-0D27-4956-D778ADEE49F4}"/>
              </a:ext>
            </a:extLst>
          </p:cNvPr>
          <p:cNvSpPr txBox="1"/>
          <p:nvPr>
            <p:custDataLst>
              <p:tags r:id="rId237"/>
            </p:custDataLst>
          </p:nvPr>
        </p:nvSpPr>
        <p:spPr>
          <a:xfrm>
            <a:off x="6679907" y="1455423"/>
            <a:ext cx="32131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LMST og DEP forbereder lovhjemmel til lovprogrammet</a:t>
            </a:r>
          </a:p>
        </p:txBody>
      </p:sp>
      <p:sp>
        <p:nvSpPr>
          <p:cNvPr id="112" name="OTLSHAPE_SLT_6e9a2dfb351b4c97bc577e8206a31e1e_TextPercentage" hidden="1">
            <a:extLst>
              <a:ext uri="{FF2B5EF4-FFF2-40B4-BE49-F238E27FC236}">
                <a16:creationId xmlns:a16="http://schemas.microsoft.com/office/drawing/2014/main" id="{0848C6A1-A67C-0EFE-688D-08B9126CE0FC}"/>
              </a:ext>
            </a:extLst>
          </p:cNvPr>
          <p:cNvSpPr txBox="1"/>
          <p:nvPr>
            <p:custDataLst>
              <p:tags r:id="rId23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38" name="OTLSHAPE_SLT_1db80466d51e476b985fa499a11e2cfd_Duration" hidden="1">
            <a:extLst>
              <a:ext uri="{FF2B5EF4-FFF2-40B4-BE49-F238E27FC236}">
                <a16:creationId xmlns:a16="http://schemas.microsoft.com/office/drawing/2014/main" id="{616CFCC3-C6FD-41B7-5E95-BFA5384D3843}"/>
              </a:ext>
            </a:extLst>
          </p:cNvPr>
          <p:cNvSpPr txBox="1"/>
          <p:nvPr>
            <p:custDataLst>
              <p:tags r:id="rId239"/>
            </p:custDataLst>
          </p:nvPr>
        </p:nvSpPr>
        <p:spPr>
          <a:xfrm>
            <a:off x="12700" y="-381804"/>
            <a:ext cx="457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189 days</a:t>
            </a:r>
          </a:p>
        </p:txBody>
      </p:sp>
      <p:sp>
        <p:nvSpPr>
          <p:cNvPr id="139" name="OTLSHAPE_SLT_1db80466d51e476b985fa499a11e2cfd_JoinedDate" hidden="1">
            <a:extLst>
              <a:ext uri="{FF2B5EF4-FFF2-40B4-BE49-F238E27FC236}">
                <a16:creationId xmlns:a16="http://schemas.microsoft.com/office/drawing/2014/main" id="{39F8A26E-55A6-8339-ADAA-02E860891589}"/>
              </a:ext>
            </a:extLst>
          </p:cNvPr>
          <p:cNvSpPr txBox="1"/>
          <p:nvPr>
            <p:custDataLst>
              <p:tags r:id="rId240"/>
            </p:custDataLst>
          </p:nvPr>
        </p:nvSpPr>
        <p:spPr>
          <a:xfrm>
            <a:off x="12700" y="-689580"/>
            <a:ext cx="6985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44546A"/>
                </a:solidFill>
                <a:latin typeface="Calibri" panose="020F0502020204030204" pitchFamily="34" charset="0"/>
              </a:rPr>
              <a:t>sep 10 - jun 1</a:t>
            </a:r>
          </a:p>
        </p:txBody>
      </p:sp>
      <p:sp>
        <p:nvSpPr>
          <p:cNvPr id="140" name="OTLSHAPE_SLT_1db80466d51e476b985fa499a11e2cfd_Variance" hidden="1">
            <a:extLst>
              <a:ext uri="{FF2B5EF4-FFF2-40B4-BE49-F238E27FC236}">
                <a16:creationId xmlns:a16="http://schemas.microsoft.com/office/drawing/2014/main" id="{ED0C4E64-5AFC-B5D6-7624-F3D05A4A96A3}"/>
              </a:ext>
            </a:extLst>
          </p:cNvPr>
          <p:cNvSpPr txBox="1"/>
          <p:nvPr>
            <p:custDataLst>
              <p:tags r:id="rId241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41" name="OTLSHAPE_SLT_1db80466d51e476b985fa499a11e2cfd_StartDate" hidden="1">
            <a:extLst>
              <a:ext uri="{FF2B5EF4-FFF2-40B4-BE49-F238E27FC236}">
                <a16:creationId xmlns:a16="http://schemas.microsoft.com/office/drawing/2014/main" id="{421BBBFA-9269-4E28-FAEB-B323508A1ECF}"/>
              </a:ext>
            </a:extLst>
          </p:cNvPr>
          <p:cNvSpPr txBox="1"/>
          <p:nvPr>
            <p:custDataLst>
              <p:tags r:id="rId24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45" name="OTLSHAPE_SLT_1db80466d51e476b985fa499a11e2cfd_EndDate" hidden="1">
            <a:extLst>
              <a:ext uri="{FF2B5EF4-FFF2-40B4-BE49-F238E27FC236}">
                <a16:creationId xmlns:a16="http://schemas.microsoft.com/office/drawing/2014/main" id="{1E5B3416-DA1F-3C07-B88B-5D6574045ED9}"/>
              </a:ext>
            </a:extLst>
          </p:cNvPr>
          <p:cNvSpPr txBox="1"/>
          <p:nvPr>
            <p:custDataLst>
              <p:tags r:id="rId24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46" name="OTLSHAPE_SLT_1db80466d51e476b985fa499a11e2cfd_Title">
            <a:extLst>
              <a:ext uri="{FF2B5EF4-FFF2-40B4-BE49-F238E27FC236}">
                <a16:creationId xmlns:a16="http://schemas.microsoft.com/office/drawing/2014/main" id="{8CC90187-814D-39D1-CEF2-F976972B19D3}"/>
              </a:ext>
            </a:extLst>
          </p:cNvPr>
          <p:cNvSpPr txBox="1"/>
          <p:nvPr>
            <p:custDataLst>
              <p:tags r:id="rId244"/>
            </p:custDataLst>
          </p:nvPr>
        </p:nvSpPr>
        <p:spPr>
          <a:xfrm>
            <a:off x="10932902" y="1672977"/>
            <a:ext cx="901700" cy="4847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>
                <a:solidFill>
                  <a:schemeClr val="dk1"/>
                </a:solidFill>
                <a:latin typeface="Calibri" panose="020F0502020204030204" pitchFamily="34" charset="0"/>
              </a:rPr>
              <a:t>Forhandling og vedtagelse i Folketinget </a:t>
            </a:r>
          </a:p>
        </p:txBody>
      </p:sp>
      <p:sp>
        <p:nvSpPr>
          <p:cNvPr id="147" name="OTLSHAPE_SLT_1db80466d51e476b985fa499a11e2cfd_TextPercentage" hidden="1">
            <a:extLst>
              <a:ext uri="{FF2B5EF4-FFF2-40B4-BE49-F238E27FC236}">
                <a16:creationId xmlns:a16="http://schemas.microsoft.com/office/drawing/2014/main" id="{1B0D6107-5191-6492-0E27-E9954E3EBEEC}"/>
              </a:ext>
            </a:extLst>
          </p:cNvPr>
          <p:cNvSpPr txBox="1"/>
          <p:nvPr>
            <p:custDataLst>
              <p:tags r:id="rId24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59" name="OTLSHAPE_SLT_b6df7b5660ba497e9f52d1c67809c0d4_Duration" hidden="1">
            <a:extLst>
              <a:ext uri="{FF2B5EF4-FFF2-40B4-BE49-F238E27FC236}">
                <a16:creationId xmlns:a16="http://schemas.microsoft.com/office/drawing/2014/main" id="{540CDB44-F361-0E4B-81AD-A41E33C94CBB}"/>
              </a:ext>
            </a:extLst>
          </p:cNvPr>
          <p:cNvSpPr txBox="1"/>
          <p:nvPr>
            <p:custDataLst>
              <p:tags r:id="rId246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12 days</a:t>
            </a:r>
          </a:p>
        </p:txBody>
      </p:sp>
      <p:sp>
        <p:nvSpPr>
          <p:cNvPr id="160" name="OTLSHAPE_SLT_b6df7b5660ba497e9f52d1c67809c0d4_Variance" hidden="1">
            <a:extLst>
              <a:ext uri="{FF2B5EF4-FFF2-40B4-BE49-F238E27FC236}">
                <a16:creationId xmlns:a16="http://schemas.microsoft.com/office/drawing/2014/main" id="{03BCEF91-46A0-7521-BA98-A1D78AD2E177}"/>
              </a:ext>
            </a:extLst>
          </p:cNvPr>
          <p:cNvSpPr txBox="1"/>
          <p:nvPr>
            <p:custDataLst>
              <p:tags r:id="rId247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61" name="OTLSHAPE_SLT_b6df7b5660ba497e9f52d1c67809c0d4_StartDate" hidden="1">
            <a:extLst>
              <a:ext uri="{FF2B5EF4-FFF2-40B4-BE49-F238E27FC236}">
                <a16:creationId xmlns:a16="http://schemas.microsoft.com/office/drawing/2014/main" id="{414EAA05-07F1-3B9B-B091-CD1E70E104B3}"/>
              </a:ext>
            </a:extLst>
          </p:cNvPr>
          <p:cNvSpPr txBox="1"/>
          <p:nvPr>
            <p:custDataLst>
              <p:tags r:id="rId24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2" name="OTLSHAPE_SLT_b6df7b5660ba497e9f52d1c67809c0d4_EndDate" hidden="1">
            <a:extLst>
              <a:ext uri="{FF2B5EF4-FFF2-40B4-BE49-F238E27FC236}">
                <a16:creationId xmlns:a16="http://schemas.microsoft.com/office/drawing/2014/main" id="{EFF998E8-2E51-A51E-15D3-77DF0E434922}"/>
              </a:ext>
            </a:extLst>
          </p:cNvPr>
          <p:cNvSpPr txBox="1"/>
          <p:nvPr>
            <p:custDataLst>
              <p:tags r:id="rId24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63" name="OTLSHAPE_SLT_b6df7b5660ba497e9f52d1c67809c0d4_JoinedDate">
            <a:extLst>
              <a:ext uri="{FF2B5EF4-FFF2-40B4-BE49-F238E27FC236}">
                <a16:creationId xmlns:a16="http://schemas.microsoft.com/office/drawing/2014/main" id="{CF2C3087-1B45-3C00-3E4E-813C5F94A127}"/>
              </a:ext>
            </a:extLst>
          </p:cNvPr>
          <p:cNvSpPr txBox="1"/>
          <p:nvPr>
            <p:custDataLst>
              <p:tags r:id="rId250"/>
            </p:custDataLst>
          </p:nvPr>
        </p:nvSpPr>
        <p:spPr>
          <a:xfrm>
            <a:off x="1322319" y="3787170"/>
            <a:ext cx="7239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4">
                <a:solidFill>
                  <a:srgbClr val="44546A"/>
                </a:solidFill>
                <a:latin typeface="Calibri" panose="020F0502020204030204" pitchFamily="34" charset="0"/>
              </a:rPr>
              <a:t>dec 2 - dec 17</a:t>
            </a:r>
          </a:p>
        </p:txBody>
      </p:sp>
      <p:sp>
        <p:nvSpPr>
          <p:cNvPr id="164" name="OTLSHAPE_SLT_b6df7b5660ba497e9f52d1c67809c0d4_Title">
            <a:extLst>
              <a:ext uri="{FF2B5EF4-FFF2-40B4-BE49-F238E27FC236}">
                <a16:creationId xmlns:a16="http://schemas.microsoft.com/office/drawing/2014/main" id="{E2AB6629-E870-C344-D66E-8AB8BF2A4C5C}"/>
              </a:ext>
            </a:extLst>
          </p:cNvPr>
          <p:cNvSpPr txBox="1"/>
          <p:nvPr>
            <p:custDataLst>
              <p:tags r:id="rId251"/>
            </p:custDataLst>
          </p:nvPr>
        </p:nvSpPr>
        <p:spPr>
          <a:xfrm>
            <a:off x="2394814" y="3775628"/>
            <a:ext cx="26162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LMST er til rådighed for at besvare spørgsmål</a:t>
            </a:r>
          </a:p>
        </p:txBody>
      </p:sp>
      <p:sp>
        <p:nvSpPr>
          <p:cNvPr id="165" name="OTLSHAPE_SLT_b6df7b5660ba497e9f52d1c67809c0d4_TextPercentage" hidden="1">
            <a:extLst>
              <a:ext uri="{FF2B5EF4-FFF2-40B4-BE49-F238E27FC236}">
                <a16:creationId xmlns:a16="http://schemas.microsoft.com/office/drawing/2014/main" id="{602481F0-2345-C001-1AAA-51B0C1FC5CDC}"/>
              </a:ext>
            </a:extLst>
          </p:cNvPr>
          <p:cNvSpPr txBox="1"/>
          <p:nvPr>
            <p:custDataLst>
              <p:tags r:id="rId25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69" name="OTLSHAPE_SLT_f087876e7c1f4858b637d9a67ec6ead7_Duration" hidden="1">
            <a:extLst>
              <a:ext uri="{FF2B5EF4-FFF2-40B4-BE49-F238E27FC236}">
                <a16:creationId xmlns:a16="http://schemas.microsoft.com/office/drawing/2014/main" id="{AFF3E200-0AAD-AC4F-0707-B022D34BC391}"/>
              </a:ext>
            </a:extLst>
          </p:cNvPr>
          <p:cNvSpPr txBox="1"/>
          <p:nvPr>
            <p:custDataLst>
              <p:tags r:id="rId253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170" name="OTLSHAPE_SLT_f087876e7c1f4858b637d9a67ec6ead7_Variance" hidden="1">
            <a:extLst>
              <a:ext uri="{FF2B5EF4-FFF2-40B4-BE49-F238E27FC236}">
                <a16:creationId xmlns:a16="http://schemas.microsoft.com/office/drawing/2014/main" id="{7CDB5B79-F3E6-783F-A8B3-58F90B5D8C88}"/>
              </a:ext>
            </a:extLst>
          </p:cNvPr>
          <p:cNvSpPr txBox="1"/>
          <p:nvPr>
            <p:custDataLst>
              <p:tags r:id="rId254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1" name="OTLSHAPE_SLT_f087876e7c1f4858b637d9a67ec6ead7_StartDate" hidden="1">
            <a:extLst>
              <a:ext uri="{FF2B5EF4-FFF2-40B4-BE49-F238E27FC236}">
                <a16:creationId xmlns:a16="http://schemas.microsoft.com/office/drawing/2014/main" id="{5187C963-A9BB-A026-C001-3D61F0E22990}"/>
              </a:ext>
            </a:extLst>
          </p:cNvPr>
          <p:cNvSpPr txBox="1"/>
          <p:nvPr>
            <p:custDataLst>
              <p:tags r:id="rId25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2" name="OTLSHAPE_SLT_f087876e7c1f4858b637d9a67ec6ead7_EndDate" hidden="1">
            <a:extLst>
              <a:ext uri="{FF2B5EF4-FFF2-40B4-BE49-F238E27FC236}">
                <a16:creationId xmlns:a16="http://schemas.microsoft.com/office/drawing/2014/main" id="{1B99E409-B139-FA6F-C86B-4BC482DD0B9F}"/>
              </a:ext>
            </a:extLst>
          </p:cNvPr>
          <p:cNvSpPr txBox="1"/>
          <p:nvPr>
            <p:custDataLst>
              <p:tags r:id="rId25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173" name="OTLSHAPE_SLT_f087876e7c1f4858b637d9a67ec6ead7_JoinedDate">
            <a:extLst>
              <a:ext uri="{FF2B5EF4-FFF2-40B4-BE49-F238E27FC236}">
                <a16:creationId xmlns:a16="http://schemas.microsoft.com/office/drawing/2014/main" id="{F821CB03-F51D-5DD2-9E56-F02FBB429B72}"/>
              </a:ext>
            </a:extLst>
          </p:cNvPr>
          <p:cNvSpPr txBox="1"/>
          <p:nvPr>
            <p:custDataLst>
              <p:tags r:id="rId257"/>
            </p:custDataLst>
          </p:nvPr>
        </p:nvSpPr>
        <p:spPr>
          <a:xfrm>
            <a:off x="1967719" y="3995789"/>
            <a:ext cx="609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da-DK" sz="900" spc="-2">
                <a:solidFill>
                  <a:srgbClr val="44546A"/>
                </a:solidFill>
                <a:latin typeface="Calibri" panose="020F0502020204030204" pitchFamily="34" charset="0"/>
              </a:rPr>
              <a:t>jan 4 - jan 8</a:t>
            </a:r>
          </a:p>
        </p:txBody>
      </p:sp>
      <p:sp>
        <p:nvSpPr>
          <p:cNvPr id="174" name="OTLSHAPE_SLT_f087876e7c1f4858b637d9a67ec6ead7_Title">
            <a:extLst>
              <a:ext uri="{FF2B5EF4-FFF2-40B4-BE49-F238E27FC236}">
                <a16:creationId xmlns:a16="http://schemas.microsoft.com/office/drawing/2014/main" id="{8B865319-2033-8F9C-32D0-6F6AEF9ACF26}"/>
              </a:ext>
            </a:extLst>
          </p:cNvPr>
          <p:cNvSpPr txBox="1"/>
          <p:nvPr>
            <p:custDataLst>
              <p:tags r:id="rId258"/>
            </p:custDataLst>
          </p:nvPr>
        </p:nvSpPr>
        <p:spPr>
          <a:xfrm>
            <a:off x="2747893" y="3984247"/>
            <a:ext cx="26162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LMST er til rådighed for at besvare spørgsmål</a:t>
            </a:r>
          </a:p>
        </p:txBody>
      </p:sp>
      <p:sp>
        <p:nvSpPr>
          <p:cNvPr id="175" name="OTLSHAPE_SLT_f087876e7c1f4858b637d9a67ec6ead7_TextPercentage" hidden="1">
            <a:extLst>
              <a:ext uri="{FF2B5EF4-FFF2-40B4-BE49-F238E27FC236}">
                <a16:creationId xmlns:a16="http://schemas.microsoft.com/office/drawing/2014/main" id="{D0F5D986-EB33-70D8-AEFA-939300187DBE}"/>
              </a:ext>
            </a:extLst>
          </p:cNvPr>
          <p:cNvSpPr txBox="1"/>
          <p:nvPr>
            <p:custDataLst>
              <p:tags r:id="rId25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177" name="OTLSHAPE_SLM_a56026f052e34e3eb37bdb473ea0c096_Date">
            <a:extLst>
              <a:ext uri="{FF2B5EF4-FFF2-40B4-BE49-F238E27FC236}">
                <a16:creationId xmlns:a16="http://schemas.microsoft.com/office/drawing/2014/main" id="{E6BAAF8A-E61A-7263-DF1A-1548DB618C35}"/>
              </a:ext>
            </a:extLst>
          </p:cNvPr>
          <p:cNvSpPr txBox="1"/>
          <p:nvPr>
            <p:custDataLst>
              <p:tags r:id="rId260"/>
            </p:custDataLst>
          </p:nvPr>
        </p:nvSpPr>
        <p:spPr>
          <a:xfrm>
            <a:off x="2617445" y="4413026"/>
            <a:ext cx="3175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900" spc="-6">
                <a:solidFill>
                  <a:srgbClr val="44546A"/>
                </a:solidFill>
                <a:latin typeface="Calibri" panose="020F0502020204030204" pitchFamily="34" charset="0"/>
              </a:rPr>
              <a:t>jan 31</a:t>
            </a:r>
          </a:p>
        </p:txBody>
      </p:sp>
      <p:sp>
        <p:nvSpPr>
          <p:cNvPr id="178" name="OTLSHAPE_SLM_a56026f052e34e3eb37bdb473ea0c096_Variance" hidden="1">
            <a:extLst>
              <a:ext uri="{FF2B5EF4-FFF2-40B4-BE49-F238E27FC236}">
                <a16:creationId xmlns:a16="http://schemas.microsoft.com/office/drawing/2014/main" id="{7DAD478B-4604-272B-4DD2-FE888F39A7A8}"/>
              </a:ext>
            </a:extLst>
          </p:cNvPr>
          <p:cNvSpPr txBox="1"/>
          <p:nvPr>
            <p:custDataLst>
              <p:tags r:id="rId261"/>
            </p:custDataLst>
          </p:nvPr>
        </p:nvSpPr>
        <p:spPr>
          <a:xfrm>
            <a:off x="12700" y="-864463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1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179" name="OTLSHAPE_SLM_a56026f052e34e3eb37bdb473ea0c096_Title">
            <a:extLst>
              <a:ext uri="{FF2B5EF4-FFF2-40B4-BE49-F238E27FC236}">
                <a16:creationId xmlns:a16="http://schemas.microsoft.com/office/drawing/2014/main" id="{894B342C-DD00-D0C6-59C2-369474094257}"/>
              </a:ext>
            </a:extLst>
          </p:cNvPr>
          <p:cNvSpPr txBox="1"/>
          <p:nvPr>
            <p:custDataLst>
              <p:tags r:id="rId262"/>
            </p:custDataLst>
          </p:nvPr>
        </p:nvSpPr>
        <p:spPr>
          <a:xfrm>
            <a:off x="3199570" y="4401484"/>
            <a:ext cx="17399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4">
                <a:solidFill>
                  <a:schemeClr val="dk1"/>
                </a:solidFill>
                <a:latin typeface="Calibri" panose="020F0502020204030204" pitchFamily="34" charset="0"/>
              </a:rPr>
              <a:t>Invitere til forhandlingsmøder</a:t>
            </a:r>
          </a:p>
        </p:txBody>
      </p:sp>
      <p:sp>
        <p:nvSpPr>
          <p:cNvPr id="181" name="OTLSHAPE_SLM_945e09ac089f43139b847b2e14cafba9_Date">
            <a:extLst>
              <a:ext uri="{FF2B5EF4-FFF2-40B4-BE49-F238E27FC236}">
                <a16:creationId xmlns:a16="http://schemas.microsoft.com/office/drawing/2014/main" id="{13F4B000-14A3-D396-D937-DA72B376E224}"/>
              </a:ext>
            </a:extLst>
          </p:cNvPr>
          <p:cNvSpPr txBox="1"/>
          <p:nvPr>
            <p:custDataLst>
              <p:tags r:id="rId263"/>
            </p:custDataLst>
          </p:nvPr>
        </p:nvSpPr>
        <p:spPr>
          <a:xfrm>
            <a:off x="4428371" y="5962257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900" spc="-6">
                <a:solidFill>
                  <a:srgbClr val="44546A"/>
                </a:solidFill>
                <a:latin typeface="Calibri" panose="020F0502020204030204" pitchFamily="34" charset="0"/>
              </a:rPr>
              <a:t>maj 26</a:t>
            </a:r>
          </a:p>
        </p:txBody>
      </p:sp>
      <p:sp>
        <p:nvSpPr>
          <p:cNvPr id="182" name="OTLSHAPE_SLM_945e09ac089f43139b847b2e14cafba9_Variance" hidden="1">
            <a:extLst>
              <a:ext uri="{FF2B5EF4-FFF2-40B4-BE49-F238E27FC236}">
                <a16:creationId xmlns:a16="http://schemas.microsoft.com/office/drawing/2014/main" id="{F31C8B31-AD98-EBE5-7D1B-3506FDAC20A7}"/>
              </a:ext>
            </a:extLst>
          </p:cNvPr>
          <p:cNvSpPr txBox="1"/>
          <p:nvPr>
            <p:custDataLst>
              <p:tags r:id="rId264"/>
            </p:custDataLst>
          </p:nvPr>
        </p:nvSpPr>
        <p:spPr>
          <a:xfrm>
            <a:off x="12700" y="-864463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1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190" name="OTLSHAPE_SLM_945e09ac089f43139b847b2e14cafba9_Title">
            <a:extLst>
              <a:ext uri="{FF2B5EF4-FFF2-40B4-BE49-F238E27FC236}">
                <a16:creationId xmlns:a16="http://schemas.microsoft.com/office/drawing/2014/main" id="{7A633181-EFD1-9278-D46A-FF5CF9CF6728}"/>
              </a:ext>
            </a:extLst>
          </p:cNvPr>
          <p:cNvSpPr txBox="1"/>
          <p:nvPr>
            <p:custDataLst>
              <p:tags r:id="rId265"/>
            </p:custDataLst>
          </p:nvPr>
        </p:nvSpPr>
        <p:spPr>
          <a:xfrm>
            <a:off x="5045210" y="5950715"/>
            <a:ext cx="1422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2">
                <a:solidFill>
                  <a:schemeClr val="dk1"/>
                </a:solidFill>
                <a:latin typeface="Calibri" panose="020F0502020204030204" pitchFamily="34" charset="0"/>
              </a:rPr>
              <a:t>Digitaliseringsboard(DB)</a:t>
            </a:r>
          </a:p>
        </p:txBody>
      </p:sp>
      <p:sp>
        <p:nvSpPr>
          <p:cNvPr id="192" name="OTLSHAPE_SLM_11f8036784e14bea9f23f1cfda4cd785_Date">
            <a:extLst>
              <a:ext uri="{FF2B5EF4-FFF2-40B4-BE49-F238E27FC236}">
                <a16:creationId xmlns:a16="http://schemas.microsoft.com/office/drawing/2014/main" id="{5100BB10-F207-13CE-0BD1-D3A1BD537B52}"/>
              </a:ext>
            </a:extLst>
          </p:cNvPr>
          <p:cNvSpPr txBox="1"/>
          <p:nvPr>
            <p:custDataLst>
              <p:tags r:id="rId266"/>
            </p:custDataLst>
          </p:nvPr>
        </p:nvSpPr>
        <p:spPr>
          <a:xfrm>
            <a:off x="4906573" y="6196275"/>
            <a:ext cx="3302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900" spc="-6">
                <a:solidFill>
                  <a:srgbClr val="44546A"/>
                </a:solidFill>
                <a:latin typeface="Calibri" panose="020F0502020204030204" pitchFamily="34" charset="0"/>
              </a:rPr>
              <a:t>jun 23</a:t>
            </a:r>
          </a:p>
        </p:txBody>
      </p:sp>
      <p:sp>
        <p:nvSpPr>
          <p:cNvPr id="193" name="OTLSHAPE_SLM_11f8036784e14bea9f23f1cfda4cd785_Variance" hidden="1">
            <a:extLst>
              <a:ext uri="{FF2B5EF4-FFF2-40B4-BE49-F238E27FC236}">
                <a16:creationId xmlns:a16="http://schemas.microsoft.com/office/drawing/2014/main" id="{E1D96149-CEC3-BE12-0521-F4C9EB02D125}"/>
              </a:ext>
            </a:extLst>
          </p:cNvPr>
          <p:cNvSpPr txBox="1"/>
          <p:nvPr>
            <p:custDataLst>
              <p:tags r:id="rId267"/>
            </p:custDataLst>
          </p:nvPr>
        </p:nvSpPr>
        <p:spPr>
          <a:xfrm>
            <a:off x="12700" y="-864463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1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194" name="OTLSHAPE_SLM_11f8036784e14bea9f23f1cfda4cd785_Title">
            <a:extLst>
              <a:ext uri="{FF2B5EF4-FFF2-40B4-BE49-F238E27FC236}">
                <a16:creationId xmlns:a16="http://schemas.microsoft.com/office/drawing/2014/main" id="{959F01E0-FDAD-AB57-A0FA-DCC6D67A15E3}"/>
              </a:ext>
            </a:extLst>
          </p:cNvPr>
          <p:cNvSpPr txBox="1"/>
          <p:nvPr>
            <p:custDataLst>
              <p:tags r:id="rId268"/>
            </p:custDataLst>
          </p:nvPr>
        </p:nvSpPr>
        <p:spPr>
          <a:xfrm>
            <a:off x="5494583" y="6184733"/>
            <a:ext cx="14224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2">
                <a:solidFill>
                  <a:schemeClr val="dk1"/>
                </a:solidFill>
                <a:latin typeface="Calibri" panose="020F0502020204030204" pitchFamily="34" charset="0"/>
              </a:rPr>
              <a:t>Digitaliseringsboard(DB)</a:t>
            </a:r>
          </a:p>
        </p:txBody>
      </p:sp>
      <p:sp>
        <p:nvSpPr>
          <p:cNvPr id="232" name="OTLSHAPE_SLT_cb9354636fcb4a14b51b295445637712_Duration" hidden="1">
            <a:extLst>
              <a:ext uri="{FF2B5EF4-FFF2-40B4-BE49-F238E27FC236}">
                <a16:creationId xmlns:a16="http://schemas.microsoft.com/office/drawing/2014/main" id="{CA95F89B-1BB9-69ED-2E3A-5FF85F408B82}"/>
              </a:ext>
            </a:extLst>
          </p:cNvPr>
          <p:cNvSpPr txBox="1"/>
          <p:nvPr>
            <p:custDataLst>
              <p:tags r:id="rId269"/>
            </p:custDataLst>
          </p:nvPr>
        </p:nvSpPr>
        <p:spPr>
          <a:xfrm>
            <a:off x="12700" y="-381804"/>
            <a:ext cx="3937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ED7D31"/>
                </a:solidFill>
                <a:latin typeface="Calibri" panose="020F0502020204030204" pitchFamily="34" charset="0"/>
              </a:rPr>
              <a:t>65 days</a:t>
            </a:r>
          </a:p>
        </p:txBody>
      </p:sp>
      <p:sp>
        <p:nvSpPr>
          <p:cNvPr id="233" name="OTLSHAPE_SLT_cb9354636fcb4a14b51b295445637712_JoinedDate" hidden="1">
            <a:extLst>
              <a:ext uri="{FF2B5EF4-FFF2-40B4-BE49-F238E27FC236}">
                <a16:creationId xmlns:a16="http://schemas.microsoft.com/office/drawing/2014/main" id="{4DB2E67F-3D2E-C784-AD9D-4CB675D14787}"/>
              </a:ext>
            </a:extLst>
          </p:cNvPr>
          <p:cNvSpPr txBox="1"/>
          <p:nvPr>
            <p:custDataLst>
              <p:tags r:id="rId270"/>
            </p:custDataLst>
          </p:nvPr>
        </p:nvSpPr>
        <p:spPr>
          <a:xfrm>
            <a:off x="12700" y="-618242"/>
            <a:ext cx="6985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00">
                <a:solidFill>
                  <a:srgbClr val="44546A"/>
                </a:solidFill>
                <a:latin typeface="Calibri" panose="020F0502020204030204" pitchFamily="34" charset="0"/>
              </a:rPr>
              <a:t>okt 1 - dec 31</a:t>
            </a:r>
          </a:p>
        </p:txBody>
      </p:sp>
      <p:sp>
        <p:nvSpPr>
          <p:cNvPr id="234" name="OTLSHAPE_SLT_cb9354636fcb4a14b51b295445637712_Variance" hidden="1">
            <a:extLst>
              <a:ext uri="{FF2B5EF4-FFF2-40B4-BE49-F238E27FC236}">
                <a16:creationId xmlns:a16="http://schemas.microsoft.com/office/drawing/2014/main" id="{31D00C93-F96B-6A3D-DBB7-C5807AA85838}"/>
              </a:ext>
            </a:extLst>
          </p:cNvPr>
          <p:cNvSpPr txBox="1"/>
          <p:nvPr>
            <p:custDataLst>
              <p:tags r:id="rId271"/>
            </p:custDataLst>
          </p:nvPr>
        </p:nvSpPr>
        <p:spPr>
          <a:xfrm>
            <a:off x="12700" y="66561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1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35" name="OTLSHAPE_SLT_cb9354636fcb4a14b51b295445637712_StartDate" hidden="1">
            <a:extLst>
              <a:ext uri="{FF2B5EF4-FFF2-40B4-BE49-F238E27FC236}">
                <a16:creationId xmlns:a16="http://schemas.microsoft.com/office/drawing/2014/main" id="{28CFAFA0-D548-03B5-6C09-50648129B225}"/>
              </a:ext>
            </a:extLst>
          </p:cNvPr>
          <p:cNvSpPr txBox="1"/>
          <p:nvPr>
            <p:custDataLst>
              <p:tags r:id="rId27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36" name="OTLSHAPE_SLT_cb9354636fcb4a14b51b295445637712_EndDate" hidden="1">
            <a:extLst>
              <a:ext uri="{FF2B5EF4-FFF2-40B4-BE49-F238E27FC236}">
                <a16:creationId xmlns:a16="http://schemas.microsoft.com/office/drawing/2014/main" id="{40FA40E7-E548-0D8B-5F5C-9AE758271511}"/>
              </a:ext>
            </a:extLst>
          </p:cNvPr>
          <p:cNvSpPr txBox="1"/>
          <p:nvPr>
            <p:custDataLst>
              <p:tags r:id="rId27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da-DK" sz="1000">
              <a:solidFill>
                <a:srgbClr val="44546A"/>
              </a:solidFill>
              <a:latin typeface="Calibri" panose="020F0502020204030204" pitchFamily="34" charset="0"/>
            </a:endParaRPr>
          </a:p>
        </p:txBody>
      </p:sp>
      <p:sp>
        <p:nvSpPr>
          <p:cNvPr id="264" name="OTLSHAPE_SLT_cb9354636fcb4a14b51b295445637712_Title">
            <a:extLst>
              <a:ext uri="{FF2B5EF4-FFF2-40B4-BE49-F238E27FC236}">
                <a16:creationId xmlns:a16="http://schemas.microsoft.com/office/drawing/2014/main" id="{0A60A217-D325-16AD-8A7B-3EC2BDC423BB}"/>
              </a:ext>
            </a:extLst>
          </p:cNvPr>
          <p:cNvSpPr txBox="1"/>
          <p:nvPr>
            <p:custDataLst>
              <p:tags r:id="rId274"/>
            </p:custDataLst>
          </p:nvPr>
        </p:nvSpPr>
        <p:spPr>
          <a:xfrm>
            <a:off x="2619500" y="1246804"/>
            <a:ext cx="2400300" cy="16158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spc="-2">
                <a:solidFill>
                  <a:schemeClr val="dk1"/>
                </a:solidFill>
                <a:latin typeface="Calibri" panose="020F0502020204030204" pitchFamily="34" charset="0"/>
              </a:rPr>
              <a:t>LMST har lovhjemmel på arbejdsprogram</a:t>
            </a:r>
          </a:p>
        </p:txBody>
      </p:sp>
      <p:sp>
        <p:nvSpPr>
          <p:cNvPr id="265" name="OTLSHAPE_SLT_cb9354636fcb4a14b51b295445637712_TextPercentage" hidden="1">
            <a:extLst>
              <a:ext uri="{FF2B5EF4-FFF2-40B4-BE49-F238E27FC236}">
                <a16:creationId xmlns:a16="http://schemas.microsoft.com/office/drawing/2014/main" id="{24F7B12E-DBC8-6FE4-95EB-B73659520C9C}"/>
              </a:ext>
            </a:extLst>
          </p:cNvPr>
          <p:cNvSpPr txBox="1"/>
          <p:nvPr>
            <p:custDataLst>
              <p:tags r:id="rId2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da-DK" sz="1000">
              <a:solidFill>
                <a:srgbClr val="ED7D31"/>
              </a:solidFill>
              <a:latin typeface="Calibri" panose="020F0502020204030204" pitchFamily="34" charset="0"/>
            </a:endParaRPr>
          </a:p>
        </p:txBody>
      </p:sp>
      <p:sp>
        <p:nvSpPr>
          <p:cNvPr id="326" name="OTLSHAPE_TB_00000000000000000000000000000000_MiddleTimescaleInterval17">
            <a:extLst>
              <a:ext uri="{FF2B5EF4-FFF2-40B4-BE49-F238E27FC236}">
                <a16:creationId xmlns:a16="http://schemas.microsoft.com/office/drawing/2014/main" id="{CD236FF1-CB61-890F-FB0B-BCC1AAC682AC}"/>
              </a:ext>
            </a:extLst>
          </p:cNvPr>
          <p:cNvSpPr txBox="1"/>
          <p:nvPr>
            <p:custDataLst>
              <p:tags r:id="rId276"/>
            </p:custDataLst>
          </p:nvPr>
        </p:nvSpPr>
        <p:spPr>
          <a:xfrm>
            <a:off x="8974930" y="947125"/>
            <a:ext cx="19511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feb</a:t>
            </a:r>
          </a:p>
        </p:txBody>
      </p:sp>
      <p:sp>
        <p:nvSpPr>
          <p:cNvPr id="328" name="OTLSHAPE_TB_00000000000000000000000000000000_MiddleTimescaleInterval18">
            <a:extLst>
              <a:ext uri="{FF2B5EF4-FFF2-40B4-BE49-F238E27FC236}">
                <a16:creationId xmlns:a16="http://schemas.microsoft.com/office/drawing/2014/main" id="{283D1D3B-0E99-65A6-24F7-0300C8CDFF35}"/>
              </a:ext>
            </a:extLst>
          </p:cNvPr>
          <p:cNvSpPr txBox="1"/>
          <p:nvPr>
            <p:custDataLst>
              <p:tags r:id="rId277"/>
            </p:custDataLst>
          </p:nvPr>
        </p:nvSpPr>
        <p:spPr>
          <a:xfrm>
            <a:off x="9440352" y="947125"/>
            <a:ext cx="243913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0">
                <a:solidFill>
                  <a:schemeClr val="lt1"/>
                </a:solidFill>
                <a:latin typeface="Calibri" panose="020F0502020204030204" pitchFamily="34" charset="0"/>
              </a:rPr>
              <a:t>mar</a:t>
            </a:r>
          </a:p>
        </p:txBody>
      </p:sp>
      <p:sp>
        <p:nvSpPr>
          <p:cNvPr id="330" name="OTLSHAPE_TB_00000000000000000000000000000000_MiddleTimescaleInterval19">
            <a:extLst>
              <a:ext uri="{FF2B5EF4-FFF2-40B4-BE49-F238E27FC236}">
                <a16:creationId xmlns:a16="http://schemas.microsoft.com/office/drawing/2014/main" id="{5D62E7D7-EA70-E0A2-1C27-D74FB40697B6}"/>
              </a:ext>
            </a:extLst>
          </p:cNvPr>
          <p:cNvSpPr txBox="1"/>
          <p:nvPr>
            <p:custDataLst>
              <p:tags r:id="rId278"/>
            </p:custDataLst>
          </p:nvPr>
        </p:nvSpPr>
        <p:spPr>
          <a:xfrm>
            <a:off x="9937872" y="947125"/>
            <a:ext cx="20678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apr</a:t>
            </a:r>
          </a:p>
        </p:txBody>
      </p:sp>
      <p:sp>
        <p:nvSpPr>
          <p:cNvPr id="332" name="OTLSHAPE_TB_00000000000000000000000000000000_MiddleTimescaleInterval20">
            <a:extLst>
              <a:ext uri="{FF2B5EF4-FFF2-40B4-BE49-F238E27FC236}">
                <a16:creationId xmlns:a16="http://schemas.microsoft.com/office/drawing/2014/main" id="{A73C4C70-50E7-D69B-370A-3CA278683048}"/>
              </a:ext>
            </a:extLst>
          </p:cNvPr>
          <p:cNvSpPr txBox="1"/>
          <p:nvPr>
            <p:custDataLst>
              <p:tags r:id="rId279"/>
            </p:custDataLst>
          </p:nvPr>
        </p:nvSpPr>
        <p:spPr>
          <a:xfrm>
            <a:off x="10419344" y="947125"/>
            <a:ext cx="23173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20">
                <a:solidFill>
                  <a:schemeClr val="lt1"/>
                </a:solidFill>
                <a:latin typeface="Calibri" panose="020F0502020204030204" pitchFamily="34" charset="0"/>
              </a:rPr>
              <a:t>maj</a:t>
            </a:r>
          </a:p>
        </p:txBody>
      </p:sp>
      <p:sp>
        <p:nvSpPr>
          <p:cNvPr id="334" name="OTLSHAPE_TB_00000000000000000000000000000000_MiddleTimescaleInterval21">
            <a:extLst>
              <a:ext uri="{FF2B5EF4-FFF2-40B4-BE49-F238E27FC236}">
                <a16:creationId xmlns:a16="http://schemas.microsoft.com/office/drawing/2014/main" id="{9FBA8A44-9E83-092E-72DA-B53C5181EFA0}"/>
              </a:ext>
            </a:extLst>
          </p:cNvPr>
          <p:cNvSpPr txBox="1"/>
          <p:nvPr>
            <p:custDataLst>
              <p:tags r:id="rId280"/>
            </p:custDataLst>
          </p:nvPr>
        </p:nvSpPr>
        <p:spPr>
          <a:xfrm>
            <a:off x="10916864" y="947125"/>
            <a:ext cx="194862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da-DK" sz="1100" spc="-18">
                <a:solidFill>
                  <a:schemeClr val="lt1"/>
                </a:solidFill>
                <a:latin typeface="Calibri" panose="020F0502020204030204" pitchFamily="34" charset="0"/>
              </a:rPr>
              <a:t>jun</a:t>
            </a: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854E7EA0-FE31-9954-3AF3-E8AB3785F734}"/>
              </a:ext>
            </a:extLst>
          </p:cNvPr>
          <p:cNvCxnSpPr/>
          <p:nvPr>
            <p:custDataLst>
              <p:tags r:id="rId281"/>
            </p:custDataLst>
          </p:nvPr>
        </p:nvCxnSpPr>
        <p:spPr>
          <a:xfrm>
            <a:off x="2568711" y="774976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OTLSHAPE_TB_00000000000000000000000000000000_MiddleSeparator1">
            <a:extLst>
              <a:ext uri="{FF2B5EF4-FFF2-40B4-BE49-F238E27FC236}">
                <a16:creationId xmlns:a16="http://schemas.microsoft.com/office/drawing/2014/main" id="{FBA0CC5B-EABA-2379-5771-EC62E9FA5E8D}"/>
              </a:ext>
            </a:extLst>
          </p:cNvPr>
          <p:cNvCxnSpPr/>
          <p:nvPr>
            <p:custDataLst>
              <p:tags r:id="rId282"/>
            </p:custDataLst>
          </p:nvPr>
        </p:nvCxnSpPr>
        <p:spPr>
          <a:xfrm>
            <a:off x="1589720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OTLSHAPE_TB_00000000000000000000000000000000_MiddleSeparator2">
            <a:extLst>
              <a:ext uri="{FF2B5EF4-FFF2-40B4-BE49-F238E27FC236}">
                <a16:creationId xmlns:a16="http://schemas.microsoft.com/office/drawing/2014/main" id="{C36A52A3-D230-BD49-939C-26434ED9B59E}"/>
              </a:ext>
            </a:extLst>
          </p:cNvPr>
          <p:cNvCxnSpPr/>
          <p:nvPr>
            <p:custDataLst>
              <p:tags r:id="rId283"/>
            </p:custDataLst>
          </p:nvPr>
        </p:nvCxnSpPr>
        <p:spPr>
          <a:xfrm>
            <a:off x="2071191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OTLSHAPE_TB_00000000000000000000000000000000_MiddleSeparator3">
            <a:extLst>
              <a:ext uri="{FF2B5EF4-FFF2-40B4-BE49-F238E27FC236}">
                <a16:creationId xmlns:a16="http://schemas.microsoft.com/office/drawing/2014/main" id="{7B90775A-8866-98C4-B07B-E0B5F6F06AB8}"/>
              </a:ext>
            </a:extLst>
          </p:cNvPr>
          <p:cNvCxnSpPr/>
          <p:nvPr>
            <p:custDataLst>
              <p:tags r:id="rId284"/>
            </p:custDataLst>
          </p:nvPr>
        </p:nvCxnSpPr>
        <p:spPr>
          <a:xfrm>
            <a:off x="2568711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OTLSHAPE_TB_00000000000000000000000000000000_MiddleSeparator4">
            <a:extLst>
              <a:ext uri="{FF2B5EF4-FFF2-40B4-BE49-F238E27FC236}">
                <a16:creationId xmlns:a16="http://schemas.microsoft.com/office/drawing/2014/main" id="{2C00D355-DF15-AA2E-22E8-D4FE918FBBB2}"/>
              </a:ext>
            </a:extLst>
          </p:cNvPr>
          <p:cNvCxnSpPr/>
          <p:nvPr>
            <p:custDataLst>
              <p:tags r:id="rId285"/>
            </p:custDataLst>
          </p:nvPr>
        </p:nvCxnSpPr>
        <p:spPr>
          <a:xfrm>
            <a:off x="3066231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OTLSHAPE_TB_00000000000000000000000000000000_MiddleSeparator5">
            <a:extLst>
              <a:ext uri="{FF2B5EF4-FFF2-40B4-BE49-F238E27FC236}">
                <a16:creationId xmlns:a16="http://schemas.microsoft.com/office/drawing/2014/main" id="{080837B6-DFF1-1A63-29EC-E86D6721AB7C}"/>
              </a:ext>
            </a:extLst>
          </p:cNvPr>
          <p:cNvCxnSpPr/>
          <p:nvPr>
            <p:custDataLst>
              <p:tags r:id="rId286"/>
            </p:custDataLst>
          </p:nvPr>
        </p:nvCxnSpPr>
        <p:spPr>
          <a:xfrm>
            <a:off x="3515604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OTLSHAPE_TB_00000000000000000000000000000000_MiddleSeparator6">
            <a:extLst>
              <a:ext uri="{FF2B5EF4-FFF2-40B4-BE49-F238E27FC236}">
                <a16:creationId xmlns:a16="http://schemas.microsoft.com/office/drawing/2014/main" id="{F9EF98AC-E296-AD52-2544-91950BCFCC82}"/>
              </a:ext>
            </a:extLst>
          </p:cNvPr>
          <p:cNvCxnSpPr/>
          <p:nvPr>
            <p:custDataLst>
              <p:tags r:id="rId287"/>
            </p:custDataLst>
          </p:nvPr>
        </p:nvCxnSpPr>
        <p:spPr>
          <a:xfrm>
            <a:off x="4013124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OTLSHAPE_TB_00000000000000000000000000000000_MiddleSeparator7">
            <a:extLst>
              <a:ext uri="{FF2B5EF4-FFF2-40B4-BE49-F238E27FC236}">
                <a16:creationId xmlns:a16="http://schemas.microsoft.com/office/drawing/2014/main" id="{D0F08408-96B1-8810-1F99-7F03F12E0676}"/>
              </a:ext>
            </a:extLst>
          </p:cNvPr>
          <p:cNvCxnSpPr/>
          <p:nvPr>
            <p:custDataLst>
              <p:tags r:id="rId288"/>
            </p:custDataLst>
          </p:nvPr>
        </p:nvCxnSpPr>
        <p:spPr>
          <a:xfrm>
            <a:off x="4494596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OTLSHAPE_TB_00000000000000000000000000000000_MiddleSeparator8">
            <a:extLst>
              <a:ext uri="{FF2B5EF4-FFF2-40B4-BE49-F238E27FC236}">
                <a16:creationId xmlns:a16="http://schemas.microsoft.com/office/drawing/2014/main" id="{B7ACD841-9C58-6122-397A-0BAD70683619}"/>
              </a:ext>
            </a:extLst>
          </p:cNvPr>
          <p:cNvCxnSpPr/>
          <p:nvPr>
            <p:custDataLst>
              <p:tags r:id="rId289"/>
            </p:custDataLst>
          </p:nvPr>
        </p:nvCxnSpPr>
        <p:spPr>
          <a:xfrm>
            <a:off x="4992116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OTLSHAPE_TB_00000000000000000000000000000000_Separator2">
            <a:extLst>
              <a:ext uri="{FF2B5EF4-FFF2-40B4-BE49-F238E27FC236}">
                <a16:creationId xmlns:a16="http://schemas.microsoft.com/office/drawing/2014/main" id="{9BB2DFEF-84CC-7E4F-58A5-D3B1699BDF9C}"/>
              </a:ext>
            </a:extLst>
          </p:cNvPr>
          <p:cNvCxnSpPr/>
          <p:nvPr>
            <p:custDataLst>
              <p:tags r:id="rId290"/>
            </p:custDataLst>
          </p:nvPr>
        </p:nvCxnSpPr>
        <p:spPr>
          <a:xfrm>
            <a:off x="8426610" y="774976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OTLSHAPE_TB_00000000000000000000000000000000_MiddleSeparator9">
            <a:extLst>
              <a:ext uri="{FF2B5EF4-FFF2-40B4-BE49-F238E27FC236}">
                <a16:creationId xmlns:a16="http://schemas.microsoft.com/office/drawing/2014/main" id="{695BBDB6-A46D-9EE5-3D03-941551D1685F}"/>
              </a:ext>
            </a:extLst>
          </p:cNvPr>
          <p:cNvCxnSpPr/>
          <p:nvPr>
            <p:custDataLst>
              <p:tags r:id="rId291"/>
            </p:custDataLst>
          </p:nvPr>
        </p:nvCxnSpPr>
        <p:spPr>
          <a:xfrm>
            <a:off x="5473587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OTLSHAPE_TB_00000000000000000000000000000000_MiddleSeparator10">
            <a:extLst>
              <a:ext uri="{FF2B5EF4-FFF2-40B4-BE49-F238E27FC236}">
                <a16:creationId xmlns:a16="http://schemas.microsoft.com/office/drawing/2014/main" id="{85E1537C-A4FA-57A5-A61F-E321C7DE4FEA}"/>
              </a:ext>
            </a:extLst>
          </p:cNvPr>
          <p:cNvCxnSpPr/>
          <p:nvPr>
            <p:custDataLst>
              <p:tags r:id="rId292"/>
            </p:custDataLst>
          </p:nvPr>
        </p:nvCxnSpPr>
        <p:spPr>
          <a:xfrm>
            <a:off x="5971107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OTLSHAPE_TB_00000000000000000000000000000000_MiddleSeparator11">
            <a:extLst>
              <a:ext uri="{FF2B5EF4-FFF2-40B4-BE49-F238E27FC236}">
                <a16:creationId xmlns:a16="http://schemas.microsoft.com/office/drawing/2014/main" id="{BFCFFE15-A3CF-2401-7150-1EC4BF1296A4}"/>
              </a:ext>
            </a:extLst>
          </p:cNvPr>
          <p:cNvCxnSpPr/>
          <p:nvPr>
            <p:custDataLst>
              <p:tags r:id="rId293"/>
            </p:custDataLst>
          </p:nvPr>
        </p:nvCxnSpPr>
        <p:spPr>
          <a:xfrm>
            <a:off x="6468627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OTLSHAPE_TB_00000000000000000000000000000000_MiddleSeparator12">
            <a:extLst>
              <a:ext uri="{FF2B5EF4-FFF2-40B4-BE49-F238E27FC236}">
                <a16:creationId xmlns:a16="http://schemas.microsoft.com/office/drawing/2014/main" id="{741D64F1-C0D1-D426-BFE5-CCF6D1837AFE}"/>
              </a:ext>
            </a:extLst>
          </p:cNvPr>
          <p:cNvCxnSpPr/>
          <p:nvPr>
            <p:custDataLst>
              <p:tags r:id="rId294"/>
            </p:custDataLst>
          </p:nvPr>
        </p:nvCxnSpPr>
        <p:spPr>
          <a:xfrm>
            <a:off x="6950098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OTLSHAPE_TB_00000000000000000000000000000000_MiddleSeparator13">
            <a:extLst>
              <a:ext uri="{FF2B5EF4-FFF2-40B4-BE49-F238E27FC236}">
                <a16:creationId xmlns:a16="http://schemas.microsoft.com/office/drawing/2014/main" id="{662DC719-6564-8A70-64A5-4298DCCD0CE7}"/>
              </a:ext>
            </a:extLst>
          </p:cNvPr>
          <p:cNvCxnSpPr/>
          <p:nvPr>
            <p:custDataLst>
              <p:tags r:id="rId295"/>
            </p:custDataLst>
          </p:nvPr>
        </p:nvCxnSpPr>
        <p:spPr>
          <a:xfrm>
            <a:off x="7447618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OTLSHAPE_TB_00000000000000000000000000000000_MiddleSeparator14">
            <a:extLst>
              <a:ext uri="{FF2B5EF4-FFF2-40B4-BE49-F238E27FC236}">
                <a16:creationId xmlns:a16="http://schemas.microsoft.com/office/drawing/2014/main" id="{C763FF3D-390E-FB2E-FEA0-B3070CFE9A40}"/>
              </a:ext>
            </a:extLst>
          </p:cNvPr>
          <p:cNvCxnSpPr/>
          <p:nvPr>
            <p:custDataLst>
              <p:tags r:id="rId296"/>
            </p:custDataLst>
          </p:nvPr>
        </p:nvCxnSpPr>
        <p:spPr>
          <a:xfrm>
            <a:off x="7929090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OTLSHAPE_TB_00000000000000000000000000000000_MiddleSeparator15">
            <a:extLst>
              <a:ext uri="{FF2B5EF4-FFF2-40B4-BE49-F238E27FC236}">
                <a16:creationId xmlns:a16="http://schemas.microsoft.com/office/drawing/2014/main" id="{6879CCAC-ECAE-30F0-7EEA-A0854D78C608}"/>
              </a:ext>
            </a:extLst>
          </p:cNvPr>
          <p:cNvCxnSpPr/>
          <p:nvPr>
            <p:custDataLst>
              <p:tags r:id="rId297"/>
            </p:custDataLst>
          </p:nvPr>
        </p:nvCxnSpPr>
        <p:spPr>
          <a:xfrm>
            <a:off x="8426610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OTLSHAPE_TB_00000000000000000000000000000000_MiddleSeparator16">
            <a:extLst>
              <a:ext uri="{FF2B5EF4-FFF2-40B4-BE49-F238E27FC236}">
                <a16:creationId xmlns:a16="http://schemas.microsoft.com/office/drawing/2014/main" id="{9E587328-CC5B-E4D5-E89B-93F61365844A}"/>
              </a:ext>
            </a:extLst>
          </p:cNvPr>
          <p:cNvCxnSpPr/>
          <p:nvPr>
            <p:custDataLst>
              <p:tags r:id="rId298"/>
            </p:custDataLst>
          </p:nvPr>
        </p:nvCxnSpPr>
        <p:spPr>
          <a:xfrm>
            <a:off x="8924130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OTLSHAPE_TB_00000000000000000000000000000000_MiddleSeparator17">
            <a:extLst>
              <a:ext uri="{FF2B5EF4-FFF2-40B4-BE49-F238E27FC236}">
                <a16:creationId xmlns:a16="http://schemas.microsoft.com/office/drawing/2014/main" id="{C993B51D-F5A2-26E1-597C-CBC9FEF97727}"/>
              </a:ext>
            </a:extLst>
          </p:cNvPr>
          <p:cNvCxnSpPr/>
          <p:nvPr>
            <p:custDataLst>
              <p:tags r:id="rId299"/>
            </p:custDataLst>
          </p:nvPr>
        </p:nvCxnSpPr>
        <p:spPr>
          <a:xfrm>
            <a:off x="9389552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OTLSHAPE_TB_00000000000000000000000000000000_MiddleSeparator18">
            <a:extLst>
              <a:ext uri="{FF2B5EF4-FFF2-40B4-BE49-F238E27FC236}">
                <a16:creationId xmlns:a16="http://schemas.microsoft.com/office/drawing/2014/main" id="{DCDFCDA3-3F9C-DC3C-6B98-9D91AECA5FFB}"/>
              </a:ext>
            </a:extLst>
          </p:cNvPr>
          <p:cNvCxnSpPr/>
          <p:nvPr>
            <p:custDataLst>
              <p:tags r:id="rId300"/>
            </p:custDataLst>
          </p:nvPr>
        </p:nvCxnSpPr>
        <p:spPr>
          <a:xfrm>
            <a:off x="9887072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OTLSHAPE_TB_00000000000000000000000000000000_MiddleSeparator19">
            <a:extLst>
              <a:ext uri="{FF2B5EF4-FFF2-40B4-BE49-F238E27FC236}">
                <a16:creationId xmlns:a16="http://schemas.microsoft.com/office/drawing/2014/main" id="{AACFE3E3-AAEF-B7CB-ED05-25BD8C5875EC}"/>
              </a:ext>
            </a:extLst>
          </p:cNvPr>
          <p:cNvCxnSpPr/>
          <p:nvPr>
            <p:custDataLst>
              <p:tags r:id="rId301"/>
            </p:custDataLst>
          </p:nvPr>
        </p:nvCxnSpPr>
        <p:spPr>
          <a:xfrm>
            <a:off x="10368543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OTLSHAPE_TB_00000000000000000000000000000000_MiddleSeparator20">
            <a:extLst>
              <a:ext uri="{FF2B5EF4-FFF2-40B4-BE49-F238E27FC236}">
                <a16:creationId xmlns:a16="http://schemas.microsoft.com/office/drawing/2014/main" id="{B8A154D3-8063-81AE-C778-00D5C47D5E92}"/>
              </a:ext>
            </a:extLst>
          </p:cNvPr>
          <p:cNvCxnSpPr/>
          <p:nvPr>
            <p:custDataLst>
              <p:tags r:id="rId302"/>
            </p:custDataLst>
          </p:nvPr>
        </p:nvCxnSpPr>
        <p:spPr>
          <a:xfrm>
            <a:off x="10866064" y="967000"/>
            <a:ext cx="0" cy="146304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TLSHAPE_M_92c51e62bd964d6f9f60b49def38c34e_Shape">
            <a:extLst>
              <a:ext uri="{FF2B5EF4-FFF2-40B4-BE49-F238E27FC236}">
                <a16:creationId xmlns:a16="http://schemas.microsoft.com/office/drawing/2014/main" id="{3A2E40A1-F50E-F1DC-196F-F1F200A555C2}"/>
              </a:ext>
            </a:extLst>
          </p:cNvPr>
          <p:cNvSpPr/>
          <p:nvPr>
            <p:custDataLst>
              <p:tags r:id="rId303"/>
            </p:custDataLst>
          </p:nvPr>
        </p:nvSpPr>
        <p:spPr>
          <a:xfrm rot="16200000">
            <a:off x="6644819" y="-349355"/>
            <a:ext cx="165100" cy="165100"/>
          </a:xfrm>
          <a:prstGeom prst="flowChartMerg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66" name="OTLSHAPE_M_8d7dbd352abb4a4d9a4d76bd18341730_Shape">
            <a:extLst>
              <a:ext uri="{FF2B5EF4-FFF2-40B4-BE49-F238E27FC236}">
                <a16:creationId xmlns:a16="http://schemas.microsoft.com/office/drawing/2014/main" id="{188412CC-4713-B4CE-6D53-413D8174D689}"/>
              </a:ext>
            </a:extLst>
          </p:cNvPr>
          <p:cNvSpPr/>
          <p:nvPr>
            <p:custDataLst>
              <p:tags r:id="rId304"/>
            </p:custDataLst>
          </p:nvPr>
        </p:nvSpPr>
        <p:spPr>
          <a:xfrm rot="16200000">
            <a:off x="8458360" y="235607"/>
            <a:ext cx="165100" cy="165100"/>
          </a:xfrm>
          <a:prstGeom prst="flowChartMerg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316" name="OTLSHAPE_M_0ab3e87db3154f7286f4e8f73cff2d48_Shape">
            <a:extLst>
              <a:ext uri="{FF2B5EF4-FFF2-40B4-BE49-F238E27FC236}">
                <a16:creationId xmlns:a16="http://schemas.microsoft.com/office/drawing/2014/main" id="{82740F35-6AFB-408F-6E0E-D91C59BA259E}"/>
              </a:ext>
            </a:extLst>
          </p:cNvPr>
          <p:cNvSpPr/>
          <p:nvPr>
            <p:custDataLst>
              <p:tags r:id="rId305"/>
            </p:custDataLst>
          </p:nvPr>
        </p:nvSpPr>
        <p:spPr>
          <a:xfrm rot="16200000">
            <a:off x="3691796" y="235607"/>
            <a:ext cx="165100" cy="165100"/>
          </a:xfrm>
          <a:prstGeom prst="flowChartMerge">
            <a:avLst/>
          </a:prstGeom>
          <a:solidFill>
            <a:srgbClr val="6F319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600"/>
          </a:p>
        </p:txBody>
      </p:sp>
      <p:sp>
        <p:nvSpPr>
          <p:cNvPr id="47" name="OTLSHAPE_M_92c51e62bd964d6f9f60b49def38c34e_Title">
            <a:extLst>
              <a:ext uri="{FF2B5EF4-FFF2-40B4-BE49-F238E27FC236}">
                <a16:creationId xmlns:a16="http://schemas.microsoft.com/office/drawing/2014/main" id="{0C30A0F0-758B-178D-54EC-1C8E39E94C16}"/>
              </a:ext>
            </a:extLst>
          </p:cNvPr>
          <p:cNvSpPr txBox="1"/>
          <p:nvPr>
            <p:custDataLst>
              <p:tags r:id="rId306"/>
            </p:custDataLst>
          </p:nvPr>
        </p:nvSpPr>
        <p:spPr>
          <a:xfrm>
            <a:off x="6841669" y="-531300"/>
            <a:ext cx="19431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>
                <a:solidFill>
                  <a:schemeClr val="dk1"/>
                </a:solidFill>
                <a:latin typeface="Calibri" panose="020F0502020204030204" pitchFamily="34" charset="0"/>
              </a:rPr>
              <a:t>DEP har godkendt lovhjemmel til lovprogrammet</a:t>
            </a:r>
          </a:p>
        </p:txBody>
      </p:sp>
      <p:sp>
        <p:nvSpPr>
          <p:cNvPr id="48" name="OTLSHAPE_M_92c51e62bd964d6f9f60b49def38c34e_Date">
            <a:extLst>
              <a:ext uri="{FF2B5EF4-FFF2-40B4-BE49-F238E27FC236}">
                <a16:creationId xmlns:a16="http://schemas.microsoft.com/office/drawing/2014/main" id="{3FF605A2-D8B0-4467-AD4C-4D2739ED8318}"/>
              </a:ext>
            </a:extLst>
          </p:cNvPr>
          <p:cNvSpPr txBox="1"/>
          <p:nvPr>
            <p:custDataLst>
              <p:tags r:id="rId307"/>
            </p:custDataLst>
          </p:nvPr>
        </p:nvSpPr>
        <p:spPr>
          <a:xfrm>
            <a:off x="6841669" y="-190936"/>
            <a:ext cx="3429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900" spc="-6">
                <a:solidFill>
                  <a:srgbClr val="44546A"/>
                </a:solidFill>
                <a:latin typeface="Calibri" panose="020F0502020204030204" pitchFamily="34" charset="0"/>
              </a:rPr>
              <a:t>sep 10</a:t>
            </a:r>
          </a:p>
        </p:txBody>
      </p:sp>
      <p:sp>
        <p:nvSpPr>
          <p:cNvPr id="49" name="OTLSHAPE_M_92c51e62bd964d6f9f60b49def38c34e_Variance" hidden="1">
            <a:extLst>
              <a:ext uri="{FF2B5EF4-FFF2-40B4-BE49-F238E27FC236}">
                <a16:creationId xmlns:a16="http://schemas.microsoft.com/office/drawing/2014/main" id="{C619D006-A88D-F24B-C1CB-52FA05925DA1}"/>
              </a:ext>
            </a:extLst>
          </p:cNvPr>
          <p:cNvSpPr txBox="1"/>
          <p:nvPr>
            <p:custDataLst>
              <p:tags r:id="rId308"/>
            </p:custDataLst>
          </p:nvPr>
        </p:nvSpPr>
        <p:spPr>
          <a:xfrm>
            <a:off x="12700" y="-9491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1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53" name="OTLSHAPE_M_8d7dbd352abb4a4d9a4d76bd18341730_Title">
            <a:extLst>
              <a:ext uri="{FF2B5EF4-FFF2-40B4-BE49-F238E27FC236}">
                <a16:creationId xmlns:a16="http://schemas.microsoft.com/office/drawing/2014/main" id="{63B81B11-E3D3-F9F3-804D-1DAFFD3547F3}"/>
              </a:ext>
            </a:extLst>
          </p:cNvPr>
          <p:cNvSpPr txBox="1"/>
          <p:nvPr>
            <p:custDataLst>
              <p:tags r:id="rId309"/>
            </p:custDataLst>
          </p:nvPr>
        </p:nvSpPr>
        <p:spPr>
          <a:xfrm>
            <a:off x="8655210" y="44726"/>
            <a:ext cx="1350721" cy="3410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da-DK" sz="1050" b="1" dirty="0">
                <a:solidFill>
                  <a:schemeClr val="dk1"/>
                </a:solidFill>
                <a:latin typeface="Calibri" panose="020F0502020204030204" pitchFamily="34" charset="0"/>
              </a:rPr>
              <a:t>Lovhjemmel godkendt i Folketinget</a:t>
            </a:r>
          </a:p>
        </p:txBody>
      </p:sp>
      <p:sp>
        <p:nvSpPr>
          <p:cNvPr id="64" name="OTLSHAPE_M_8d7dbd352abb4a4d9a4d76bd18341730_Date">
            <a:extLst>
              <a:ext uri="{FF2B5EF4-FFF2-40B4-BE49-F238E27FC236}">
                <a16:creationId xmlns:a16="http://schemas.microsoft.com/office/drawing/2014/main" id="{F65BE41B-75CD-48FF-24CE-21409BB6E715}"/>
              </a:ext>
            </a:extLst>
          </p:cNvPr>
          <p:cNvSpPr txBox="1"/>
          <p:nvPr>
            <p:custDataLst>
              <p:tags r:id="rId310"/>
            </p:custDataLst>
          </p:nvPr>
        </p:nvSpPr>
        <p:spPr>
          <a:xfrm>
            <a:off x="8655210" y="394026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900" spc="-4">
                <a:solidFill>
                  <a:srgbClr val="44546A"/>
                </a:solidFill>
                <a:latin typeface="Calibri" panose="020F0502020204030204" pitchFamily="34" charset="0"/>
              </a:rPr>
              <a:t>jan 1</a:t>
            </a:r>
          </a:p>
        </p:txBody>
      </p:sp>
      <p:sp>
        <p:nvSpPr>
          <p:cNvPr id="65" name="OTLSHAPE_M_8d7dbd352abb4a4d9a4d76bd18341730_Variance" hidden="1">
            <a:extLst>
              <a:ext uri="{FF2B5EF4-FFF2-40B4-BE49-F238E27FC236}">
                <a16:creationId xmlns:a16="http://schemas.microsoft.com/office/drawing/2014/main" id="{6424FC4D-0A75-84C8-DFB9-BCEC072A70F6}"/>
              </a:ext>
            </a:extLst>
          </p:cNvPr>
          <p:cNvSpPr txBox="1"/>
          <p:nvPr>
            <p:custDataLst>
              <p:tags r:id="rId311"/>
            </p:custDataLst>
          </p:nvPr>
        </p:nvSpPr>
        <p:spPr>
          <a:xfrm>
            <a:off x="12700" y="-9491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1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  <p:sp>
        <p:nvSpPr>
          <p:cNvPr id="313" name="OTLSHAPE_M_0ab3e87db3154f7286f4e8f73cff2d48_Title">
            <a:extLst>
              <a:ext uri="{FF2B5EF4-FFF2-40B4-BE49-F238E27FC236}">
                <a16:creationId xmlns:a16="http://schemas.microsoft.com/office/drawing/2014/main" id="{826C250E-76CB-861A-CB3F-04D4C520452A}"/>
              </a:ext>
            </a:extLst>
          </p:cNvPr>
          <p:cNvSpPr txBox="1"/>
          <p:nvPr>
            <p:custDataLst>
              <p:tags r:id="rId312"/>
            </p:custDataLst>
          </p:nvPr>
        </p:nvSpPr>
        <p:spPr>
          <a:xfrm>
            <a:off x="3888646" y="64924"/>
            <a:ext cx="2082461" cy="3231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050" b="1" dirty="0">
                <a:solidFill>
                  <a:schemeClr val="dk1"/>
                </a:solidFill>
                <a:latin typeface="Calibri" panose="020F0502020204030204" pitchFamily="34" charset="0"/>
              </a:rPr>
              <a:t>DEP har givet tilsagn om lovhjemmel på arbejdsprogrammet</a:t>
            </a:r>
          </a:p>
        </p:txBody>
      </p:sp>
      <p:sp>
        <p:nvSpPr>
          <p:cNvPr id="314" name="OTLSHAPE_M_0ab3e87db3154f7286f4e8f73cff2d48_Date">
            <a:extLst>
              <a:ext uri="{FF2B5EF4-FFF2-40B4-BE49-F238E27FC236}">
                <a16:creationId xmlns:a16="http://schemas.microsoft.com/office/drawing/2014/main" id="{41821434-1AD9-559B-8C0B-46D7376B04E3}"/>
              </a:ext>
            </a:extLst>
          </p:cNvPr>
          <p:cNvSpPr txBox="1"/>
          <p:nvPr>
            <p:custDataLst>
              <p:tags r:id="rId313"/>
            </p:custDataLst>
          </p:nvPr>
        </p:nvSpPr>
        <p:spPr>
          <a:xfrm>
            <a:off x="3888646" y="394026"/>
            <a:ext cx="368300" cy="13849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900" spc="-6">
                <a:solidFill>
                  <a:srgbClr val="44546A"/>
                </a:solidFill>
                <a:latin typeface="Calibri" panose="020F0502020204030204" pitchFamily="34" charset="0"/>
              </a:rPr>
              <a:t>mar 10</a:t>
            </a:r>
          </a:p>
        </p:txBody>
      </p:sp>
      <p:sp>
        <p:nvSpPr>
          <p:cNvPr id="315" name="OTLSHAPE_M_0ab3e87db3154f7286f4e8f73cff2d48_Variance" hidden="1">
            <a:extLst>
              <a:ext uri="{FF2B5EF4-FFF2-40B4-BE49-F238E27FC236}">
                <a16:creationId xmlns:a16="http://schemas.microsoft.com/office/drawing/2014/main" id="{FC547BBD-A936-26BE-8677-980BF89A96C8}"/>
              </a:ext>
            </a:extLst>
          </p:cNvPr>
          <p:cNvSpPr txBox="1"/>
          <p:nvPr>
            <p:custDataLst>
              <p:tags r:id="rId314"/>
            </p:custDataLst>
          </p:nvPr>
        </p:nvSpPr>
        <p:spPr>
          <a:xfrm>
            <a:off x="12700" y="-949102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da-DK" sz="1100">
                <a:solidFill>
                  <a:schemeClr val="dk1"/>
                </a:solidFill>
                <a:latin typeface="Calibri" panose="020F0502020204030204" pitchFamily="34" charset="0"/>
              </a:rPr>
              <a:t>0 days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30363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3siJGlkIjoiNCIsIl90YXNrcyI6W3siJGlkIjoiNSIsIl9hdHRhY2hlZE1pbGVzdG9uZXMiOltdLCJUYXNrRGVmaW5pdGlvbiI6eyIkaWQiOiI2IiwiR3JvdXBOYW1lIjpudWxsLCJTdGFydERhdGUiOiIyMDI2LTEwLTAxVDIzOjU5OjAwWiIsIkVuZERhdGUiOiIyMDI2LTEyLTMxVDIzOjU5OjAwWiIsIlBlcmNlbnRhZ2VDb21wbGV0ZSI6bnVsbCwiU3R5bGUiOnsiJGlkIjoiNyIsIlNoYXBlIjoxLCJTaGFwZVRoaWNrbmVzcyI6MC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TIiLCJUb3AiOjAuMCwiTGVmdCI6MC4wLCJSaWdodCI6MC4wLCJCb3R0b20iOjAuMH0sIlBhZGRpbmciOnsiJGlkIjoiMTMiLCJUb3AiOjAuMCwiTGVmdCI6MC4wLCJSaWdodCI6MC4wLCJCb3R0b20iOjAuMH0sIkJhY2tncm91bmQiOnsiJGlkIjoiMTQiLCJDb2xvciI6eyIkaWQiOiIxNSIsIkEiOjg5LCJSIjowLCJHIjowLCJCIjowfX0sIklzVmlzaWJsZSI6dHJ1ZSwiV2lkdGgiOjAuMCwiSGVpZ2h0IjowLjAsIkJvcmRlclN0eWxlIjp7IiRpZCI6IjE2IiwiTGluZUNvbG9yIjpudWxsLCJMaW5lV2VpZ2h0IjowLjAsIkxpbmVUeXBlIjowLCJQYXJlbnRTdHlsZSI6bnVsbH0sIlBhcmVudFN0eWxlIjpudWxsfSwiRHVyYXRpb25TdHlsZSI6eyIkaWQiOiIxNyIsIkZvbnRTZXR0aW5ncyI6eyIkaWQiOiIxOCIsIkZvbnRTaXplIjoxMCwiRm9udE5hbWUiOiJDYWxpYnJpIiwiSXNCb2xkIjpmYWxzZSwiSXNJdGFsaWMiOmZhbHNlLCJJc1VuZGVybGluZWQiOmZhbHNlLCJQYXJlbnRTdHlsZSI6bnVsbH0sIkF1dG9TaXplIjowLCJGb3JlZ3JvdW5kIjp7IiRpZCI6IjE5IiwiQ29sb3IiOnsiJGlkIjoiMj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SIsIlRvcCI6MC4wLCJMZWZ0IjowLjAsIlJpZ2h0IjowLjAsIkJvdHRvbSI6MC4wfSwiUGFkZGluZyI6eyIkaWQiOiIyMiIsIlRvcCI6MC4wLCJMZWZ0IjowLjAsIlJpZ2h0IjowLjAsIkJvdHRvbSI6MC4wfSwiQmFja2dyb3VuZCI6eyIkaWQiOiIyMyIsIkNvbG9yIjp7IiRpZCI6IjI0IiwiQSI6MCwiUiI6MCwiRyI6MCwiQiI6MH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jA0LCJHIjoyMDQsIkIiOjIwNH19LCJMaW5lV2VpZ2h0IjoxLjAsIkxpbmVUeXBlIjowLCJQYXJlbnRTdHlsZSI6bnVsbH0sIlZlcnRpY2FsQ29ubmVjdG9yU3R5bGUiOnsiJGlkIjoiMjkiLCJMaW5lQ29sb3IiOnsiJGlkIjoiMzAiLCIkdHlwZSI6Ik5MUkUuQ29tbW9uLkRvbS5Tb2xpZENvbG9yQnJ1c2gsIE5MUkUuQ29tbW9uIiwiQ29sb3IiOnsiJGlkIjoiMzE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IsIlZhcmlhbmNlUG9zaXRpb24iOjYsIlNwYWNpbmciOjMsIklzQmVsb3dUaW1lYmFuZCI6dHJ1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nRydWUsIldpZHRoIjowLjAsIkhlaWdodCI6MC4wLCJCb3JkZXJTdHlsZSI6bnVsbCwiUGFyZW50U3R5bGUiOm51bGx9LCJNYXJnaW4iOnsiJGlkIjoiMzgiLCJUb3AiOjAuMCwiTGVmdCI6MC4wLCJSaWdodCI6MC4wLCJCb3R0b20iOjAuMH0sIlBhZGRpbmciOnsiJGlkIjoiMzkiLCJUb3AiOjAuMCwiTGVmdCI6MC4wLCJSaWdodCI6MC4wLCJCb3R0b20iOjAuMH0sIkJhY2tncm91bmQiOm51bGwsIklzVmlzaWJsZSI6dHJ1ZSwiV2lkdGgiOjAuMCwiSGVpZ2h0IjowLjAsIkJvcmRlclN0eWxlIjpudWxsLCJQYXJlbnRTdHlsZSI6bnVsbH0sIlNoYXBlU3R5bGUiOnsiJGlkIjoiNDAiLCJNYXJnaW4iOnsiJGlkIjoiNDEiLCJUb3AiOjAuMCwiTGVmdCI6NC4wLCJSaWdodCI6NC4wLCJCb3R0b20iOjAuMH0sIlBhZGRpbmciOnsiJGlkIjoiNDIiLCJUb3AiOjAuMCwiTGVmdCI6MC4wLCJSaWdodCI6MC4wLCJCb3R0b20iOjAuMH0sIkJhY2tncm91bmQiOnsiJGlkIjoiNDMiLCJDb2xvciI6eyIkaWQiOiI0NCIsIkEiOjI1NSwiUiI6MjE4LCJHIjoyMzgsIkIiOjI1MH19LCJJc1Zpc2libGUiOnRydWUsIldpZHRoIjoyNTYuMCwiSGVpZ2h0IjoxMC4wLCJCb3JkZXJTdHlsZSI6eyIkaWQiOiI0NSIsIkxpbmVDb2xvciI6eyIkaWQiOiI0NiIsIiR0eXBlIjoiTkxSRS5Db21tb24uRG9tLlNvbGlkQ29sb3JCcnVzaCwgTkxSRS5Db21tb24iLCJDb2xvciI6eyIkaWQiOiI0NyIsIkEiOjI1NSwiUiI6MjM0LCJHIjoyMiwiQiI6MzB9fSwiTGluZVdlaWdodCI6MC4wLCJMaW5lVHlwZSI6MCwiUGFyZW50U3R5bGUiOm51bGx9LCJQYXJlbnRTdHlsZSI6bnVsbH0sIlRpdGxlU3R5bGUiOnsiJGlkIjoiNDgiLCJGb250U2V0dGluZ3MiOnsiJGlkIjoiNDkiLCJGb250U2l6ZSI6MTAsIkZvbnROYW1lIjoiQ2FsaWJyaSIsIklzQm9sZCI6dHJ1ZSwiSXNJdGFsaWMiOmZhbHNlLCJJc1VuZGVybGluZWQiOmZhbHNlLCJQYXJlbnRTdHlsZSI6bnVsbH0sIkF1dG9TaXplIjowLCJGb3JlZ3JvdW5kIjp7IiRpZCI6IjUwIiwiQ29sb3IiOnsiJGlkIjoiNTE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NTIiLCJUb3AiOjAuMCwiTGVmdCI6MC4wLCJSaWdodCI6MC4wLCJCb3R0b20iOjAuMH0sIlBhZGRpbmciOnsiJGlkIjoiNTMiLCJUb3AiOjAuMCwiTGVmdCI6MC4wLCJSaWdodCI6MC4wLCJCb3R0b20iOjAuMH0sIkJhY2tncm91bmQiOnsiJGlkIjoiNTQiLCJDb2xvciI6eyIkaWQiOiI1NSIsIkEiOjAsIlIiOjI1NSwiRyI6MjU1LCJCIjoyNTV9fSwiSXNWaXNpYmxlIjp0cnVlLCJXaWR0aCI6MC4wLCJIZWlnaHQiOjAuMCwiQm9yZGVyU3R5bGUiOnsiJGlkIjoiNTYiLCJMaW5lQ29sb3IiOm51bGwsIkxpbmVXZWlnaHQiOjAuMCwiTGluZVR5cGUiOjAsIlBhcmVudFN0eWxlIjpudWxsfSwiUGFyZW50U3R5bGUiOm51bGx9LCJEYXRlU3R5bGUiOnsiJGlkIjoiNTciLCJGb250U2V0dGluZ3MiOnsiJGlkIjoiNTgiLCJGb250U2l6ZSI6MTAsIkZvbnROYW1lIjoiQ2FsaWJyaSIsIklzQm9sZCI6ZmFsc2UsIklzSXRhbGljIjpmYWxzZSwiSXNVbmRlcmxpbmVkIjpmYWxzZSwiUGFyZW50U3R5bGUiOm51bGx9LCJBdXRvU2l6ZSI6MCwiRm9yZWdyb3VuZCI6eyIkaWQiOiI1OSIsIkNvbG9yIjp7IiRpZCI6IjY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2MSIsIlRvcCI6MC4wLCJMZWZ0IjowLjAsIlJpZ2h0IjowLjAsIkJvdHRvbSI6MC4wfSwiUGFkZGluZyI6eyIkaWQiOiI2MiIsIlRvcCI6MC4wLCJMZWZ0IjowLjAsIlJpZ2h0IjowLjAsIkJvdHRvbSI6MC4wfSwiQmFja2dyb3VuZCI6eyIkaWQiOiI2MyIsIkNvbG9yIjp7IiRpZCI6IjY0IiwiQSI6MCwiUiI6MCwiRyI6MCwiQiI6MH19LCJJc1Zpc2libGUiOnRydWUsIldpZHRoIjowLjAsIkhlaWdodCI6MC4wLCJCb3JkZXJTdHlsZSI6eyIkaWQiOiI2NSIsIkxpbmVDb2xvciI6bnVsbCwiTGluZVdlaWdodCI6MC4wLCJMaW5lVHlwZSI6MCwiUGFyZW50U3R5bGUiOm51bGx9LCJQYXJlbnRTdHlsZSI6bnVsbH0sIkRhdGVGb3JtYXQiOnsiJGlkIjoiNj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ciLCJGb3JtYXQiOjAsIklzVmlzaWJsZSI6ZmFsc2UsIkxhc3RLbm93blZpc2liaWxpdHlTdGF0ZSI6ZmFsc2V9LCJJc1Zpc2libGUiOnRydWUsIlZhcmlhbmNlU3R5bGUiOnsiJGlkIjoiNjgiLCJUZXh0U3R5bGUiOnsiJGlkIjoiNjkiLCJGb250U2V0dGluZ3MiOnsiJGlkIjoiNzAiLCJGb250U2l6ZSI6MTEsIkZvbnROYW1lIjoiQ2FsaWJyaSIsIklzQm9sZCI6ZmFsc2UsIklzSXRhbGljIjpmYWxzZSwiSXNVbmRlcmxpbmVkIjpmYWxzZSwiUGFyZW50U3R5bGUiOm51bGx9LCJBdXRvU2l6ZSI6MCwiRm9yZWdyb3VuZCI6eyIkaWQiOiI3MSIsIkNvbG9yIjp7IiRpZCI6Ijc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zIiwiVG9wIjowLjAsIkxlZnQiOjAuMCwiUmlnaHQiOjAuMCwiQm90dG9tIjowLjB9LCJQYWRkaW5nIjp7IiRpZCI6Ijc0IiwiVG9wIjowLjAsIkxlZnQiOjAuMCwiUmlnaHQiOjAuMCwiQm90dG9tIjowLjB9LCJCYWNrZ3JvdW5kIjp7IiRpZCI6Ijc1IiwiQ29sb3IiOnsiJGlkIjoiNzYiLCJBIjowLCJSIjowLCJHIjowLCJCIjowfX0sIklzVmlzaWJsZSI6dHJ1ZSwiV2lkdGgiOjAuMCwiSGVpZ2h0IjowLjAsIkJvcmRlclN0eWxlIjp7IiRpZCI6Ijc3IiwiTGluZUNvbG9yIjpudWxsLCJMaW5lV2VpZ2h0IjowLjAsIkxpbmVUeXBlIjowLCJQYXJlbnRTdHlsZSI6bnVsbH0sIlBhcmVudFN0eWxlIjpudWxsfSwiUGFyZW50U3R5bGUiOm51bGx9LCJQYXJlbnRTdHlsZSI6bnVsbH0sIkluZGV4Ijo1LCJTbWFydER1cmF0aW9uQWN0aXZhdGVkIjpmYWxzZSwiRGF0ZUZvcm1hdCI6eyIkcmVmIjoiNjYifSwiV2Vla051bWJlcmluZyI6eyIkaWQiOiI3OCIsIkZvcm1hdCI6MCwiSXNWaXNpYmxlIjpmYWxzZSwiTGFzdEtub3duVmlzaWJpbGl0eVN0YXRlIjpmYWxzZX0sIkJhc2VsaW5lRGF0YSI6eyIkaWQiOiI3OSIsIlN0YXJ0RGF0ZSI6IjIwMjYtMTAtMDFUMjM6NTk6MDAiLCJFbmREYXRlIjoiMjAyNi0xMi0zMVQyMzo1OTowMCJ9LCJJZCI6ImNiOTM1NDYzLTZmY2ItNGExNC1iNTFiLTI5NTQ0NTYzNzcxMiIsIkltcG9ydElkIjpudWxsLCJUaXRsZSI6IkxNU1QgaGFyIGxvdmhqZW1tZWwgcMOlIGFyYmVqZHNwcm9ncmFtIiwiTm90ZSI6bnVsbCwiSHlwZXJsaW5rIjp7IiRpZCI6IjgwIiwiQWRkcmVzcyI6bnVsbCwiU3ViQWRkcmVzcyI6bnVsbH0sIklzQ2hhbmdlZCI6ZmFsc2UsIklzTmV3IjpmYWxzZX19XSwiX21pbGVzdG9uZXMiOltdLCJJZCI6IjAwMDAwMDAwLTAwMDAtMDAwMC0wMDAwLTAwMDAwMDAwMDAwMCIsIklzU2luZ2xlSXRlbVJvdyI6dHJ1ZX0seyIkaWQiOiI4MSIsIl90YXNrcyI6W3siJGlkIjoiODIiLCJfYXR0YWNoZWRNaWxlc3RvbmVzIjpbXSwiVGFza0RlZmluaXRpb24iOnsiJGlkIjoiODMiLCJHcm91cE5hbWUiOm51bGwsIlN0YXJ0RGF0ZSI6IjIwMjctMDEtMDFUMjM6NTk6MDBaIiwiRW5kRGF0ZSI6IjIwMjctMDktMTBUMjM6NTk6MDBaIiwiUGVyY2VudGFnZUNvbXBsZXRlIjpudWxsLCJTdHlsZSI6eyIkaWQiOiI4NCIsIlNoYXBlIjoxLCJTaGFwZVRoaWNrbmVzcyI6MCwiRHVyYXRpb25Gb3JtYXQiOjAsIkluY2x1ZGVOb25Xb3JraW5nRGF5c0luRHVyYXRpb24iOmZhbHNlLCJQZXJjZW50YWdlQ29tcGxldGVTdHlsZSI6eyIkaWQiOiI4NSIsIkZvbnRTZXR0aW5ncyI6eyIkaWQiOiI4NiIsIkZvbnRTaXplIjoxMCwiRm9udE5hbWUiOiJDYWxpYnJpIiwiSXNCb2xkIjpmYWxzZSwiSXNJdGFsaWMiOmZhbHNlLCJJc1VuZGVybGluZWQiOmZhbHNlLCJQYXJlbnRTdHlsZSI6bnVsbH0sIkF1dG9TaXplIjowLCJGb3JlZ3JvdW5kIjp7IiRpZCI6Ijg3IiwiQ29sb3IiOnsiJGlkIjoiODgiLCJBIjoyNTUsIlIiOjIzNywiRyI6MTI1LCJCIjo0OX19LCJNYXhXaWR0aCI6MjAwLjAsIk1heEhlaWdodCI6IkluZmluaXR5IiwiU21hcnRGb3JlZ3JvdW5kSXNBY3RpdmUiOmZhbHNlLCJIb3Jpem9udGFsQWxpZ25tZW50IjoxLCJWZXJ0aWNhbEFsaWdubWVudCI6MCwiU21hcnRGb3JlZ3JvdW5kIjpudWxsLCJCYWNrZ3JvdW5kRmlsbFR5cGUiOjAsIk1hcmdpbiI6eyIkaWQiOiI4OSIsIlRvcCI6MC4wLCJMZWZ0IjowLjAsIlJpZ2h0IjowLjAsIkJvdHRvbSI6MC4wfSwiUGFkZGluZyI6eyIkaWQiOiI5MCIsIlRvcCI6MC4wLCJMZWZ0IjowLjAsIlJpZ2h0IjowLjAsIkJvdHRvbSI6MC4wfSwiQmFja2dyb3VuZCI6eyIkaWQiOiI5MSIsIkNvbG9yIjp7IiRpZCI6IjkyIiwiQSI6ODksIlIiOjAsIkciOjAsIkIiOjB9fSwiSXNWaXNpYmxlIjp0cnVlLCJXaWR0aCI6MC4wLCJIZWlnaHQiOjAuMCwiQm9yZGVyU3R5bGUiOnsiJGlkIjoiOTMiLCJMaW5lQ29sb3IiOm51bGwsIkxpbmVXZWlnaHQiOjAuMCwiTGluZVR5cGUiOjAsIlBhcmVudFN0eWxlIjpudWxsfSwiUGFyZW50U3R5bGUiOm51bGx9LCJEdXJhdGlvblN0eWxlIjp7IiRpZCI6Ijk0IiwiRm9udFNldHRpbmdzIjp7IiRpZCI6Ijk1IiwiRm9udFNpemUiOjEwLCJGb250TmFtZSI6IkNhbGlicmkiLCJJc0JvbGQiOmZhbHNlLCJJc0l0YWxpYyI6ZmFsc2UsIklzVW5kZXJsaW5lZCI6ZmFsc2UsIlBhcmVudFN0eWxlIjpudWxsfSwiQXV0b1NpemUiOjAsIkZvcmVncm91bmQiOnsiJGlkIjoiOTYiLCJDb2xvciI6eyIkaWQiOiI5N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4IiwiVG9wIjowLjAsIkxlZnQiOjAuMCwiUmlnaHQiOjAuMCwiQm90dG9tIjowLjB9LCJQYWRkaW5nIjp7IiRpZCI6Ijk5IiwiVG9wIjowLjAsIkxlZnQiOjAuMCwiUmlnaHQiOjAuMCwiQm90dG9tIjowLjB9LCJCYWNrZ3JvdW5kIjp7IiRpZCI6IjEwMCIsIkNvbG9yIjp7IiRpZCI6IjEwMSIsIkEiOjAsIlIiOjAsIkciOjAsIkIiOjB9fSwiSXNWaXNpYmxlIjp0cnVlLCJXaWR0aCI6MC4wLCJIZWlnaHQiOjAuMCwiQm9yZGVyU3R5bGUiOnsiJGlkIjoiMTAyIiwiTGluZUNvbG9yIjpudWxsLCJMaW5lV2VpZ2h0IjowLjAsIkxpbmVUeXBlIjowLCJQYXJlbnRTdHlsZSI6bnVsbH0sIlBhcmVudFN0eWxlIjpudWxsfSwiSG9yaXpvbnRhbENvbm5lY3RvclN0eWxlIjp7IiRpZCI6IjEwMyIsIkxpbmVDb2xvciI6eyIkaWQiOiIxMDQiLCIkdHlwZSI6Ik5MUkUuQ29tbW9uLkRvbS5Tb2xpZENvbG9yQnJ1c2gsIE5MUkUuQ29tbW9uIiwiQ29sb3IiOnsiJGlkIjoiMTA1IiwiQSI6MjU1LCJSIjoyMDQsIkciOjIwNCwiQiI6MjA0fX0sIkxpbmVXZWlnaHQiOjEuMCwiTGluZVR5cGUiOjAsIlBhcmVudFN0eWxlIjpudWxsfSwiVmVydGljYWxDb25uZWN0b3JTdHlsZSI6eyIkaWQiOiIxMDYiLCJMaW5lQ29sb3IiOnsiJGlkIjoiMTA3IiwiJHR5cGUiOiJOTFJFLkNvbW1vbi5Eb20uU29saWRDb2xvckJydXNoLCBOTFJFLkNvbW1vbiIsIkNvbG9yIjp7IiRpZCI6IjEwOC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MiwiVmFyaWFuY2VQb3NpdGlvbiI6NiwiU3BhY2luZyI6MywiSXNCZWxvd1RpbWViYW5kIjp0cnVlLCJQZXJjZW50YWdlQ29tcGxldGVTaGFwZU9wYWNpdHkiOjM1LCJCYXNlbGluZVN0eWxlIjp7IiRpZCI6IjEwOSIsIlNoYXBlU3R5bGUiOnsiJGlkIjoiMTEwIiwiTWFyZ2luIjp7IiRpZCI6IjExMSIsIlRvcCI6MC4wLCJMZWZ0IjowLjAsIlJpZ2h0IjowLjAsIkJvdHRvbSI6MC4wfSwiUGFkZGluZyI6eyIkaWQiOiIxMTIiLCJUb3AiOjAuMCwiTGVmdCI6MC4wLCJSaWdodCI6MC4wLCJCb3R0b20iOjAuMH0sIkJhY2tncm91bmQiOnsiJGlkIjoiMTEzIiwiQ29sb3IiOnsiJGlkIjoiMTE0IiwiQSI6MTUzLCJSIjowLCJHIjowLCJCIjowfX0sIklzVmlzaWJsZSI6dHJ1ZSwiV2lkdGgiOjAuMCwiSGVpZ2h0IjowLjAsIkJvcmRlclN0eWxlIjpudWxsLCJQYXJlbnRTdHlsZSI6bnVsbH0sIk1hcmdpbiI6eyIkaWQiOiIxMTUiLCJUb3AiOjAuMCwiTGVmdCI6MC4wLCJSaWdodCI6MC4wLCJCb3R0b20iOjAuMH0sIlBhZGRpbmciOnsiJGlkIjoiMTE2IiwiVG9wIjowLjAsIkxlZnQiOjAuMCwiUmlnaHQiOjAuMCwiQm90dG9tIjowLjB9LCJCYWNrZ3JvdW5kIjpudWxsLCJJc1Zpc2libGUiOnRydWUsIldpZHRoIjowLjAsIkhlaWdodCI6MC4wLCJCb3JkZXJTdHlsZSI6bnVsbCwiUGFyZW50U3R5bGUiOm51bGx9LCJTaGFwZVN0eWxlIjp7IiRpZCI6IjExNyIsIk1hcmdpbiI6eyIkaWQiOiIxMTgiLCJUb3AiOjAuMCwiTGVmdCI6NC4wLCJSaWdodCI6NC4wLCJCb3R0b20iOjAuMH0sIlBhZGRpbmciOnsiJGlkIjoiMTE5IiwiVG9wIjowLjAsIkxlZnQiOjAuMCwiUmlnaHQiOjAuMCwiQm90dG9tIjowLjB9LCJCYWNrZ3JvdW5kIjp7IiRpZCI6IjEyMCIsIkNvbG9yIjp7IiRpZCI6IjEyMSIsIkEiOjI1NSwiUiI6MCwiRyI6MTE0LCJCIjoxODh9fSwiSXNWaXNpYmxlIjp0cnVlLCJXaWR0aCI6MjU2LjAsIkhlaWdodCI6MTAuMCwiQm9yZGVyU3R5bGUiOnsiJGlkIjoiMTIyIiwiTGluZUNvbG9yIjp7IiRpZCI6IjEyMyIsIiR0eXBlIjoiTkxSRS5Db21tb24uRG9tLlNvbGlkQ29sb3JCcnVzaCwgTkxSRS5Db21tb24iLCJDb2xvciI6eyIkaWQiOiIxMjQiLCJBIjoyNTUsIlIiOjIzNCwiRyI6MjIsIkIiOjMwfX0sIkxpbmVXZWlnaHQiOjAuMCwiTGluZVR5cGUiOjAsIlBhcmVudFN0eWxlIjpudWxsfSwiUGFyZW50U3R5bGUiOm51bGx9LCJUaXRsZVN0eWxlIjp7IiRpZCI6IjEyNSIsIkZvbnRTZXR0aW5ncyI6eyIkaWQiOiIxMjYiLCJGb250U2l6ZSI6MTAsIkZvbnROYW1lIjoiQ2FsaWJyaSIsIklzQm9sZCI6dHJ1ZSwiSXNJdGFsaWMiOmZhbHNlLCJJc1VuZGVybGluZWQiOmZhbHNlLCJQYXJlbnRTdHlsZSI6bnVsbH0sIkF1dG9TaXplIjowLCJGb3JlZ3JvdW5kIjp7IiRpZCI6IjEyNyIsIkNvbG9yIjp7IiRpZCI6IjEyOC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xMjkiLCJUb3AiOjAuMCwiTGVmdCI6MC4wLCJSaWdodCI6MC4wLCJCb3R0b20iOjAuMH0sIlBhZGRpbmciOnsiJGlkIjoiMTMwIiwiVG9wIjowLjAsIkxlZnQiOjAuMCwiUmlnaHQiOjAuMCwiQm90dG9tIjowLjB9LCJCYWNrZ3JvdW5kIjp7IiRpZCI6IjEzMSIsIkNvbG9yIjp7IiRpZCI6IjEzMiIsIkEiOjAsIlIiOjI1NSwiRyI6MjU1LCJCIjoyNTV9fSwiSXNWaXNpYmxlIjp0cnVlLCJXaWR0aCI6MC4wLCJIZWlnaHQiOjAuMCwiQm9yZGVyU3R5bGUiOnsiJGlkIjoiMTMzIiwiTGluZUNvbG9yIjpudWxsLCJMaW5lV2VpZ2h0IjowLjAsIkxpbmVUeXBlIjowLCJQYXJlbnRTdHlsZSI6bnVsbH0sIlBhcmVudFN0eWxlIjpudWxsfSwiRGF0ZVN0eWxlIjp7IiRpZCI6IjEzNCIsIkZvbnRTZXR0aW5ncyI6eyIkaWQiOiIxMzUiLCJGb250U2l6ZSI6MTAsIkZvbnROYW1lIjoiQ2FsaWJyaSIsIklzQm9sZCI6ZmFsc2UsIklzSXRhbGljIjpmYWxzZSwiSXNVbmRlcmxpbmVkIjpmYWxzZSwiUGFyZW50U3R5bGUiOm51bGx9LCJBdXRvU2l6ZSI6MCwiRm9yZWdyb3VuZCI6eyIkaWQiOiIxMzYiLCJDb2xvciI6eyIkaWQiOiIxMz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zOCIsIlRvcCI6MC4wLCJMZWZ0IjowLjAsIlJpZ2h0IjowLjAsIkJvdHRvbSI6MC4wfSwiUGFkZGluZyI6eyIkaWQiOiIxMzkiLCJUb3AiOjAuMCwiTGVmdCI6MC4wLCJSaWdodCI6MC4wLCJCb3R0b20iOjAuMH0sIkJhY2tncm91bmQiOnsiJGlkIjoiMTQwIiwiQ29sb3IiOnsiJGlkIjoiMTQxIiwiQSI6MCwiUiI6MCwiRyI6MCwiQiI6MH19LCJJc1Zpc2libGUiOnRydWUsIldpZHRoIjowLjAsIkhlaWdodCI6MC4wLCJCb3JkZXJTdHlsZSI6eyIkaWQiOiIxNDIiLCJMaW5lQ29sb3IiOm51bGwsIkxpbmVXZWlnaHQiOjAuMCwiTGluZVR5cGUiOjAsIlBhcmVudFN0eWxlIjpudWxsfSwiUGFyZW50U3R5bGUiOm51bGx9LCJEYXRlRm9ybWF0Ijp7IiRpZCI6IjE0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QiLCJGb3JtYXQiOjAsIklzVmlzaWJsZSI6ZmFsc2UsIkxhc3RLbm93blZpc2liaWxpdHlTdGF0ZSI6ZmFsc2V9LCJJc1Zpc2libGUiOnRydWUsIlZhcmlhbmNlU3R5bGUiOnsiJGlkIjoiMTQ1IiwiVGV4dFN0eWxlIjp7IiRpZCI6IjE0NiIsIkZvbnRTZXR0aW5ncyI6eyIkaWQiOiIxNDciLCJGb250U2l6ZSI6MTEsIkZvbnROYW1lIjoiQ2FsaWJyaSIsIklzQm9sZCI6ZmFsc2UsIklzSXRhbGljIjpmYWxzZSwiSXNVbmRlcmxpbmVkIjpmYWxzZSwiUGFyZW50U3R5bGUiOm51bGx9LCJBdXRvU2l6ZSI6MCwiRm9yZWdyb3VuZCI6eyIkaWQiOiIxNDgiLCJDb2xvciI6eyIkaWQiOiIxN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UwIiwiVG9wIjowLjAsIkxlZnQiOjAuMCwiUmlnaHQiOjAuMCwiQm90dG9tIjowLjB9LCJQYWRkaW5nIjp7IiRpZCI6IjE1MSIsIlRvcCI6MC4wLCJMZWZ0IjowLjAsIlJpZ2h0IjowLjAsIkJvdHRvbSI6MC4wfSwiQmFja2dyb3VuZCI6eyIkaWQiOiIxNTIiLCJDb2xvciI6eyIkaWQiOiIxNTMiLCJBIjowLCJSIjowLCJHIjowLCJCIjowfX0sIklzVmlzaWJsZSI6dHJ1ZSwiV2lkdGgiOjAuMCwiSGVpZ2h0IjowLjAsIkJvcmRlclN0eWxlIjp7IiRpZCI6IjE1NCIsIkxpbmVDb2xvciI6bnVsbCwiTGluZVdlaWdodCI6MC4wLCJMaW5lVHlwZSI6MCwiUGFyZW50U3R5bGUiOm51bGx9LCJQYXJlbnRTdHlsZSI6bnVsbH0sIlBhcmVudFN0eWxlIjpudWxsfSwiUGFyZW50U3R5bGUiOm51bGx9LCJJbmRleCI6NiwiU21hcnREdXJhdGlvbkFjdGl2YXRlZCI6ZmFsc2UsIkRhdGVGb3JtYXQiOnsiJHJlZiI6IjE0MyJ9LCJXZWVrTnVtYmVyaW5nIjp7IiRpZCI6IjE1NSIsIkZvcm1hdCI6MCwiSXNWaXNpYmxlIjpmYWxzZSwiTGFzdEtub3duVmlzaWJpbGl0eVN0YXRlIjpmYWxzZX0sIkJhc2VsaW5lRGF0YSI6eyIkaWQiOiIxNTYiLCJTdGFydERhdGUiOiIyMDI3LTAxLTAxVDIzOjU5OjAwIiwiRW5kRGF0ZSI6IjIwMjctMDktMTBUMjM6NTk6MDAifSwiSWQiOiI2ZTlhMmRmYi0zNTFiLTRjOTctYmM1Ny03ZTgyMDZhMzFlMWUiLCJJbXBvcnRJZCI6bnVsbCwiVGl0bGUiOiJMTVNUIG9nIERFUCBmb3JiZXJlZGVyIGxvdmhqZW1tZWwgdGlsIGxvdnByb2dyYW1tZXQiLCJOb3RlIjpudWxsLCJIeXBlcmxpbmsiOnsiJGlkIjoiMTU3IiwiQWRkcmVzcyI6bnVsbCwiU3ViQWRkcmVzcyI6bnVsbH0sIklzQ2hhbmdlZCI6ZmFsc2UsIklzTmV3IjpmYWxzZX19XSwiX21pbGVzdG9uZXMiOltdLCJJZCI6IjAwMDAwMDAwLTAwMDAtMDAwMC0wMDAwLTAwMDAwMDAwMDAwMCIsIklzU2luZ2xlSXRlbVJvdyI6dHJ1ZX0seyIkaWQiOiIxNTgiLCJfdGFza3MiOlt7IiRpZCI6IjE1OSIsIl9hdHRhY2hlZE1pbGVzdG9uZXMiOltdLCJUYXNrRGVmaW5pdGlvbiI6eyIkaWQiOiIxNjAiLCJHcm91cE5hbWUiOm51bGwsIlN0YXJ0RGF0ZSI6IjIwMjctMDktMTBUMjM6NTk6MDBaIiwiRW5kRGF0ZSI6IjIwMjgtMDYtMDFUMjM6NTk6MDBaIiwiUGVyY2VudGFnZUNvbXBsZXRlIjpudWxsLCJTdHlsZSI6eyIkaWQiOiIxNjEiLCJTaGFwZSI6MSwiU2hhcGVUaGlja25lc3MiOjAsIkR1cmF0aW9uRm9ybWF0IjowLCJJbmNsdWRlTm9uV29ya2luZ0RheXNJbkR1cmF0aW9uIjpmYWxzZSwiUGVyY2VudGFnZUNvbXBsZXRlU3R5bGUiOnsiJGlkIjoiMTYyIiwiRm9udFNldHRpbmdzIjp7IiRpZCI6IjE2MyIsIkZvbnRTaXplIjoxMCwiRm9udE5hbWUiOiJDYWxpYnJpIiwiSXNCb2xkIjpmYWxzZSwiSXNJdGFsaWMiOmZhbHNlLCJJc1VuZGVybGluZWQiOmZhbHNlLCJQYXJlbnRTdHlsZSI6bnVsbH0sIkF1dG9TaXplIjowLCJGb3JlZ3JvdW5kIjp7IiRpZCI6IjE2NCIsIkNvbG9yIjp7IiRpZCI6IjE2NSIsIkEiOjI1NSwiUiI6MjM3LCJHIjoxMjUsIkIiOjQ5fX0sIk1heFdpZHRoIjoyMDAuMCwiTWF4SGVpZ2h0IjoiSW5maW5pdHkiLCJTbWFydEZvcmVncm91bmRJc0FjdGl2ZSI6ZmFsc2UsIkhvcml6b250YWxBbGlnbm1lbnQiOjEsIlZlcnRpY2FsQWxpZ25tZW50IjowLCJTbWFydEZvcmVncm91bmQiOm51bGwsIkJhY2tncm91bmRGaWxsVHlwZSI6MCwiTWFyZ2luIjp7IiRpZCI6IjE2NiIsIlRvcCI6MC4wLCJMZWZ0IjowLjAsIlJpZ2h0IjowLjAsIkJvdHRvbSI6MC4wfSwiUGFkZGluZyI6eyIkaWQiOiIxNjciLCJUb3AiOjAuMCwiTGVmdCI6MC4wLCJSaWdodCI6MC4wLCJCb3R0b20iOjAuMH0sIkJhY2tncm91bmQiOnsiJGlkIjoiMTY4IiwiQ29sb3IiOnsiJGlkIjoiMTY5IiwiQSI6ODksIlIiOjAsIkciOjAsIkIiOjB9fSwiSXNWaXNpYmxlIjp0cnVlLCJXaWR0aCI6MC4wLCJIZWlnaHQiOjAuMCwiQm9yZGVyU3R5bGUiOnsiJGlkIjoiMTcwIiwiTGluZUNvbG9yIjpudWxsLCJMaW5lV2VpZ2h0IjowLjAsIkxpbmVUeXBlIjowLCJQYXJlbnRTdHlsZSI6bnVsbH0sIlBhcmVudFN0eWxlIjpudWxsfSwiRHVyYXRpb25TdHlsZSI6eyIkaWQiOiIxNzEiLCJGb250U2V0dGluZ3MiOnsiJGlkIjoiMTcyIiwiRm9udFNpemUiOjEwLCJGb250TmFtZSI6IkNhbGlicmkiLCJJc0JvbGQiOmZhbHNlLCJJc0l0YWxpYyI6ZmFsc2UsIklzVW5kZXJsaW5lZCI6ZmFsc2UsIlBhcmVudFN0eWxlIjpudWxsfSwiQXV0b1NpemUiOjAsIkZvcmVncm91bmQiOnsiJGlkIjoiMTczIiwiQ29sb3IiOnsiJGlkIjoiMTc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c1IiwiVG9wIjowLjAsIkxlZnQiOjAuMCwiUmlnaHQiOjAuMCwiQm90dG9tIjowLjB9LCJQYWRkaW5nIjp7IiRpZCI6IjE3NiIsIlRvcCI6MC4wLCJMZWZ0IjowLjAsIlJpZ2h0IjowLjAsIkJvdHRvbSI6MC4wfSwiQmFja2dyb3VuZCI6eyIkaWQiOiIxNzciLCJDb2xvciI6eyIkaWQiOiIxNzgiLCJBIjowLCJSIjowLCJHIjowLCJCIjowfX0sIklzVmlzaWJsZSI6dHJ1ZSwiV2lkdGgiOjAuMCwiSGVpZ2h0IjowLjAsIkJvcmRlclN0eWxlIjp7IiRpZCI6IjE3OSIsIkxpbmVDb2xvciI6bnVsbCwiTGluZVdlaWdodCI6MC4wLCJMaW5lVHlwZSI6MCwiUGFyZW50U3R5bGUiOm51bGx9LCJQYXJlbnRTdHlsZSI6bnVsbH0sIkhvcml6b250YWxDb25uZWN0b3JTdHlsZSI6eyIkaWQiOiIxODAiLCJMaW5lQ29sb3IiOnsiJGlkIjoiMTgxIiwiJHR5cGUiOiJOTFJFLkNvbW1vbi5Eb20uU29saWRDb2xvckJydXNoLCBOTFJFLkNvbW1vbiIsIkNvbG9yIjp7IiRpZCI6IjE4MiIsIkEiOjI1NSwiUiI6MjA0LCJHIjoyMDQsIkIiOjIwNH19LCJMaW5lV2VpZ2h0IjoxLjAsIkxpbmVUeXBlIjowLCJQYXJlbnRTdHlsZSI6bnVsbH0sIlZlcnRpY2FsQ29ubmVjdG9yU3R5bGUiOnsiJGlkIjoiMTgzIiwiTGluZUNvbG9yIjp7IiRpZCI6IjE4NCIsIiR0eXBlIjoiTkxSRS5Db21tb24uRG9tLlNvbGlkQ29sb3JCcnVzaCwgTkxSRS5Db21tb24iLCJDb2xvciI6eyIkaWQiOiIxODU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IsIlZhcmlhbmNlUG9zaXRpb24iOjYsIlNwYWNpbmciOjMsIklzQmVsb3dUaW1lYmFuZCI6dHJ1ZSwiUGVyY2VudGFnZUNvbXBsZXRlU2hhcGVPcGFjaXR5IjozNSwiQmFzZWxpbmVTdHlsZSI6eyIkaWQiOiIxODYiLCJTaGFwZVN0eWxlIjp7IiRpZCI6IjE4NyIsIk1hcmdpbiI6eyIkaWQiOiIxODgiLCJUb3AiOjAuMCwiTGVmdCI6MC4wLCJSaWdodCI6MC4wLCJCb3R0b20iOjAuMH0sIlBhZGRpbmciOnsiJGlkIjoiMTg5IiwiVG9wIjowLjAsIkxlZnQiOjAuMCwiUmlnaHQiOjAuMCwiQm90dG9tIjowLjB9LCJCYWNrZ3JvdW5kIjp7IiRpZCI6IjE5MCIsIkNvbG9yIjp7IiRpZCI6IjE5MSIsIkEiOjE1MywiUiI6MCwiRyI6MCwiQiI6MH19LCJJc1Zpc2libGUiOnRydWUsIldpZHRoIjowLjAsIkhlaWdodCI6MC4wLCJCb3JkZXJTdHlsZSI6bnVsbCwiUGFyZW50U3R5bGUiOm51bGx9LCJNYXJnaW4iOnsiJGlkIjoiMTkyIiwiVG9wIjowLjAsIkxlZnQiOjAuMCwiUmlnaHQiOjAuMCwiQm90dG9tIjowLjB9LCJQYWRkaW5nIjp7IiRpZCI6IjE5MyIsIlRvcCI6MC4wLCJMZWZ0IjowLjAsIlJpZ2h0IjowLjAsIkJvdHRvbSI6MC4wfSwiQmFja2dyb3VuZCI6bnVsbCwiSXNWaXNpYmxlIjp0cnVlLCJXaWR0aCI6MC4wLCJIZWlnaHQiOjAuMCwiQm9yZGVyU3R5bGUiOm51bGwsIlBhcmVudFN0eWxlIjpudWxsfSwiU2hhcGVTdHlsZSI6eyIkaWQiOiIxOTQiLCJNYXJnaW4iOnsiJGlkIjoiMTk1IiwiVG9wIjowLjAsIkxlZnQiOjQuMCwiUmlnaHQiOjQuMCwiQm90dG9tIjowLjB9LCJQYWRkaW5nIjp7IiRpZCI6IjE5NiIsIlRvcCI6MC4wLCJMZWZ0IjowLjAsIlJpZ2h0IjowLjAsIkJvdHRvbSI6MC4wfSwiQmFja2dyb3VuZCI6eyIkaWQiOiIxOTciLCJDb2xvciI6eyIkaWQiOiIxOTgiLCJBIjoyNTUsIlIiOjAsIkciOjExNCwiQiI6MTg4fX0sIklzVmlzaWJsZSI6dHJ1ZSwiV2lkdGgiOjI1Ni4wLCJIZWlnaHQiOjEwLjAsIkJvcmRlclN0eWxlIjp7IiRpZCI6IjE5OSIsIkxpbmVDb2xvciI6eyIkaWQiOiIyMDAiLCIkdHlwZSI6Ik5MUkUuQ29tbW9uLkRvbS5Tb2xpZENvbG9yQnJ1c2gsIE5MUkUuQ29tbW9uIiwiQ29sb3IiOnsiJGlkIjoiMjAxIiwiQSI6MjU1LCJSIjoyMzQsIkciOjIyLCJCIjozMH19LCJMaW5lV2VpZ2h0IjowLjAsIkxpbmVUeXBlIjowLCJQYXJlbnRTdHlsZSI6bnVsbH0sIlBhcmVudFN0eWxlIjpudWxsfSwiVGl0bGVTdHlsZSI6eyIkaWQiOiIyMDIiLCJGb250U2V0dGluZ3MiOnsiJGlkIjoiMjAzIiwiRm9udFNpemUiOjEwLCJGb250TmFtZSI6IkNhbGlicmkiLCJJc0JvbGQiOnRydWUsIklzSXRhbGljIjpmYWxzZSwiSXNVbmRlcmxpbmVkIjpmYWxzZSwiUGFyZW50U3R5bGUiOm51bGx9LCJBdXRvU2l6ZSI6MCwiRm9yZWdyb3VuZCI6eyIkaWQiOiIyMDQiLCJDb2xvciI6eyIkaWQiOiIyMDU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MjA2IiwiVG9wIjowLjAsIkxlZnQiOjAuMCwiUmlnaHQiOjAuMCwiQm90dG9tIjowLjB9LCJQYWRkaW5nIjp7IiRpZCI6IjIwNyIsIlRvcCI6MC4wLCJMZWZ0IjowLjAsIlJpZ2h0IjowLjAsIkJvdHRvbSI6MC4wfSwiQmFja2dyb3VuZCI6eyIkaWQiOiIyMDgiLCJDb2xvciI6eyIkaWQiOiIyMDkiLCJBIjowLCJSIjoyNTUsIkciOjI1NSwiQiI6MjU1fX0sIklzVmlzaWJsZSI6dHJ1ZSwiV2lkdGgiOjAuMCwiSGVpZ2h0IjowLjAsIkJvcmRlclN0eWxlIjp7IiRpZCI6IjIxMCIsIkxpbmVDb2xvciI6bnVsbCwiTGluZVdlaWdodCI6MC4wLCJMaW5lVHlwZSI6MCwiUGFyZW50U3R5bGUiOm51bGx9LCJQYXJlbnRTdHlsZSI6bnVsbH0sIkRhdGVTdHlsZSI6eyIkaWQiOiIyMTEiLCJGb250U2V0dGluZ3MiOnsiJGlkIjoiMjEyIiwiRm9udFNpemUiOjEwLCJGb250TmFtZSI6IkNhbGlicmkiLCJJc0JvbGQiOmZhbHNlLCJJc0l0YWxpYyI6ZmFsc2UsIklzVW5kZXJsaW5lZCI6ZmFsc2UsIlBhcmVudFN0eWxlIjpudWxsfSwiQXV0b1NpemUiOjAsIkZvcmVncm91bmQiOnsiJGlkIjoiMjEzIiwiQ29sb3IiOnsiJGlkIjoiMjE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TUiLCJUb3AiOjAuMCwiTGVmdCI6MC4wLCJSaWdodCI6MC4wLCJCb3R0b20iOjAuMH0sIlBhZGRpbmciOnsiJGlkIjoiMjE2IiwiVG9wIjowLjAsIkxlZnQiOjAuMCwiUmlnaHQiOjAuMCwiQm90dG9tIjowLjB9LCJCYWNrZ3JvdW5kIjp7IiRpZCI6IjIxNyIsIkNvbG9yIjp7IiRpZCI6IjIxOCIsIkEiOjAsIlIiOjAsIkciOjAsIkIiOjB9fSwiSXNWaXNpYmxlIjp0cnVlLCJXaWR0aCI6MC4wLCJIZWlnaHQiOjAuMCwiQm9yZGVyU3R5bGUiOnsiJGlkIjoiMjE5IiwiTGluZUNvbG9yIjpudWxsLCJMaW5lV2VpZ2h0IjowLjAsIkxpbmVUeXBlIjowLCJQYXJlbnRTdHlsZSI6bnVsbH0sIlBhcmVudFN0eWxlIjpudWxsfSwiRGF0ZUZvcm1hdCI6eyIkaWQiOiIyMj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xIiwiRm9ybWF0IjowLCJJc1Zpc2libGUiOmZhbHNlLCJMYXN0S25vd25WaXNpYmlsaXR5U3RhdGUiOmZhbHNlfSwiSXNWaXNpYmxlIjp0cnVlLCJWYXJpYW5jZVN0eWxlIjp7IiRpZCI6IjIyMiIsIlRleHRTdHlsZSI6eyIkaWQiOiIyMjMiLCJGb250U2V0dGluZ3MiOnsiJGlkIjoiMjI0IiwiRm9udFNpemUiOjExLCJGb250TmFtZSI6IkNhbGlicmkiLCJJc0JvbGQiOmZhbHNlLCJJc0l0YWxpYyI6ZmFsc2UsIklzVW5kZXJsaW5lZCI6ZmFsc2UsIlBhcmVudFN0eWxlIjpudWxsfSwiQXV0b1NpemUiOjAsIkZvcmVncm91bmQiOnsiJGlkIjoiMjI1IiwiQ29sb3IiOnsiJGlkIjoiMjI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yNyIsIlRvcCI6MC4wLCJMZWZ0IjowLjAsIlJpZ2h0IjowLjAsIkJvdHRvbSI6MC4wfSwiUGFkZGluZyI6eyIkaWQiOiIyMjgiLCJUb3AiOjAuMCwiTGVmdCI6MC4wLCJSaWdodCI6MC4wLCJCb3R0b20iOjAuMH0sIkJhY2tncm91bmQiOnsiJGlkIjoiMjI5IiwiQ29sb3IiOnsiJGlkIjoiMjMwIiwiQSI6MCwiUiI6MCwiRyI6MCwiQiI6MH19LCJJc1Zpc2libGUiOnRydWUsIldpZHRoIjowLjAsIkhlaWdodCI6MC4wLCJCb3JkZXJTdHlsZSI6eyIkaWQiOiIyMzEiLCJMaW5lQ29sb3IiOm51bGwsIkxpbmVXZWlnaHQiOjAuMCwiTGluZVR5cGUiOjAsIlBhcmVudFN0eWxlIjpudWxsfSwiUGFyZW50U3R5bGUiOm51bGx9LCJQYXJlbnRTdHlsZSI6bnVsbH0sIlBhcmVudFN0eWxlIjpudWxsfSwiSW5kZXgiOjcsIlNtYXJ0RHVyYXRpb25BY3RpdmF0ZWQiOmZhbHNlLCJEYXRlRm9ybWF0Ijp7IiRyZWYiOiIyMjAifSwiV2Vla051bWJlcmluZyI6eyIkaWQiOiIyMzIiLCJGb3JtYXQiOjAsIklzVmlzaWJsZSI6ZmFsc2UsIkxhc3RLbm93blZpc2liaWxpdHlTdGF0ZSI6ZmFsc2V9LCJCYXNlbGluZURhdGEiOnsiJGlkIjoiMjMzIiwiU3RhcnREYXRlIjoiMjAyNy0wOS0xMFQyMzo1OTowMCIsIkVuZERhdGUiOiIyMDI3LTEyLTMxVDIzOjU5OjAwIn0sIklkIjoiMWRiODA0NjYtZDUxZS00NzZiLTk4NWYtYTQ5OWExMWUyY2ZkIiwiSW1wb3J0SWQiOm51bGwsIlRpdGxlIjoiRm9yaGFuZGxpbmcgb2cgdmVkdGFnZWxzZSBpIEZvbGtldGluZ2V0ICIsIk5vdGUiOm51bGwsIkh5cGVybGluayI6eyIkaWQiOiIyMzQiLCJBZGRyZXNzIjpudWxsLCJTdWJBZGRyZXNzIjpudWxsfSwiSXNDaGFuZ2VkIjpmYWxzZSwiSXNOZXciOmZhbHNlfX1dLCJfbWlsZXN0b25lcyI6W10sIklkIjoiMDAwMDAwMDAtMDAwMC0wMDAwLTAwMDAtMDAwMDAwMDAwMDAwIiwiSXNTaW5nbGVJdGVtUm93Ijp0cnVlfV0sIkluZGV4Ijo0LCJJZCI6IjhiYWM1ZDk5LWIxMzItNDQ1Mi05NDgzLTExODNiMTNhNTc3YyIsIkhlYWRlclRleHQiOm51bGwsIklzRGVmYXVsdCI6dHJ1ZSwiU3R5bGUiOnsiJGlkIjoiMjM1IiwiSGVhZGVyU3R5bGUiOnsiJGlkIjoiMjM2IiwiVGV4dFN0eWxlIjp7IiRpZCI6IjIzNyIsIkZvbnRTZXR0aW5ncyI6eyIkaWQiOiIyMzgiLCJGb250U2l6ZSI6MTEsIkZvbnROYW1lIjoiQ2FsaWJyaSIsIklzQm9sZCI6ZmFsc2UsIklzSXRhbGljIjpmYWxzZSwiSXNVbmRlcmxpbmVkIjpmYWxzZSwiUGFyZW50U3R5bGUiOm51bGx9LCJBdXRvU2l6ZSI6MiwiRm9yZWdyb3VuZCI6eyIkaWQiOiIyMzkiLCJDb2xvciI6eyIkaWQiOiIyNDAiLCJBIjoyNTUsIlIiOjAsIkciOjAsIkIiOjB9fSwiTWF4V2lkdGgiOjAuMCwiTWF4SGVpZ2h0IjoiSW5maW5pdHkiLCJTbWFydEZvcmVncm91bmRJc0FjdGl2ZSI6ZmFsc2UsIkhvcml6b250YWxBbGlnbm1lbnQiOjAsIlZlcnRpY2FsQWxpZ25tZW50IjowLCJTbWFydEZvcmVncm91bmQiOm51bGwsIkJhY2tncm91bmRGaWxsVHlwZSI6MCwiTWFyZ2luIjp7IiRpZCI6IjI0MSIsIlRvcCI6MC4wLCJMZWZ0IjowLjAsIlJpZ2h0IjowLjAsIkJvdHRvbSI6MC4wfSwiUGFkZGluZyI6eyIkaWQiOiIyNDIiLCJUb3AiOjAuMCwiTGVmdCI6MC4wLCJSaWdodCI6MC4wLCJCb3R0b20iOjAuMH0sIkJhY2tncm91bmQiOm51bGwsIklzVmlzaWJsZSI6dHJ1ZSwiV2lkdGgiOjAuMCwiSGVpZ2h0IjowLjAsIkJvcmRlclN0eWxlIjpudWxsLCJQYXJlbnRTdHlsZSI6bnVsbH0sIlJlY3RhbmdsZVN0eWxlIjp7IiRpZCI6IjI0MyIsIk1hcmdpbiI6eyIkaWQiOiIyNDQiLCJUb3AiOjAuMCwiTGVmdCI6MC4wLCJSaWdodCI6MC4wLCJCb3R0b20iOjAuMH0sIlBhZGRpbmciOnsiJGlkIjoiMjQ1IiwiVG9wIjowLjAsIkxlZnQiOjAuMCwiUmlnaHQiOjAuMCwiQm90dG9tIjowLjB9LCJCYWNrZ3JvdW5kIjp7IiRpZCI6IjI0NiIsIkNvbG9yIjp7IiRpZCI6IjI0NyIsIkEiOjYzLCJSIjowLCJHIjoxMzMsIkIiOjE0MH19LCJJc1Zpc2libGUiOnRydWUsIldpZHRoIjowLjAsIkhlaWdodCI6MC4wLCJCb3JkZXJTdHlsZSI6eyIkaWQiOiIyNDgiLCJMaW5lQ29sb3IiOnsiJGlkIjoiMjQ5IiwiJHR5cGUiOiJOTFJFLkNvbW1vbi5Eb20uU29saWRDb2xvckJydXNoLCBOTFJFLkNvbW1vbiIsIkNvbG9yIjp7IiRpZCI6IjI1MCIsIkEiOjI1NSwiUiI6MjU1LCJHIjowLCJCIjowfX0sIkxpbmVXZWlnaHQiOjAuMCwiTGluZVR5cGUiOjAsIlBhcmVudFN0eWxlIjpudWxsfSwiUGFyZW50U3R5bGUiOm51bGx9LCJNYXJnaW4iOnsiJGlkIjoiMjUxIiwiVG9wIjowLjAsIkxlZnQiOjAuMCwiUmlnaHQiOjAuMCwiQm90dG9tIjowLjB9LCJQYWRkaW5nIjp7IiRpZCI6IjI1MiIsIlRvcCI6MC4wLCJMZWZ0IjowLjAsIlJpZ2h0IjowLjAsIkJvdHRvbSI6MC4wfSwiQmFja2dyb3VuZCI6bnVsbCwiSXNWaXNpYmxlIjp0cnVlLCJXaWR0aCI6MC4wLCJIZWlnaHQiOjAuMCwiQm9yZGVyU3R5bGUiOm51bGwsIlBhcmVudFN0eWxlIjpudWxsfSwiQmFja2dyb3VuZFN0eWxlIjp7IiRpZCI6IjI1MyIsIk1hcmdpbiI6eyIkaWQiOiIyNTQiLCJUb3AiOjAuMCwiTGVmdCI6MC4wLCJSaWdodCI6MC4wLCJCb3R0b20iOjAuMH0sIlBhZGRpbmciOnsiJGlkIjoiMjU1IiwiVG9wIjowLjAsIkxlZnQiOjAuMCwiUmlnaHQiOjAuMCwiQm90dG9tIjowLjB9LCJCYWNrZ3JvdW5kIjp7IiRpZCI6IjI1NiIsIkNvbG9yIjp7IiRpZCI6IjI1NyIsIkEiOjUxLCJSIjoxMTUsIkciOjExNSwiQiI6MTE1fX0sIklzVmlzaWJsZSI6dHJ1ZSwiV2lkdGgiOjAuMCwiSGVpZ2h0IjowLjAsIkJvcmRlclN0eWxlIjp7IiRpZCI6IjI1OCIsIkxpbmVDb2xvciI6eyIkaWQiOiIyNTkiLCIkdHlwZSI6Ik5MUkUuQ29tbW9uLkRvbS5Tb2xpZENvbG9yQnJ1c2gsIE5MUkUuQ29tbW9uIiwiQ29sb3IiOnsiJGlkIjoiMjYwIiwiQSI6MjU1LCJSIjoyMzQsIkciOjIyLCJCIjozMH19LCJMaW5lV2VpZ2h0IjowLjAsIkxpbmVUeXBlIjowLCJQYXJlbnRTdHlsZSI6bnVsbH0sIlBhcmVudFN0eWxlIjpudWxsfSwiTWFyZ2luIjp7IiRpZCI6IjI2MSIsIlRvcCI6MC4wLCJMZWZ0IjowLjAsIlJpZ2h0IjowLjAsIkJvdHRvbSI6MC4wfSwiUGFkZGluZyI6eyIkaWQiOiIyNjIiLCJUb3AiOjAuMCwiTGVmdCI6MC4wLCJSaWdodCI6MC4wLCJCb3R0b20iOjAuMH0sIklzVmlzaWJsZSI6dHJ1ZSwiV2lkdGgiOjAuMCwiSGVpZ2h0IjowLjAsIkJvcmRlclN0eWxlIjp7IiRpZCI6IjI2MyIsIkxpbmVDb2xvciI6bnVsbCwiTGluZVdlaWdodCI6MC4wLCJMaW5lVHlwZSI6MCwiUGFyZW50U3R5bGUiOm51bGx9LCJQYXJlbnRTdHlsZSI6bnVsbH19XSwiSWQiOiI2MTMwOWZhOC0yMjYxLTQ3ZjgtODQwZC01MGNhMDM3MmVkNTUiLCJJbmRleCI6NCwiSGVhZGVyVGV4dCI6Ikxvdmdpdm5pbmciLCJTdHlsZSI6eyIkaWQiOiIyNjQiLCJTdHlsZUlkIjoiMDAwMDAwMDAtMDAwMC0wMDAwLTAwMDAtMDAwMDAwMDAwMDAwIiwiSGVhZGVyU3R5bGUiOnsiJGlkIjoiMjY1IiwiVGV4dElzVmVydGljYWwiOmZhbHNlLCJUZXh0U3R5bGUiOnsiJGlkIjoiMjY2IiwiRm9udFNldHRpbmdzIjp7IiRpZCI6IjI2NyIsIkZvbnRTaXplIjoxMSwiRm9udE5hbWUiOiJDYWxpYnJpIiwiSXNCb2xkIjpmYWxzZSwiSXNJdGFsaWMiOmZhbHNlLCJJc1VuZGVybGluZWQiOmZhbHNlLCJQYXJlbnRTdHlsZSI6bnVsbH0sIkF1dG9TaXplIjoyLCJGb3JlZ3JvdW5kIjp7IiRpZCI6IjI2OCIsIkNvbG9yIjp7IiRpZCI6IjI2O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3MCIsIlRvcCI6MC4wLCJMZWZ0IjowLjAsIlJpZ2h0IjowLjAsIkJvdHRvbSI6MC4wfSwiUGFkZGluZyI6eyIkaWQiOiIyNzEiLCJUb3AiOjAuMCwiTGVmdCI6MC4wLCJSaWdodCI6MC4wLCJCb3R0b20iOjAuMH0sIkJhY2tncm91bmQiOm51bGwsIklzVmlzaWJsZSI6dHJ1ZSwiV2lkdGgiOjAuMCwiSGVpZ2h0IjowLjAsIkJvcmRlclN0eWxlIjpudWxsLCJQYXJlbnRTdHlsZSI6bnVsbH0sIlJlY3RhbmdsZVN0eWxlIjp7IiRpZCI6IjI3MiIsIk1hcmdpbiI6eyIkaWQiOiIyNzMiLCJUb3AiOjAuMCwiTGVmdCI6MC4wLCJSaWdodCI6MC4wLCJCb3R0b20iOjAuMH0sIlBhZGRpbmciOnsiJGlkIjoiMjc0IiwiVG9wIjowLjAsIkxlZnQiOjAuMCwiUmlnaHQiOjAuMCwiQm90dG9tIjowLjB9LCJCYWNrZ3JvdW5kIjp7IiRpZCI6IjI3NSIsIkNvbG9yIjp7IiRpZCI6IjI3NiIsIkEiOjI1NSwiUiI6MCwiRyI6MTMzLCJCIjoxNDB9fSwiSXNWaXNpYmxlIjp0cnVlLCJXaWR0aCI6MC4wLCJIZWlnaHQiOjAuMCwiQm9yZGVyU3R5bGUiOnsiJGlkIjoiMjc3IiwiTGluZUNvbG9yIjp7IiRpZCI6IjI3OCIsIiR0eXBlIjoiTkxSRS5Db21tb24uRG9tLlNvbGlkQ29sb3JCcnVzaCwgTkxSRS5Db21tb24iLCJDb2xvciI6eyIkaWQiOiIyNzkiLCJBIjoyNTUsIlIiOjI1NSwiRyI6MCwiQiI6MH19LCJMaW5lV2VpZ2h0IjowLjAsIkxpbmVUeXBlIjowLCJQYXJlbnRTdHlsZSI6bnVsbH0sIlBhcmVudFN0eWxlIjpudWxsfSwiTWFyZ2luIjp7IiRpZCI6IjI4MCIsIlRvcCI6MC4wLCJMZWZ0IjowLjAsIlJpZ2h0IjowLjAsIkJvdHRvbSI6MC4wfSwiUGFkZGluZyI6eyIkaWQiOiIyODEiLCJUb3AiOjAuMCwiTGVmdCI6MC4wLCJSaWdodCI6MC4wLCJCb3R0b20iOjAuMH0sIkJhY2tncm91bmQiOm51bGwsIklzVmlzaWJsZSI6dHJ1ZSwiV2lkdGgiOjAuMCwiSGVpZ2h0IjowLjAsIkJvcmRlclN0eWxlIjpudWxsLCJQYXJlbnRTdHlsZSI6bnVsbH0sIkJhY2tncm91bmRTdHlsZSI6eyIkaWQiOiIyODIiLCJNYXJnaW4iOnsiJGlkIjoiMjgzIiwiVG9wIjowLjAsIkxlZnQiOjAuMCwiUmlnaHQiOjAuMCwiQm90dG9tIjowLjB9LCJQYWRkaW5nIjp7IiRpZCI6IjI4NCIsIlRvcCI6MC4wLCJMZWZ0IjowLjAsIlJpZ2h0IjowLjAsIkJvdHRvbSI6MC4wfSwiQmFja2dyb3VuZCI6eyIkaWQiOiIyODUiLCJDb2xvciI6eyIkaWQiOiIyODYiLCJBIjo1MSwiUiI6MTE1LCJHIjoxMTUsIkIiOjExNX19LCJJc1Zpc2libGUiOnRydWUsIldpZHRoIjowLjAsIkhlaWdodCI6MC4wLCJCb3JkZXJTdHlsZSI6eyIkaWQiOiIyODciLCJMaW5lQ29sb3IiOnsiJGlkIjoiMjg4IiwiJHR5cGUiOiJOTFJFLkNvbW1vbi5Eb20uU29saWRDb2xvckJydXNoLCBOTFJFLkNvbW1vbiIsIkNvbG9yIjp7IiRpZCI6IjI4OSIsIkEiOjI1NSwiUiI6MjM0LCJHIjoyMiwiQiI6MzB9fSwiTGluZVdlaWdodCI6MC4wLCJMaW5lVHlwZSI6MCwiUGFyZW50U3R5bGUiOm51bGx9LCJQYXJlbnRTdHlsZSI6bnVsbH0sIklzQWJvdmVUaW1lYmFuZCI6ZmFsc2UsIlNwYWNpbmciOjMsIkRlZmF1bHRTd2ltbGFuZVRhc2tTdHlsZSI6eyIkaWQiOiIyOTAiLCIkdHlwZSI6Ik5MUkUuQ29tbW9uLkRvbS5TdHlsZXMuRXhwbGljaXRTZXRhYmxlVGFza1N0eWxlLCBOTFJFLkNvbW1vbiIsIlNoYXBlIjoxLCJTaGFwZVRoaWNrbmVzcyI6MCwiRHVyYXRpb25Gb3JtYXQiOjAsIkluY2x1ZGVOb25Xb3JraW5nRGF5c0luRHVyYXRpb24iOmZhbHNlLCJQZXJjZW50YWdlQ29tcGxldGVTdHlsZSI6eyIkaWQiOiIyOTEiLCJGb250U2V0dGluZ3MiOnsiJGlkIjoiMjkyIiwiRm9udFNpemUiOjEwLCJGb250TmFtZSI6IkNhbGlicmkiLCJJc0JvbGQiOmZhbHNlLCJJc0l0YWxpYyI6ZmFsc2UsIklzVW5kZXJsaW5lZCI6ZmFsc2UsIlBhcmVudFN0eWxlIjpudWxsfSwiQXV0b1NpemUiOjAsIkZvcmVncm91bmQiOnsiJGlkIjoiMjkzIiwiQ29sb3IiOnsiJGlkIjoiMjk0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jk1IiwiVG9wIjowLjAsIkxlZnQiOjAuMCwiUmlnaHQiOjAuMCwiQm90dG9tIjowLjB9LCJQYWRkaW5nIjp7IiRpZCI6IjI5NiIsIlRvcCI6MC4wLCJMZWZ0IjowLjAsIlJpZ2h0IjowLjAsIkJvdHRvbSI6MC4wfSwiQmFja2dyb3VuZCI6eyIkaWQiOiIyOTciLCJDb2xvciI6eyIkaWQiOiIyOTgiLCJBIjo4OSwiUiI6MCwiRyI6MCwiQiI6MH19LCJJc1Zpc2libGUiOnRydWUsIldpZHRoIjowLjAsIkhlaWdodCI6MC4wLCJCb3JkZXJTdHlsZSI6eyIkaWQiOiIyOTkiLCJMaW5lQ29sb3IiOm51bGwsIkxpbmVXZWlnaHQiOjAuMCwiTGluZVR5cGUiOjAsIlBhcmVudFN0eWxlIjpudWxsfSwiUGFyZW50U3R5bGUiOm51bGx9LCJEdXJhdGlvblN0eWxlIjp7IiRpZCI6IjMwMCIsIkZvbnRTZXR0aW5ncyI6eyIkaWQiOiIzMDEiLCJGb250U2l6ZSI6MTAsIkZvbnROYW1lIjoiQ2FsaWJyaSIsIklzQm9sZCI6ZmFsc2UsIklzSXRhbGljIjpmYWxzZSwiSXNVbmRlcmxpbmVkIjpmYWxzZSwiUGFyZW50U3R5bGUiOm51bGx9LCJBdXRvU2l6ZSI6MCwiRm9yZWdyb3VuZCI6eyIkaWQiOiIzMDIiLCJDb2xvciI6eyIkaWQiOiIzMD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MDQiLCJUb3AiOjAuMCwiTGVmdCI6MC4wLCJSaWdodCI6MC4wLCJCb3R0b20iOjAuMH0sIlBhZGRpbmciOnsiJGlkIjoiMzA1IiwiVG9wIjowLjAsIkxlZnQiOjAuMCwiUmlnaHQiOjAuMCwiQm90dG9tIjowLjB9LCJCYWNrZ3JvdW5kIjp7IiRpZCI6IjMwNiIsIkNvbG9yIjp7IiRpZCI6IjMwNyIsIkEiOjAsIlIiOjAsIkciOjAsIkIiOjB9fSwiSXNWaXNpYmxlIjp0cnVlLCJXaWR0aCI6MC4wLCJIZWlnaHQiOjAuMCwiQm9yZGVyU3R5bGUiOnsiJGlkIjoiMzA4IiwiTGluZUNvbG9yIjpudWxsLCJMaW5lV2VpZ2h0IjowLjAsIkxpbmVUeXBlIjowLCJQYXJlbnRTdHlsZSI6bnVsbH0sIlBhcmVudFN0eWxlIjpudWxsfSwiSG9yaXpvbnRhbENvbm5lY3RvclN0eWxlIjp7IiRpZCI6IjMwOSIsIkxpbmVDb2xvciI6eyIkaWQiOiIzMTAiLCIkdHlwZSI6Ik5MUkUuQ29tbW9uLkRvbS5Tb2xpZENvbG9yQnJ1c2gsIE5MUkUuQ29tbW9uIiwiQ29sb3IiOnsiJGlkIjoiMzExIiwiQSI6MjU1LCJSIjoyMDQsIkciOjIwNCwiQiI6MjA0fX0sIkxpbmVXZWlnaHQiOjEuMCwiTGluZVR5cGUiOjAsIlBhcmVudFN0eWxlIjpudWxsfSwiVmVydGljYWxDb25uZWN0b3JTdHlsZSI6eyIkaWQiOiIzMTIiLCJMaW5lQ29sb3IiOnsiJGlkIjoiMzEzIiwiJHR5cGUiOiJOTFJFLkNvbW1vbi5Eb20uU29saWRDb2xvckJydXNoLCBOTFJFLkNvbW1vbiIsIkNvbG9yIjp7IiRpZCI6IjMxNC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MiwiVmFyaWFuY2VQb3NpdGlvbiI6NiwiU3BhY2luZyI6MywiSXNCZWxvd1RpbWViYW5kIjp0cnVlLCJQZXJjZW50YWdlQ29tcGxldGVTaGFwZU9wYWNpdHkiOjM1LCJCYXNlbGluZVN0eWxlIjp7IiRpZCI6IjMxNSIsIlNoYXBlU3R5bGUiOnsiJGlkIjoiMzE2IiwiTWFyZ2luIjp7IiRpZCI6IjMxNyIsIlRvcCI6MC4wLCJMZWZ0IjowLjAsIlJpZ2h0IjowLjAsIkJvdHRvbSI6MC4wfSwiUGFkZGluZyI6eyIkaWQiOiIzMTgiLCJUb3AiOjAuMCwiTGVmdCI6MC4wLCJSaWdodCI6MC4wLCJCb3R0b20iOjAuMH0sIkJhY2tncm91bmQiOnsiJGlkIjoiMzE5IiwiQ29sb3IiOnsiJGlkIjoiMzIwIiwiQSI6MTUzLCJSIjowLCJHIjowLCJCIjowfX0sIklzVmlzaWJsZSI6dHJ1ZSwiV2lkdGgiOjAuMCwiSGVpZ2h0IjowLjAsIkJvcmRlclN0eWxlIjp7IiRpZCI6IjMyMSIsIkxpbmVDb2xvciI6bnVsbCwiTGluZVdlaWdodCI6MC4wLCJMaW5lVHlwZSI6MCwiUGFyZW50U3R5bGUiOm51bGx9LCJQYXJlbnRTdHlsZSI6bnVsbH0sIk1hcmdpbiI6eyIkaWQiOiIzMjIiLCJUb3AiOjAuMCwiTGVmdCI6MC4wLCJSaWdodCI6MC4wLCJCb3R0b20iOjAuMH0sIlBhZGRpbmciOnsiJGlkIjoiMzIzIiwiVG9wIjowLjAsIkxlZnQiOjAuMCwiUmlnaHQiOjAuMCwiQm90dG9tIjowLjB9LCJCYWNrZ3JvdW5kIjpudWxsLCJJc1Zpc2libGUiOnRydWUsIldpZHRoIjowLjAsIkhlaWdodCI6MC4wLCJCb3JkZXJTdHlsZSI6bnVsbCwiUGFyZW50U3R5bGUiOm51bGx9LCJTaGFwZVN0eWxlIjp7IiRpZCI6IjMyNCIsIk1hcmdpbiI6eyIkaWQiOiIzMjUiLCJUb3AiOjAuMCwiTGVmdCI6NC4wLCJSaWdodCI6NC4wLCJCb3R0b20iOjAuMH0sIlBhZGRpbmciOnsiJGlkIjoiMzI2IiwiVG9wIjowLjAsIkxlZnQiOjAuMCwiUmlnaHQiOjAuMCwiQm90dG9tIjowLjB9LCJCYWNrZ3JvdW5kIjp7IiRpZCI6IjMyNyIsIkNvbG9yIjp7IiRpZCI6IjMyOCIsIkEiOjI1NSwiUiI6MjYsIkciOjE3MCwiQiI6NjZ9fSwiSXNWaXNpYmxlIjp0cnVlLCJXaWR0aCI6MjU2LjAsIkhlaWdodCI6MTAuMCwiQm9yZGVyU3R5bGUiOnsiJGlkIjoiMzI5IiwiTGluZUNvbG9yIjp7IiRpZCI6IjMzMCIsIiR0eXBlIjoiTkxSRS5Db21tb24uRG9tLlNvbGlkQ29sb3JCcnVzaCwgTkxSRS5Db21tb24iLCJDb2xvciI6eyIkaWQiOiIzMzEiLCJBIjoyNTUsIlIiOjIzNCwiRyI6MjIsIkIiOjMwfX0sIkxpbmVXZWlnaHQiOjAuMCwiTGluZVR5cGUiOjAsIlBhcmVudFN0eWxlIjpudWxsfSwiUGFyZW50U3R5bGUiOm51bGx9LCJUaXRsZVN0eWxlIjp7IiRpZCI6IjMzMiIsIkZvbnRTZXR0aW5ncyI6eyIkaWQiOiIzMzMiLCJGb250U2l6ZSI6MTEsIkZvbnROYW1lIjoiQ2FsaWJyaSIsIklzQm9sZCI6dHJ1ZSwiSXNJdGFsaWMiOmZhbHNlLCJJc1VuZGVybGluZWQiOmZhbHNlLCJQYXJlbnRTdHlsZSI6bnVsbH0sIkF1dG9TaXplIjowLCJGb3JlZ3JvdW5kIjp7IiRpZCI6IjMzNCIsIkNvbG9yIjp7IiRpZCI6IjMzN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zYiLCJUb3AiOjAuMCwiTGVmdCI6MC4wLCJSaWdodCI6MC4wLCJCb3R0b20iOjAuMH0sIlBhZGRpbmciOnsiJGlkIjoiMzM3IiwiVG9wIjowLjAsIkxlZnQiOjAuMCwiUmlnaHQiOjAuMCwiQm90dG9tIjowLjB9LCJCYWNrZ3JvdW5kIjp7IiRpZCI6IjMzOCIsIkNvbG9yIjp7IiRpZCI6IjMzOSIsIkEiOjAsIlIiOjI1NSwiRyI6MjU1LCJCIjoyNTV9fSwiSXNWaXNpYmxlIjp0cnVlLCJXaWR0aCI6MC4wLCJIZWlnaHQiOjAuMCwiQm9yZGVyU3R5bGUiOnsiJGlkIjoiMzQwIiwiTGluZUNvbG9yIjpudWxsLCJMaW5lV2VpZ2h0IjowLjAsIkxpbmVUeXBlIjowLCJQYXJlbnRTdHlsZSI6bnVsbH0sIlBhcmVudFN0eWxlIjpudWxsfSwiRGF0ZVN0eWxlIjp7IiRpZCI6IjM0MSIsIkZvbnRTZXR0aW5ncyI6eyIkaWQiOiIzNDIiLCJGb250U2l6ZSI6MTAsIkZvbnROYW1lIjoiQ2FsaWJyaSIsIklzQm9sZCI6ZmFsc2UsIklzSXRhbGljIjpmYWxzZSwiSXNVbmRlcmxpbmVkIjpmYWxzZSwiUGFyZW50U3R5bGUiOm51bGx9LCJBdXRvU2l6ZSI6MCwiRm9yZWdyb3VuZCI6eyIkaWQiOiIzNDMiLCJDb2xvciI6eyIkaWQiOiIzNDQ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0NSIsIlRvcCI6MC4wLCJMZWZ0IjowLjAsIlJpZ2h0IjowLjAsIkJvdHRvbSI6MC4wfSwiUGFkZGluZyI6eyIkaWQiOiIzNDYiLCJUb3AiOjAuMCwiTGVmdCI6MC4wLCJSaWdodCI6MC4wLCJCb3R0b20iOjAuMH0sIkJhY2tncm91bmQiOnsiJGlkIjoiMzQ3IiwiQ29sb3IiOnsiJGlkIjoiMzQ4IiwiQSI6MCwiUiI6MCwiRyI6MCwiQiI6MH19LCJJc1Zpc2libGUiOnRydWUsIldpZHRoIjowLjAsIkhlaWdodCI6MC4wLCJCb3JkZXJTdHlsZSI6eyIkaWQiOiIzNDkiLCJMaW5lQ29sb3IiOm51bGwsIkxpbmVXZWlnaHQiOjAuMCwiTGluZVR5cGUiOjAsIlBhcmVudFN0eWxlIjpudWxsfSwiUGFyZW50U3R5bGUiOm51bGx9LCJEYXRlRm9ybWF0Ijp7IiRpZCI6IjM1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TEiLCJGb3JtYXQiOjAsIklzVmlzaWJsZSI6ZmFsc2UsIkxhc3RLbm93blZpc2liaWxpdHlTdGF0ZSI6ZmFsc2V9LCJJc1Zpc2libGUiOnRydWUsIlZhcmlhbmNlU3R5bGUiOnsiJGlkIjoiMzUyIiwiVGV4dFN0eWxlIjp7IiRpZCI6IjM1MyIsIkZvbnRTZXR0aW5ncyI6eyIkaWQiOiIzNTQiLCJGb250U2l6ZSI6MTEsIkZvbnROYW1lIjoiQ2FsaWJyaSIsIklzQm9sZCI6ZmFsc2UsIklzSXRhbGljIjpmYWxzZSwiSXNVbmRlcmxpbmVkIjpmYWxzZSwiUGFyZW50U3R5bGUiOm51bGx9LCJBdXRvU2l6ZSI6MCwiRm9yZWdyb3VuZCI6eyIkaWQiOiIzNTUiLCJDb2xvciI6eyIkaWQiOiIzNT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U3IiwiVG9wIjowLjAsIkxlZnQiOjAuMCwiUmlnaHQiOjAuMCwiQm90dG9tIjowLjB9LCJQYWRkaW5nIjp7IiRpZCI6IjM1OCIsIlRvcCI6MC4wLCJMZWZ0IjowLjAsIlJpZ2h0IjowLjAsIkJvdHRvbSI6MC4wfSwiQmFja2dyb3VuZCI6eyIkaWQiOiIzNTkiLCJDb2xvciI6eyIkaWQiOiIzNjAiLCJBIjowLCJSIjowLCJHIjowLCJCIjowfX0sIklzVmlzaWJsZSI6dHJ1ZSwiV2lkdGgiOjAuMCwiSGVpZ2h0IjowLjAsIkJvcmRlclN0eWxlIjp7IiRpZCI6IjM2MSIsIkxpbmVDb2xvciI6bnVsbCwiTGluZVdlaWdodCI6MC4wLCJMaW5lVHlwZSI6MCwiUGFyZW50U3R5bGUiOm51bGx9LCJQYXJlbnRTdHlsZSI6bnVsbH0sIlBhcmVudFN0eWxlIjpudWxsfSwiUGFyZW50U3R5bGUiOm51bGwsIl9leHBsaWNpdGx5U2V0Ijp7IiRpZCI6IjM2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M2MyIsIlNoYXBlIjoyLCJDb25uZWN0b3JNYXJnaW4iOnsiJGlkIjoiMzY0IiwiVG9wIjowLjAsIkxlZnQiOjIuMCwiUmlnaHQiOjIuMCwiQm90dG9tIjowLjB9LCJDb25uZWN0b3JTdHlsZSI6eyIkaWQiOiIzNjUiLCJMaW5lQ29sb3IiOnsiJGlkIjoiMzY2IiwiJHR5cGUiOiJOTFJFLkNvbW1vbi5Eb20uU29saWRDb2xvckJydXNoLCBOTFJFLkNvbW1vbiIsIkNvbG9yIjp7IiRpZCI6IjM2NyIsIkEiOjEyNywiUiI6NzksIkciOjEyOSwiQiI6MTg5fX0sIkxpbmVXZWlnaHQiOjEuMCwiTGluZVR5cGUiOjAsIlBhcmVudFN0eWxlIjpudWxsfSwiSXNCZWxvd1RpbWViYW5kIjpmYWxzZSwiUG9zaXRpb25PblRhc2siOjEsIkhpZGVEYXRlIjpmYWxzZSwiU2hhcGVTaXplIjoxLCJTcGFjaW5nIjowLjAsIlBhZGRpbmciOnsiJGlkIjoiMzY4IiwiVG9wIjo1LjAsIkxlZnQiOjMuMCwiUmlnaHQiOjAuMCwiQm90dG9tIjoyLjB9LCJTaGFwZVN0eWxlIjp7IiRpZCI6IjM2OSIsIk1hcmdpbiI6eyIkaWQiOiIzNzAiLCJUb3AiOjAuMCwiTGVmdCI6MC4wLCJSaWdodCI6MC4wLCJCb3R0b20iOjAuMH0sIlBhZGRpbmciOnsiJGlkIjoiMzcxIiwiVG9wIjowLjAsIkxlZnQiOjAuMCwiUmlnaHQiOjAuMCwiQm90dG9tIjowLjB9LCJCYWNrZ3JvdW5kIjp7IiRpZCI6IjM3MiIsIkNvbG9yIjp7IiRpZCI6IjM3MyIsIkEiOjI1NSwiUiI6MCwiRyI6MTMzLCJCIjoxNDB9fSwiSXNWaXNpYmxlIjp0cnVlLCJXaWR0aCI6MTMuMCwiSGVpZ2h0IjoxMy4wLCJCb3JkZXJTdHlsZSI6eyIkaWQiOiIzNzQiLCJMaW5lQ29sb3IiOnsiJGlkIjoiMzc1IiwiJHR5cGUiOiJOTFJFLkNvbW1vbi5Eb20uU29saWRDb2xvckJydXNoLCBOTFJFLkNvbW1vbiIsIkNvbG9yIjp7IiRpZCI6IjM3NiIsIkEiOjI1NSwiUiI6MjM0LCJHIjoyMiwiQiI6MzB9fSwiTGluZVdlaWdodCI6MC4wLCJMaW5lVHlwZSI6MCwiUGFyZW50U3R5bGUiOm51bGx9LCJQYXJlbnRTdHlsZSI6bnVsbH0sIlRpdGxlU3R5bGUiOnsiJGlkIjoiMzc3IiwiRm9udFNldHRpbmdzIjp7IiRpZCI6IjM3OCIsIkZvbnRTaXplIjoxMSwiRm9udE5hbWUiOiJDYWxpYnJpIiwiSXNCb2xkIjp0cnVlLCJJc0l0YWxpYyI6ZmFsc2UsIklzVW5kZXJsaW5lZCI6ZmFsc2UsIlBhcmVudFN0eWxlIjpudWxsfSwiQXV0b1NpemUiOjAsIkZvcmVncm91bmQiOnsiJGlkIjoiMzc5IiwiQ29sb3IiOnsiJGlkIjoiMzg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4MSIsIlRvcCI6MC4wLCJMZWZ0IjowLjAsIlJpZ2h0IjowLjAsIkJvdHRvbSI6MC4wfSwiUGFkZGluZyI6eyIkaWQiOiIzODIiLCJUb3AiOjAuMCwiTGVmdCI6MC4wLCJSaWdodCI6MC4wLCJCb3R0b20iOjAuMH0sIkJhY2tncm91bmQiOnsiJGlkIjoiMzgzIiwiQ29sb3IiOnsiJGlkIjoiMzg0IiwiQSI6MCwiUiI6MCwiRyI6MCwiQiI6MH19LCJJc1Zpc2libGUiOnRydWUsIldpZHRoIjowLjAsIkhlaWdodCI6MC4wLCJCb3JkZXJTdHlsZSI6eyIkaWQiOiIzODUiLCJMaW5lQ29sb3IiOm51bGwsIkxpbmVXZWlnaHQiOjAuMCwiTGluZVR5cGUiOjAsIlBhcmVudFN0eWxlIjpudWxsfSwiUGFyZW50U3R5bGUiOm51bGx9LCJEYXRlU3R5bGUiOnsiJGlkIjoiMzg2IiwiRm9udFNldHRpbmdzIjp7IiRpZCI6IjM4NyIsIkZvbnRTaXplIjoxMCwiRm9udE5hbWUiOiJDYWxpYnJpIiwiSXNCb2xkIjpmYWxzZSwiSXNJdGFsaWMiOmZhbHNlLCJJc1VuZGVybGluZWQiOmZhbHNlLCJQYXJlbnRTdHlsZSI6bnVsbH0sIkF1dG9TaXplIjowLCJGb3JlZ3JvdW5kIjp7IiRpZCI6IjM4OCIsIkNvbG9yIjp7IiRpZCI6IjM4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kwIiwiVG9wIjowLjAsIkxlZnQiOjAuMCwiUmlnaHQiOjAuMCwiQm90dG9tIjowLjB9LCJQYWRkaW5nIjp7IiRpZCI6IjM5MSIsIlRvcCI6MC4wLCJMZWZ0IjowLjAsIlJpZ2h0IjowLjAsIkJvdHRvbSI6MC4wfSwiQmFja2dyb3VuZCI6eyIkaWQiOiIzOTIiLCJDb2xvciI6eyIkaWQiOiIzOTMiLCJBIjowLCJSIjowLCJHIjowLCJCIjowfX0sIklzVmlzaWJsZSI6dHJ1ZSwiV2lkdGgiOjAuMCwiSGVpZ2h0IjowLjAsIkJvcmRlclN0eWxlIjp7IiRpZCI6IjM5NCIsIkxpbmVDb2xvciI6bnVsbCwiTGluZVdlaWdodCI6MC4wLCJMaW5lVHlwZSI6MCwiUGFyZW50U3R5bGUiOm51bGx9LCJQYXJlbnRTdHlsZSI6bnVsbH0sIkRhdGVGb3JtYXQiOnsiJGlkIjoiMzk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NiIsIkZvcm1hdCI6MCwiSXNWaXNpYmxlIjpmYWxzZSwiTGFzdEtub3duVmlzaWJpbGl0eVN0YXRlIjpmYWxzZX0sIklzVmlzaWJsZSI6dHJ1ZSwiVmFyaWFuY2VTdHlsZSI6eyIkaWQiOiIzOTciLCJUZXh0U3R5bGUiOnsiJGlkIjoiMzk4IiwiRm9udFNldHRpbmdzIjp7IiRpZCI6IjM5OSIsIkZvbnRTaXplIjoxMSwiRm9udE5hbWUiOiJDYWxpYnJpIiwiSXNCb2xkIjpmYWxzZSwiSXNJdGFsaWMiOmZhbHNlLCJJc1VuZGVybGluZWQiOmZhbHNlLCJQYXJlbnRTdHlsZSI6bnVsbH0sIkF1dG9TaXplIjowLCJGb3JlZ3JvdW5kIjp7IiRpZCI6IjQwMCIsIkNvbG9yIjp7IiRpZCI6IjQw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DIiLCJUb3AiOjAuMCwiTGVmdCI6MC4wLCJSaWdodCI6MC4wLCJCb3R0b20iOjAuMH0sIlBhZGRpbmciOnsiJGlkIjoiNDAzIiwiVG9wIjowLjAsIkxlZnQiOjAuMCwiUmlnaHQiOjAuMCwiQm90dG9tIjowLjB9LCJCYWNrZ3JvdW5kIjp7IiRpZCI6IjQwNCIsIkNvbG9yIjp7IiRpZCI6IjQwNSIsIkEiOjAsIlIiOjAsIkciOjAsIkIiOjB9fSwiSXNWaXNpYmxlIjpmYWxzZSwiV2lkdGgiOjAuMCwiSGVpZ2h0IjowLjAsIkJvcmRlclN0eWxlIjp7IiRpZCI6IjQwNiIsIkxpbmVDb2xvciI6bnVsbCwiTGluZVdlaWdodCI6MC4wLCJMaW5lVHlwZSI6MCwiUGFyZW50U3R5bGUiOm51bGx9LCJQYXJlbnRTdHlsZSI6bnVsbH0sIlBhcmVudFN0eWxlIjpudWxsfSwiUGFyZW50U3R5bGUiOm51bGx9LCJEZWZhdWx0U3dpbWxhbmVNaWxlc3RvbmVTdHlsZSI6eyIkaWQiOiI0MDciLCJUaXRsZVBvc2l0aW9uIjoiUmlnaHQiLCJEYXRlUG9zaXRpb24iOiJMZWZ0IiwiVmFyaWFuY2VQb3NpdGlvbiI6IkxlZnQiLCJTaGFwZVR5cGUiOjIsIlNoYXBlU2l6ZSI6MSwiU3BhY2luZyI6NSwiU2hhcGVTdHlsZSI6eyIkaWQiOiI0MDgiLCJNYXJnaW4iOnsiJGlkIjoiNDA5IiwiVG9wIjowLjAsIkxlZnQiOjAuMCwiUmlnaHQiOjAuMCwiQm90dG9tIjowLjB9LCJQYWRkaW5nIjp7IiRpZCI6IjQxMCIsIlRvcCI6MC4wLCJMZWZ0IjowLjAsIlJpZ2h0IjowLjAsIkJvdHRvbSI6MC4wfSwiQmFja2dyb3VuZCI6eyIkaWQiOiI0MTEiLCJDb2xvciI6eyIkaWQiOiI0MTIiLCJBIjoyNTUsIlIiOjI2LCJHIjoxNzAsIkIiOjY2fX0sIklzVmlzaWJsZSI6dHJ1ZSwiV2lkdGgiOjEzLjAsIkhlaWdodCI6MTMuMCwiQm9yZGVyU3R5bGUiOnsiJGlkIjoiNDEzIiwiTGluZUNvbG9yIjp7IiRpZCI6IjQxNCIsIiR0eXBlIjoiTkxSRS5Db21tb24uRG9tLlNvbGlkQ29sb3JCcnVzaCwgTkxSRS5Db21tb24iLCJDb2xvciI6eyIkaWQiOiI0MTUiLCJBIjoyNTUsIlIiOjIzNCwiRyI6MjIsIkIiOjMwfX0sIkxpbmVXZWlnaHQiOjAuMCwiTGluZVR5cGUiOjAsIlBhcmVudFN0eWxlIjpudWxsfSwiUGFyZW50U3R5bGUiOm51bGx9LCJUaXRsZVN0eWxlIjp7IiRpZCI6IjQxNiIsIkZvbnRTZXR0aW5ncyI6eyIkaWQiOiI0MTciLCJGb250U2l6ZSI6MTEsIkZvbnROYW1lIjoiQ2FsaWJyaSIsIklzQm9sZCI6dHJ1ZSwiSXNJdGFsaWMiOmZhbHNlLCJJc1VuZGVybGluZWQiOmZhbHNlLCJQYXJlbnRTdHlsZSI6bnVsbH0sIkF1dG9TaXplIjowLCJGb3JlZ3JvdW5kIjp7IiRpZCI6IjQxOCIsIkNvbG9yIjp7IiRpZCI6IjQxO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jAiLCJUb3AiOjAuMCwiTGVmdCI6MC4wLCJSaWdodCI6MC4wLCJCb3R0b20iOjAuMH0sIlBhZGRpbmciOnsiJGlkIjoiNDIxIiwiVG9wIjowLjAsIkxlZnQiOjAuMCwiUmlnaHQiOjAuMCwiQm90dG9tIjowLjB9LCJCYWNrZ3JvdW5kIjp7IiRpZCI6IjQyMiIsIkNvbG9yIjp7IiRpZCI6IjQyMyIsIkEiOjAsIlIiOjI1NSwiRyI6MjU1LCJCIjoyNTV9fSwiSXNWaXNpYmxlIjp0cnVlLCJXaWR0aCI6MC4wLCJIZWlnaHQiOjAuMCwiQm9yZGVyU3R5bGUiOnsiJGlkIjoiNDI0IiwiTGluZUNvbG9yIjpudWxsLCJMaW5lV2VpZ2h0IjowLjAsIkxpbmVUeXBlIjowLCJQYXJlbnRTdHlsZSI6bnVsbH0sIlBhcmVudFN0eWxlIjpudWxsfSwiRGF0ZVN0eWxlIjp7IiRpZCI6IjQyNSIsIkZvbnRTZXR0aW5ncyI6eyIkaWQiOiI0MjYiLCJGb250U2l6ZSI6MTAsIkZvbnROYW1lIjoiQ2FsaWJyaSIsIklzQm9sZCI6ZmFsc2UsIklzSXRhbGljIjpmYWxzZSwiSXNVbmRlcmxpbmVkIjpmYWxzZSwiUGFyZW50U3R5bGUiOm51bGx9LCJBdXRvU2l6ZSI6MCwiRm9yZWdyb3VuZCI6eyIkaWQiOiI0MjciLCJDb2xvciI6eyIkaWQiOiI0Mj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QyOSIsIlRvcCI6MC4wLCJMZWZ0IjowLjAsIlJpZ2h0IjowLjAsIkJvdHRvbSI6MC4wfSwiUGFkZGluZyI6eyIkaWQiOiI0MzAiLCJUb3AiOjAuMCwiTGVmdCI6MC4wLCJSaWdodCI6MC4wLCJCb3R0b20iOjAuMH0sIkJhY2tncm91bmQiOnsiJGlkIjoiNDMxIiwiQ29sb3IiOnsiJGlkIjoiNDMyIiwiQSI6MCwiUiI6MjU1LCJHIjoyNTUsIkIiOjI1NX19LCJJc1Zpc2libGUiOnRydWUsIldpZHRoIjowLjAsIkhlaWdodCI6MC4wLCJCb3JkZXJTdHlsZSI6eyIkaWQiOiI0MzMiLCJMaW5lQ29sb3IiOm51bGwsIkxpbmVXZWlnaHQiOjAuMCwiTGluZVR5cGUiOjAsIlBhcmVudFN0eWxlIjpudWxsfSwiUGFyZW50U3R5bGUiOm51bGx9LCJEYXRlRm9ybWF0Ijp7IiRpZCI6IjQz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zUiLCJGb3JtYXQiOjAsIklzVmlzaWJsZSI6ZmFsc2UsIkxhc3RLbm93blZpc2liaWxpdHlTdGF0ZSI6ZmFsc2V9LCJJc1Zpc2libGUiOnRydWUsIlZhcmlhbmNlU3R5bGUiOnsiJGlkIjoiNDM2IiwiVGV4dFN0eWxlIjp7IiRpZCI6IjQzNyIsIkZvbnRTZXR0aW5ncyI6eyIkaWQiOiI0MzgiLCJGb250U2l6ZSI6MTEsIkZvbnROYW1lIjoiQ2FsaWJyaSIsIklzQm9sZCI6ZmFsc2UsIklzSXRhbGljIjpmYWxzZSwiSXNVbmRlcmxpbmVkIjpmYWxzZSwiUGFyZW50U3R5bGUiOm51bGx9LCJBdXRvU2l6ZSI6MCwiRm9yZWdyb3VuZCI6eyIkaWQiOiI0MzkiLCJDb2xvciI6eyIkaWQiOiI0ND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QxIiwiVG9wIjowLjAsIkxlZnQiOjAuMCwiUmlnaHQiOjAuMCwiQm90dG9tIjowLjB9LCJQYWRkaW5nIjp7IiRpZCI6IjQ0MiIsIlRvcCI6MC4wLCJMZWZ0IjowLjAsIlJpZ2h0IjowLjAsIkJvdHRvbSI6MC4wfSwiQmFja2dyb3VuZCI6eyIkaWQiOiI0NDMiLCJDb2xvciI6eyIkaWQiOiI0NDQiLCJBIjowLCJSIjowLCJHIjowLCJCIjowfX0sIklzVmlzaWJsZSI6dHJ1ZSwiV2lkdGgiOjAuMCwiSGVpZ2h0IjowLjAsIkJvcmRlclN0eWxlIjp7IiRpZCI6IjQ0NSIsIkxpbmVDb2xvciI6bnVsbCwiTGluZVdlaWdodCI6MC4wLCJMaW5lVHlwZSI6MCwiUGFyZW50U3R5bGUiOm51bGx9LCJQYXJlbnRTdHlsZSI6bnVsbH0sIlBhcmVudFN0eWxlIjpudWxsfSwiUGFyZW50U3R5bGUiOm51bGx9LCJEZWZhdWx0U3dpbWxhbmVBY3Rpdml0eVN0eWxlIjp7IiRpZCI6IjQ0NiIsIkhlYWRlclN0eWxlIjp7IiRpZCI6IjQ0NyIsIlRleHRTdHlsZSI6eyIkaWQiOiI0NDgiLCJGb250U2V0dGluZ3MiOnsiJGlkIjoiNDQ5IiwiRm9udFNpemUiOjExLCJGb250TmFtZSI6IkNhbGlicmkiLCJJc0JvbGQiOmZhbHNlLCJJc0l0YWxpYyI6ZmFsc2UsIklzVW5kZXJsaW5lZCI6ZmFsc2UsIlBhcmVudFN0eWxlIjpudWxsfSwiQXV0b1NpemUiOjIsIkZvcmVncm91bmQiOnsiJGlkIjoiNDUwIiwiQ29sb3IiOnsiJGlkIjoiNDUxIiwiQSI6MjU1LCJSIjowLCJHIjowLCJCIjowfX0sIk1heFdpZHRoIjowLjAsIk1heEhlaWdodCI6IkluZmluaXR5IiwiU21hcnRGb3JlZ3JvdW5kSXNBY3RpdmUiOmZhbHNlLCJIb3Jpem9udGFsQWxpZ25tZW50IjowLCJWZXJ0aWNhbEFsaWdubWVudCI6MCwiU21hcnRGb3JlZ3JvdW5kIjpudWxsLCJCYWNrZ3JvdW5kRmlsbFR5cGUiOjAsIk1hcmdpbiI6eyIkaWQiOiI0NTIiLCJUb3AiOjAuMCwiTGVmdCI6MC4wLCJSaWdodCI6MC4wLCJCb3R0b20iOjAuMH0sIlBhZGRpbmciOnsiJGlkIjoiNDUzIiwiVG9wIjowLjAsIkxlZnQiOjAuMCwiUmlnaHQiOjAuMCwiQm90dG9tIjowLjB9LCJCYWNrZ3JvdW5kIjpudWxsLCJJc1Zpc2libGUiOnRydWUsIldpZHRoIjowLjAsIkhlaWdodCI6MC4wLCJCb3JkZXJTdHlsZSI6bnVsbCwiUGFyZW50U3R5bGUiOm51bGx9LCJSZWN0YW5nbGVTdHlsZSI6eyIkaWQiOiI0NTQiLCJNYXJnaW4iOnsiJGlkIjoiNDU1IiwiVG9wIjowLjAsIkxlZnQiOjAuMCwiUmlnaHQiOjAuMCwiQm90dG9tIjowLjB9LCJQYWRkaW5nIjp7IiRpZCI6IjQ1NiIsIlRvcCI6MC4wLCJMZWZ0IjowLjAsIlJpZ2h0IjowLjAsIkJvdHRvbSI6MC4wfSwiQmFja2dyb3VuZCI6eyIkaWQiOiI0NTciLCJDb2xvciI6eyIkaWQiOiI0NTgiLCJBIjo2MywiUiI6MCwiRyI6MTMzLCJCIjoxNDB9fSwiSXNWaXNpYmxlIjp0cnVlLCJXaWR0aCI6MC4wLCJIZWlnaHQiOjAuMCwiQm9yZGVyU3R5bGUiOnsiJGlkIjoiNDU5IiwiTGluZUNvbG9yIjp7IiRpZCI6IjQ2MCIsIiR0eXBlIjoiTkxSRS5Db21tb24uRG9tLlNvbGlkQ29sb3JCcnVzaCwgTkxSRS5Db21tb24iLCJDb2xvciI6eyIkaWQiOiI0NjEiLCJBIjoyNTUsIlIiOjI1NSwiRyI6MCwiQiI6MH19LCJMaW5lV2VpZ2h0IjowLjAsIkxpbmVUeXBlIjowLCJQYXJlbnRTdHlsZSI6bnVsbH0sIlBhcmVudFN0eWxlIjpudWxsfSwiTWFyZ2luIjp7IiRpZCI6IjQ2MiIsIlRvcCI6MC4wLCJMZWZ0IjowLjAsIlJpZ2h0IjowLjAsIkJvdHRvbSI6MC4wfSwiUGFkZGluZyI6eyIkaWQiOiI0NjMiLCJUb3AiOjAuMCwiTGVmdCI6MC4wLCJSaWdodCI6MC4wLCJCb3R0b20iOjAuMH0sIkJhY2tncm91bmQiOm51bGwsIklzVmlzaWJsZSI6dHJ1ZSwiV2lkdGgiOjAuMCwiSGVpZ2h0IjowLjAsIkJvcmRlclN0eWxlIjpudWxsLCJQYXJlbnRTdHlsZSI6bnVsbH0sIkJhY2tncm91bmRTdHlsZSI6eyIkaWQiOiI0NjQiLCJNYXJnaW4iOnsiJGlkIjoiNDY1IiwiVG9wIjowLjAsIkxlZnQiOjAuMCwiUmlnaHQiOjAuMCwiQm90dG9tIjowLjB9LCJQYWRkaW5nIjp7IiRpZCI6IjQ2NiIsIlRvcCI6MC4wLCJMZWZ0IjowLjAsIlJpZ2h0IjowLjAsIkJvdHRvbSI6MC4wfSwiQmFja2dyb3VuZCI6eyIkaWQiOiI0NjciLCJDb2xvciI6eyIkaWQiOiI0NjgiLCJBIjo1MSwiUiI6MTE1LCJHIjoxMTUsIkIiOjExNX19LCJJc1Zpc2libGUiOnRydWUsIldpZHRoIjowLjAsIkhlaWdodCI6MC4wLCJCb3JkZXJTdHlsZSI6eyIkaWQiOiI0NjkiLCJMaW5lQ29sb3IiOnsiJGlkIjoiNDcwIiwiJHR5cGUiOiJOTFJFLkNvbW1vbi5Eb20uU29saWRDb2xvckJydXNoLCBOTFJFLkNvbW1vbiIsIkNvbG9yIjp7IiRpZCI6IjQ3MSIsIkEiOjI1NSwiUiI6MjM0LCJHIjoyMiwiQiI6MzB9fSwiTGluZVdlaWdodCI6MC4wLCJMaW5lVHlwZSI6MCwiUGFyZW50U3R5bGUiOm51bGx9LCJQYXJlbnRTdHlsZSI6bnVsbH0sIk1hcmdpbiI6eyIkaWQiOiI0NzIiLCJUb3AiOjAuMCwiTGVmdCI6MC4wLCJSaWdodCI6MC4wLCJCb3R0b20iOjAuMH0sIlBhZGRpbmciOnsiJGlkIjoiNDczIiwiVG9wIjowLjAsIkxlZnQiOjAuMCwiUmlnaHQiOjAuMCwiQm90dG9tIjowLjB9LCJJc1Zpc2libGUiOnRydWUsIldpZHRoIjowLjAsIkhlaWdodCI6MC4wLCJCb3JkZXJTdHlsZSI6eyIkaWQiOiI0NzQiLCJMaW5lQ29sb3IiOm51bGwsIkxpbmVXZWlnaHQiOjAuMCwiTGluZVR5cGUiOjAsIlBhcmVudFN0eWxlIjpudWxsfSwiUGFyZW50U3R5bGUiOm51bGx9LCJNYXJnaW4iOnsiJGlkIjoiNDc1IiwiVG9wIjowLjAsIkxlZnQiOjAuMCwiUmlnaHQiOjAuMCwiQm90dG9tIjowLjB9LCJQYWRkaW5nIjp7IiRpZCI6IjQ3NiIsIlRvcCI6MC4wLCJMZWZ0IjowLjAsIlJpZ2h0IjowLjAsIkJvdHRvbSI6MC4wfSwiSXNWaXNpYmxlIjp0cnVlLCJXaWR0aCI6MC4wLCJIZWlnaHQiOjAuMCwiQm9yZGVyU3R5bGUiOnsiJGlkIjoiNDc3IiwiTGluZUNvbG9yIjpudWxsLCJMaW5lV2VpZ2h0IjowLjAsIkxpbmVUeXBlIjowLCJQYXJlbnRTdHlsZSI6bnVsbH0sIlBhcmVudFN0eWxlIjpudWxsfX0seyIkaWQiOiI0NzgiLCJfYWN0aXZpdGllcyI6W3siJGlkIjoiNDc5IiwiX3Jvd3MiOlt7IiRpZCI6IjQ4MCIsIl90YXNrcyI6W3siJGlkIjoiNDgxIiwiX2F0dGFjaGVkTWlsZXN0b25lcyI6W10sIlRhc2tEZWZpbml0aW9uIjp7IiRpZCI6IjQ4MiIsIkdyb3VwTmFtZSI6bnVsbCwiU3RhcnREYXRlIjoiMjAyNi0xMC0wMlQwMDowMDowMFoiLCJFbmREYXRlIjoiMjAyNi0xMS0wOFQyMzo1OTowMFoiLCJQZXJjZW50YWdlQ29tcGxldGUiOm51bGwsIlN0eWxlIjp7IiRpZCI6IjQ4MyIsIlNoYXBlIjoxLCJTaGFwZVRoaWNrbmVzcyI6MCwiRHVyYXRpb25Gb3JtYXQiOjAsIkluY2x1ZGVOb25Xb3JraW5nRGF5c0luRHVyYXRpb24iOmZhbHNlLCJQZXJjZW50YWdlQ29tcGxldGVTdHlsZSI6eyIkaWQiOiI0ODQiLCJGb250U2V0dGluZ3MiOnsiJGlkIjoiNDg1IiwiRm9udFNpemUiOjEwLCJGb250TmFtZSI6IkNhbGlicmkiLCJJc0JvbGQiOmZhbHNlLCJJc0l0YWxpYyI6ZmFsc2UsIklzVW5kZXJsaW5lZCI6ZmFsc2UsIlBhcmVudFN0eWxlIjpudWxsfSwiQXV0b1NpemUiOjAsIkZvcmVncm91bmQiOnsiJGlkIjoiNDg2IiwiQ29sb3IiOnsiJGlkIjoiNDg3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g4IiwiVG9wIjowLjAsIkxlZnQiOjAuMCwiUmlnaHQiOjAuMCwiQm90dG9tIjowLjB9LCJQYWRkaW5nIjp7IiRpZCI6IjQ4OSIsIlRvcCI6MC4wLCJMZWZ0IjowLjAsIlJpZ2h0IjowLjAsIkJvdHRvbSI6MC4wfSwiQmFja2dyb3VuZCI6eyIkaWQiOiI0OTAiLCJDb2xvciI6eyIkaWQiOiI0OTEiLCJBIjo4OSwiUiI6MCwiRyI6MCwiQiI6MH19LCJJc1Zpc2libGUiOnRydWUsIldpZHRoIjowLjAsIkhlaWdodCI6MC4wLCJCb3JkZXJTdHlsZSI6eyIkaWQiOiI0OTIiLCJMaW5lQ29sb3IiOm51bGwsIkxpbmVXZWlnaHQiOjAuMCwiTGluZVR5cGUiOjAsIlBhcmVudFN0eWxlIjpudWxsfSwiUGFyZW50U3R5bGUiOm51bGx9LCJEdXJhdGlvblN0eWxlIjp7IiRpZCI6IjQ5MyIsIkZvbnRTZXR0aW5ncyI6eyIkaWQiOiI0OTQiLCJGb250U2l6ZSI6MTAsIkZvbnROYW1lIjoiQ2FsaWJyaSIsIklzQm9sZCI6ZmFsc2UsIklzSXRhbGljIjpmYWxzZSwiSXNVbmRlcmxpbmVkIjpmYWxzZSwiUGFyZW50U3R5bGUiOm51bGx9LCJBdXRvU2l6ZSI6MCwiRm9yZWdyb3VuZCI6eyIkaWQiOiI0OTUiLCJDb2xvciI6eyIkaWQiOiI0OT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OTciLCJUb3AiOjAuMCwiTGVmdCI6MC4wLCJSaWdodCI6MC4wLCJCb3R0b20iOjAuMH0sIlBhZGRpbmciOnsiJGlkIjoiNDk4IiwiVG9wIjowLjAsIkxlZnQiOjAuMCwiUmlnaHQiOjAuMCwiQm90dG9tIjowLjB9LCJCYWNrZ3JvdW5kIjp7IiRpZCI6IjQ5OSIsIkNvbG9yIjp7IiRpZCI6IjUwMCIsIkEiOjAsIlIiOjAsIkciOjAsIkIiOjB9fSwiSXNWaXNpYmxlIjp0cnVlLCJXaWR0aCI6MC4wLCJIZWlnaHQiOjAuMCwiQm9yZGVyU3R5bGUiOnsiJGlkIjoiNTAxIiwiTGluZUNvbG9yIjpudWxsLCJMaW5lV2VpZ2h0IjowLjAsIkxpbmVUeXBlIjowLCJQYXJlbnRTdHlsZSI6bnVsbH0sIlBhcmVudFN0eWxlIjpudWxsfSwiSG9yaXpvbnRhbENvbm5lY3RvclN0eWxlIjp7IiRpZCI6IjUwMiIsIkxpbmVDb2xvciI6eyIkaWQiOiI1MDMiLCIkdHlwZSI6Ik5MUkUuQ29tbW9uLkRvbS5Tb2xpZENvbG9yQnJ1c2gsIE5MUkUuQ29tbW9uIiwiQ29sb3IiOnsiJGlkIjoiNTA0IiwiQSI6MjU1LCJSIjoyMDQsIkciOjIwNCwiQiI6MjA0fX0sIkxpbmVXZWlnaHQiOjEuMCwiTGluZVR5cGUiOjAsIlBhcmVudFN0eWxlIjpudWxsfSwiVmVydGljYWxDb25uZWN0b3JTdHlsZSI6eyIkaWQiOiI1MDUiLCJMaW5lQ29sb3IiOnsiJGlkIjoiNTA2IiwiJHR5cGUiOiJOTFJFLkNvbW1vbi5Eb20uU29saWRDb2xvckJydXNoLCBOTFJFLkNvbW1vbiIsIkNvbG9yIjp7IiRpZCI6IjUwNy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WYXJpYW5jZVBvc2l0aW9uIjo2LCJTcGFjaW5nIjozLCJJc0JlbG93VGltZWJhbmQiOnRydWUsIlBlcmNlbnRhZ2VDb21wbGV0ZVNoYXBlT3BhY2l0eSI6MzUsIkJhc2VsaW5lU3R5bGUiOnsiJGlkIjoiNTA4IiwiU2hhcGVTdHlsZSI6eyIkaWQiOiI1MDkiLCJNYXJnaW4iOnsiJGlkIjoiNTEwIiwiVG9wIjowLjAsIkxlZnQiOjAuMCwiUmlnaHQiOjAuMCwiQm90dG9tIjowLjB9LCJQYWRkaW5nIjp7IiRpZCI6IjUxMSIsIlRvcCI6MC4wLCJMZWZ0IjowLjAsIlJpZ2h0IjowLjAsIkJvdHRvbSI6MC4wfSwiQmFja2dyb3VuZCI6eyIkaWQiOiI1MTIiLCJDb2xvciI6eyIkaWQiOiI1MTMiLCJBIjoxNTMsIlIiOjAsIkciOjAsIkIiOjB9fSwiSXNWaXNpYmxlIjp0cnVlLCJXaWR0aCI6MC4wLCJIZWlnaHQiOjAuMCwiQm9yZGVyU3R5bGUiOm51bGwsIlBhcmVudFN0eWxlIjpudWxsfSwiTWFyZ2luIjp7IiRpZCI6IjUxNCIsIlRvcCI6MC4wLCJMZWZ0IjowLjAsIlJpZ2h0IjowLjAsIkJvdHRvbSI6MC4wfSwiUGFkZGluZyI6eyIkaWQiOiI1MTUiLCJUb3AiOjAuMCwiTGVmdCI6MC4wLCJSaWdodCI6MC4wLCJCb3R0b20iOjAuMH0sIkJhY2tncm91bmQiOm51bGwsIklzVmlzaWJsZSI6dHJ1ZSwiV2lkdGgiOjAuMCwiSGVpZ2h0IjowLjAsIkJvcmRlclN0eWxlIjpudWxsLCJQYXJlbnRTdHlsZSI6bnVsbH0sIlNoYXBlU3R5bGUiOnsiJGlkIjoiNTE2IiwiTWFyZ2luIjp7IiRpZCI6IjUxNyIsIlRvcCI6MC4wLCJMZWZ0Ijo0LjAsIlJpZ2h0Ijo0LjAsIkJvdHRvbSI6MC4wfSwiUGFkZGluZyI6eyIkaWQiOiI1MTgiLCJUb3AiOjAuMCwiTGVmdCI6MC4wLCJSaWdodCI6MC4wLCJCb3R0b20iOjAuMH0sIkJhY2tncm91bmQiOnsiJGlkIjoiNTE5IiwiQ29sb3IiOnsiJGlkIjoiNTIwIiwiQSI6MjU1LCJSIjoyNiwiRyI6MTcwLCJCIjo2Nn19LCJJc1Zpc2libGUiOnRydWUsIldpZHRoIjowLjAsIkhlaWdodCI6MTAuMCwiQm9yZGVyU3R5bGUiOnsiJGlkIjoiNTIxIiwiTGluZUNvbG9yIjp7IiRpZCI6IjUyMiIsIiR0eXBlIjoiTkxSRS5Db21tb24uRG9tLlNvbGlkQ29sb3JCcnVzaCwgTkxSRS5Db21tb24iLCJDb2xvciI6eyIkaWQiOiI1MjMiLCJBIjoyNTUsIlIiOjI1NSwiRyI6MCwiQiI6MH19LCJMaW5lV2VpZ2h0IjowLjAsIkxpbmVUeXBlIjowLCJQYXJlbnRTdHlsZSI6bnVsbH0sIlBhcmVudFN0eWxlIjpudWxsfSwiVGl0bGVTdHlsZSI6eyIkaWQiOiI1MjQiLCJGb250U2V0dGluZ3MiOnsiJGlkIjoiNTI1IiwiRm9udFNpemUiOjEwLCJGb250TmFtZSI6IkNhbGlicmkiLCJJc0JvbGQiOnRydWUsIklzSXRhbGljIjpmYWxzZSwiSXNVbmRlcmxpbmVkIjpmYWxzZSwiUGFyZW50U3R5bGUiOm51bGx9LCJBdXRvU2l6ZSI6MCwiRm9yZWdyb3VuZCI6eyIkaWQiOiI1MjYiLCJDb2xvciI6eyIkaWQiOiI1Mjc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NTI4IiwiVG9wIjowLjAsIkxlZnQiOjAuMCwiUmlnaHQiOjAuMCwiQm90dG9tIjowLjB9LCJQYWRkaW5nIjp7IiRpZCI6IjUyOSIsIlRvcCI6MC4wLCJMZWZ0IjowLjAsIlJpZ2h0IjowLjAsIkJvdHRvbSI6MC4wfSwiQmFja2dyb3VuZCI6eyIkaWQiOiI1MzAiLCJDb2xvciI6eyIkaWQiOiI1MzEiLCJBIjowLCJSIjoyNTUsIkciOjI1NSwiQiI6MjU1fX0sIklzVmlzaWJsZSI6dHJ1ZSwiV2lkdGgiOjAuMCwiSGVpZ2h0IjowLjAsIkJvcmRlclN0eWxlIjp7IiRpZCI6IjUzMiIsIkxpbmVDb2xvciI6bnVsbCwiTGluZVdlaWdodCI6MC4wLCJMaW5lVHlwZSI6MCwiUGFyZW50U3R5bGUiOm51bGx9LCJQYXJlbnRTdHlsZSI6bnVsbH0sIkRhdGVTdHlsZSI6eyIkaWQiOiI1MzMiLCJGb250U2V0dGluZ3MiOnsiJGlkIjoiNTM0IiwiRm9udFNpemUiOjksIkZvbnROYW1lIjoiQ2FsaWJyaSIsIklzQm9sZCI6ZmFsc2UsIklzSXRhbGljIjpmYWxzZSwiSXNVbmRlcmxpbmVkIjpmYWxzZSwiUGFyZW50U3R5bGUiOm51bGx9LCJBdXRvU2l6ZSI6MCwiRm9yZWdyb3VuZCI6eyIkaWQiOiI1MzUiLCJDb2xvciI6eyIkaWQiOiI1MzY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UzNyIsIlRvcCI6MC4wLCJMZWZ0IjowLjAsIlJpZ2h0IjowLjAsIkJvdHRvbSI6MC4wfSwiUGFkZGluZyI6eyIkaWQiOiI1MzgiLCJUb3AiOjAuMCwiTGVmdCI6MC4wLCJSaWdodCI6MC4wLCJCb3R0b20iOjAuMH0sIkJhY2tncm91bmQiOnsiJGlkIjoiNTM5IiwiQ29sb3IiOnsiJGlkIjoiNTQwIiwiQSI6MCwiUiI6MjU1LCJHIjoyNTUsIkIiOjI1NX19LCJJc1Zpc2libGUiOnRydWUsIldpZHRoIjowLjAsIkhlaWdodCI6MC4wLCJCb3JkZXJTdHlsZSI6eyIkaWQiOiI1NDEiLCJMaW5lQ29sb3IiOm51bGwsIkxpbmVXZWlnaHQiOjAuMCwiTGluZVR5cGUiOjAsIlBhcmVudFN0eWxlIjpudWxsfSwiUGFyZW50U3R5bGUiOm51bGx9LCJEYXRlRm9ybWF0Ijp7IiRpZCI6IjU0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DMiLCJGb3JtYXQiOjAsIklzVmlzaWJsZSI6ZmFsc2UsIkxhc3RLbm93blZpc2liaWxpdHlTdGF0ZSI6ZmFsc2V9LCJJc1Zpc2libGUiOnRydWUsIlZhcmlhbmNlU3R5bGUiOnsiJGlkIjoiNTQ0IiwiVGV4dFN0eWxlIjp7IiRpZCI6IjU0NSIsIkZvbnRTZXR0aW5ncyI6eyIkaWQiOiI1NDYiLCJGb250U2l6ZSI6MTEsIkZvbnROYW1lIjoiQ2FsaWJyaSIsIklzQm9sZCI6ZmFsc2UsIklzSXRhbGljIjpmYWxzZSwiSXNVbmRlcmxpbmVkIjpmYWxzZSwiUGFyZW50U3R5bGUiOm51bGx9LCJBdXRvU2l6ZSI6MCwiRm9yZWdyb3VuZCI6eyIkaWQiOiI1NDciLCJDb2xvciI6eyIkaWQiOiI1N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Q5IiwiVG9wIjowLjAsIkxlZnQiOjAuMCwiUmlnaHQiOjAuMCwiQm90dG9tIjowLjB9LCJQYWRkaW5nIjp7IiRpZCI6IjU1MCIsIlRvcCI6MC4wLCJMZWZ0IjowLjAsIlJpZ2h0IjowLjAsIkJvdHRvbSI6MC4wfSwiQmFja2dyb3VuZCI6eyIkaWQiOiI1NTEiLCJDb2xvciI6eyIkaWQiOiI1NTIiLCJBIjowLCJSIjowLCJHIjowLCJCIjowfX0sIklzVmlzaWJsZSI6dHJ1ZSwiV2lkdGgiOjAuMCwiSGVpZ2h0IjowLjAsIkJvcmRlclN0eWxlIjp7IiRpZCI6IjU1MyIsIkxpbmVDb2xvciI6bnVsbCwiTGluZVdlaWdodCI6MC4wLCJMaW5lVHlwZSI6MCwiUGFyZW50U3R5bGUiOm51bGx9LCJQYXJlbnRTdHlsZSI6bnVsbH0sIlBhcmVudFN0eWxlIjpudWxsfSwiUGFyZW50U3R5bGUiOm51bGx9LCJJbmRleCI6OSwiU21hcnREdXJhdGlvbkFjdGl2YXRlZCI6ZmFsc2UsIkRhdGVGb3JtYXQiOnsiJHJlZiI6IjU0MiJ9LCJXZWVrTnVtYmVyaW5nIjp7IiRpZCI6IjU1NCIsIkZvcm1hdCI6MCwiSXNWaXNpYmxlIjpmYWxzZSwiTGFzdEtub3duVmlzaWJpbGl0eVN0YXRlIjpmYWxzZX0sIkJhc2VsaW5lRGF0YSI6eyIkaWQiOiI1NTUiLCJTdGFydERhdGUiOiIyMDI2LTEwLTAyVDAwOjAwOjAwIiwiRW5kRGF0ZSI6IjIwMjYtMTEtMDhUMjM6NTk6MDAifSwiSWQiOiI3OTMwNjRiNS0yYjEwLTQ4NDMtYWUwMS1kZGMzNTUzY2QzYTYiLCJJbXBvcnRJZCI6bnVsbCwiVGl0bGUiOiJMZXZlcmFuZMO4cmVuIHVkYXJiZWpkZXIgcHLDpmt2YWxpZmlrYXRpb24iLCJOb3RlIjpudWxsLCJIeXBlcmxpbmsiOnsiJGlkIjoiNTU2IiwiQWRkcmVzcyI6bnVsbCwiU3ViQWRkcmVzcyI6bnVsbH0sIklzQ2hhbmdlZCI6ZmFsc2UsIklzTmV3IjpmYWxzZX19XSwiX21pbGVzdG9uZXMiOltdLCJJZCI6IjAwMDAwMDAwLTAwMDAtMDAwMC0wMDAwLTAwMDAwMDAwMDAwMCIsIklzU2luZ2xlSXRlbVJvdyI6dHJ1ZX0seyIkaWQiOiI1NTciLCJfdGFza3MiOlt7IiRpZCI6IjU1OCIsIl9hdHRhY2hlZE1pbGVzdG9uZXMiOltdLCJUYXNrRGVmaW5pdGlvbiI6eyIkaWQiOiI1NTkiLCJHcm91cE5hbWUiOm51bGwsIlN0YXJ0RGF0ZSI6IjIwMjYtMTAtMDJUMjM6NTk6MDBaIiwiRW5kRGF0ZSI6IjIwMjYtMTEtMDhUMjM6NTk6MDBaIiwiUGVyY2VudGFnZUNvbXBsZXRlIjpudWxsLCJTdHlsZSI6eyIkaWQiOiI1NjAiLCJTaGFwZSI6MSwiU2hhcGVUaGlja25lc3MiOjAsIkR1cmF0aW9uRm9ybWF0IjowLCJJbmNsdWRlTm9uV29ya2luZ0RheXNJbkR1cmF0aW9uIjpmYWxzZSwiUGVyY2VudGFnZUNvbXBsZXRlU3R5bGUiOnsiJGlkIjoiNTYxIiwiRm9udFNldHRpbmdzIjp7IiRpZCI6IjU2MiIsIkZvbnRTaXplIjoxMCwiRm9udE5hbWUiOiJDYWxpYnJpIiwiSXNCb2xkIjpmYWxzZSwiSXNJdGFsaWMiOmZhbHNlLCJJc1VuZGVybGluZWQiOmZhbHNlLCJQYXJlbnRTdHlsZSI6bnVsbH0sIkF1dG9TaXplIjowLCJGb3JlZ3JvdW5kIjp7IiRpZCI6IjU2MyIsIkNvbG9yIjp7IiRpZCI6IjU2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2NSIsIlRvcCI6MC4wLCJMZWZ0IjowLjAsIlJpZ2h0IjowLjAsIkJvdHRvbSI6MC4wfSwiUGFkZGluZyI6eyIkaWQiOiI1NjYiLCJUb3AiOjAuMCwiTGVmdCI6MC4wLCJSaWdodCI6MC4wLCJCb3R0b20iOjAuMH0sIkJhY2tncm91bmQiOnsiJGlkIjoiNTY3IiwiQ29sb3IiOnsiJGlkIjoiNTY4IiwiQSI6ODksIlIiOjAsIkciOjAsIkIiOjB9fSwiSXNWaXNpYmxlIjp0cnVlLCJXaWR0aCI6MC4wLCJIZWlnaHQiOjAuMCwiQm9yZGVyU3R5bGUiOnsiJGlkIjoiNTY5IiwiTGluZUNvbG9yIjpudWxsLCJMaW5lV2VpZ2h0IjowLjAsIkxpbmVUeXBlIjowLCJQYXJlbnRTdHlsZSI6bnVsbH0sIlBhcmVudFN0eWxlIjpudWxsfSwiRHVyYXRpb25TdHlsZSI6eyIkaWQiOiI1NzAiLCJGb250U2V0dGluZ3MiOnsiJGlkIjoiNTcxIiwiRm9udFNpemUiOjEwLCJGb250TmFtZSI6IkNhbGlicmkiLCJJc0JvbGQiOmZhbHNlLCJJc0l0YWxpYyI6ZmFsc2UsIklzVW5kZXJsaW5lZCI6ZmFsc2UsIlBhcmVudFN0eWxlIjpudWxsfSwiQXV0b1NpemUiOjAsIkZvcmVncm91bmQiOnsiJGlkIjoiNTcyIiwiQ29sb3IiOnsiJGlkIjoiNTcz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c0IiwiVG9wIjowLjAsIkxlZnQiOjAuMCwiUmlnaHQiOjAuMCwiQm90dG9tIjowLjB9LCJQYWRkaW5nIjp7IiRpZCI6IjU3NSIsIlRvcCI6MC4wLCJMZWZ0IjowLjAsIlJpZ2h0IjowLjAsIkJvdHRvbSI6MC4wfSwiQmFja2dyb3VuZCI6eyIkaWQiOiI1NzYiLCJDb2xvciI6eyIkaWQiOiI1NzciLCJBIjowLCJSIjowLCJHIjowLCJCIjowfX0sIklzVmlzaWJsZSI6dHJ1ZSwiV2lkdGgiOjAuMCwiSGVpZ2h0IjowLjAsIkJvcmRlclN0eWxlIjp7IiRpZCI6IjU3OCIsIkxpbmVDb2xvciI6bnVsbCwiTGluZVdlaWdodCI6MC4wLCJMaW5lVHlwZSI6MCwiUGFyZW50U3R5bGUiOm51bGx9LCJQYXJlbnRTdHlsZSI6bnVsbH0sIkhvcml6b250YWxDb25uZWN0b3JTdHlsZSI6eyIkaWQiOiI1NzkiLCJMaW5lQ29sb3IiOnsiJGlkIjoiNTgwIiwiJHR5cGUiOiJOTFJFLkNvbW1vbi5Eb20uU29saWRDb2xvckJydXNoLCBOTFJFLkNvbW1vbiIsIkNvbG9yIjp7IiRpZCI6IjU4MSIsIkEiOjI1NSwiUiI6MjA0LCJHIjoyMDQsIkIiOjIwNH19LCJMaW5lV2VpZ2h0IjoxLjAsIkxpbmVUeXBlIjowLCJQYXJlbnRTdHlsZSI6bnVsbH0sIlZlcnRpY2FsQ29ubmVjdG9yU3R5bGUiOnsiJGlkIjoiNTgyIiwiTGluZUNvbG9yIjp7IiRpZCI6IjU4MyIsIiR0eXBlIjoiTkxSRS5Db21tb24uRG9tLlNvbGlkQ29sb3JCcnVzaCwgTkxSRS5Db21tb24iLCJDb2xvciI6eyIkaWQiOiI1ODQ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VmFyaWFuY2VQb3NpdGlvbiI6NiwiU3BhY2luZyI6MywiSXNCZWxvd1RpbWViYW5kIjp0cnVlLCJQZXJjZW50YWdlQ29tcGxldGVTaGFwZU9wYWNpdHkiOjM1LCJCYXNlbGluZVN0eWxlIjp7IiRpZCI6IjU4NSIsIlNoYXBlU3R5bGUiOnsiJGlkIjoiNTg2IiwiTWFyZ2luIjp7IiRpZCI6IjU4NyIsIlRvcCI6MC4wLCJMZWZ0IjowLjAsIlJpZ2h0IjowLjAsIkJvdHRvbSI6MC4wfSwiUGFkZGluZyI6eyIkaWQiOiI1ODgiLCJUb3AiOjAuMCwiTGVmdCI6MC4wLCJSaWdodCI6MC4wLCJCb3R0b20iOjAuMH0sIkJhY2tncm91bmQiOnsiJGlkIjoiNTg5IiwiQ29sb3IiOnsiJGlkIjoiNTkwIiwiQSI6MTUzLCJSIjowLCJHIjowLCJCIjowfX0sIklzVmlzaWJsZSI6dHJ1ZSwiV2lkdGgiOjAuMCwiSGVpZ2h0IjowLjAsIkJvcmRlclN0eWxlIjpudWxsLCJQYXJlbnRTdHlsZSI6bnVsbH0sIk1hcmdpbiI6eyIkaWQiOiI1OTEiLCJUb3AiOjAuMCwiTGVmdCI6MC4wLCJSaWdodCI6MC4wLCJCb3R0b20iOjAuMH0sIlBhZGRpbmciOnsiJGlkIjoiNTkyIiwiVG9wIjowLjAsIkxlZnQiOjAuMCwiUmlnaHQiOjAuMCwiQm90dG9tIjowLjB9LCJCYWNrZ3JvdW5kIjpudWxsLCJJc1Zpc2libGUiOnRydWUsIldpZHRoIjowLjAsIkhlaWdodCI6MC4wLCJCb3JkZXJTdHlsZSI6bnVsbCwiUGFyZW50U3R5bGUiOm51bGx9LCJTaGFwZVN0eWxlIjp7IiRpZCI6IjU5MyIsIk1hcmdpbiI6eyIkaWQiOiI1OTQiLCJUb3AiOjAuMCwiTGVmdCI6NC4wLCJSaWdodCI6NC4wLCJCb3R0b20iOjAuMH0sIlBhZGRpbmciOnsiJGlkIjoiNTk1IiwiVG9wIjowLjAsIkxlZnQiOjAuMCwiUmlnaHQiOjAuMCwiQm90dG9tIjowLjB9LCJCYWNrZ3JvdW5kIjp7IiRpZCI6IjU5NiIsIkNvbG9yIjp7IiRpZCI6IjU5NyIsIkEiOjI1NSwiUiI6MjU1LCJHIjoxOTIsIkIiOjB9fSwiSXNWaXNpYmxlIjp0cnVlLCJXaWR0aCI6MC4wLCJIZWlnaHQiOjEwLjAsIkJvcmRlclN0eWxlIjp7IiRpZCI6IjU5OCIsIkxpbmVDb2xvciI6eyIkaWQiOiI1OTkiLCIkdHlwZSI6Ik5MUkUuQ29tbW9uLkRvbS5Tb2xpZENvbG9yQnJ1c2gsIE5MUkUuQ29tbW9uIiwiQ29sb3IiOnsiJGlkIjoiNjAwIiwiQSI6MjU1LCJSIjoyNTUsIkciOjI1NSwiQiI6MjU1fX0sIkxpbmVXZWlnaHQiOjAuMCwiTGluZVR5cGUiOjAsIlBhcmVudFN0eWxlIjpudWxsfSwiUGFyZW50U3R5bGUiOm51bGx9LCJUaXRsZVN0eWxlIjp7IiRpZCI6IjYwMSIsIkZvbnRTZXR0aW5ncyI6eyIkaWQiOiI2MDIiLCJGb250U2l6ZSI6MTAsIkZvbnROYW1lIjoiQ2FsaWJyaSIsIklzQm9sZCI6dHJ1ZSwiSXNJdGFsaWMiOmZhbHNlLCJJc1VuZGVybGluZWQiOmZhbHNlLCJQYXJlbnRTdHlsZSI6bnVsbH0sIkF1dG9TaXplIjowLCJGb3JlZ3JvdW5kIjp7IiRpZCI6IjYwMyIsIkNvbG9yIjp7IiRpZCI6IjYwNC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2MDUiLCJUb3AiOjAuMCwiTGVmdCI6MC4wLCJSaWdodCI6MC4wLCJCb3R0b20iOjAuMH0sIlBhZGRpbmciOnsiJGlkIjoiNjA2IiwiVG9wIjowLjAsIkxlZnQiOjAuMCwiUmlnaHQiOjAuMCwiQm90dG9tIjowLjB9LCJCYWNrZ3JvdW5kIjp7IiRpZCI6IjYwNyIsIkNvbG9yIjp7IiRpZCI6IjYwOCIsIkEiOjAsIlIiOjI1NSwiRyI6MjU1LCJCIjoyNTV9fSwiSXNWaXNpYmxlIjp0cnVlLCJXaWR0aCI6MC4wLCJIZWlnaHQiOjAuMCwiQm9yZGVyU3R5bGUiOnsiJGlkIjoiNjA5IiwiTGluZUNvbG9yIjpudWxsLCJMaW5lV2VpZ2h0IjowLjAsIkxpbmVUeXBlIjowLCJQYXJlbnRTdHlsZSI6bnVsbH0sIlBhcmVudFN0eWxlIjpudWxsfSwiRGF0ZVN0eWxlIjp7IiRpZCI6IjYxMCIsIkZvbnRTZXR0aW5ncyI6eyIkaWQiOiI2MTEiLCJGb250U2l6ZSI6OSwiRm9udE5hbWUiOiJDYWxpYnJpIiwiSXNCb2xkIjpmYWxzZSwiSXNJdGFsaWMiOmZhbHNlLCJJc1VuZGVybGluZWQiOmZhbHNlLCJQYXJlbnRTdHlsZSI6bnVsbH0sIkF1dG9TaXplIjowLCJGb3JlZ3JvdW5kIjp7IiRpZCI6IjYxMiIsIkNvbG9yIjp7IiRpZCI6IjYx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jE0IiwiVG9wIjowLjAsIkxlZnQiOjAuMCwiUmlnaHQiOjAuMCwiQm90dG9tIjowLjB9LCJQYWRkaW5nIjp7IiRpZCI6IjYxNSIsIlRvcCI6MC4wLCJMZWZ0IjowLjAsIlJpZ2h0IjowLjAsIkJvdHRvbSI6MC4wfSwiQmFja2dyb3VuZCI6eyIkaWQiOiI2MTYiLCJDb2xvciI6eyIkaWQiOiI2MTciLCJBIjowLCJSIjoyNTUsIkciOjI1NSwiQiI6MjU1fX0sIklzVmlzaWJsZSI6dHJ1ZSwiV2lkdGgiOjAuMCwiSGVpZ2h0IjowLjAsIkJvcmRlclN0eWxlIjp7IiRpZCI6IjYxOCIsIkxpbmVDb2xvciI6bnVsbCwiTGluZVdlaWdodCI6MC4wLCJMaW5lVHlwZSI6MCwiUGFyZW50U3R5bGUiOm51bGx9LCJQYXJlbnRTdHlsZSI6bnVsbH0sIkRhdGVGb3JtYXQiOnsiJGlkIjoiNjE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yMCIsIkZvcm1hdCI6MCwiSXNWaXNpYmxlIjpmYWxzZSwiTGFzdEtub3duVmlzaWJpbGl0eVN0YXRlIjpmYWxzZX0sIklzVmlzaWJsZSI6dHJ1ZSwiVmFyaWFuY2VTdHlsZSI6eyIkaWQiOiI2MjEiLCJUZXh0U3R5bGUiOnsiJGlkIjoiNjIyIiwiRm9udFNldHRpbmdzIjp7IiRpZCI6IjYyMyIsIkZvbnRTaXplIjoxMSwiRm9udE5hbWUiOiJDYWxpYnJpIiwiSXNCb2xkIjpmYWxzZSwiSXNJdGFsaWMiOmZhbHNlLCJJc1VuZGVybGluZWQiOmZhbHNlLCJQYXJlbnRTdHlsZSI6bnVsbH0sIkF1dG9TaXplIjowLCJGb3JlZ3JvdW5kIjp7IiRpZCI6IjYyNCIsIkNvbG9yIjp7IiRpZCI6IjYy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MjYiLCJUb3AiOjAuMCwiTGVmdCI6MC4wLCJSaWdodCI6MC4wLCJCb3R0b20iOjAuMH0sIlBhZGRpbmciOnsiJGlkIjoiNjI3IiwiVG9wIjowLjAsIkxlZnQiOjAuMCwiUmlnaHQiOjAuMCwiQm90dG9tIjowLjB9LCJCYWNrZ3JvdW5kIjp7IiRpZCI6IjYyOCIsIkNvbG9yIjp7IiRpZCI6IjYyOSIsIkEiOjAsIlIiOjAsIkciOjAsIkIiOjB9fSwiSXNWaXNpYmxlIjp0cnVlLCJXaWR0aCI6MC4wLCJIZWlnaHQiOjAuMCwiQm9yZGVyU3R5bGUiOnsiJGlkIjoiNjMwIiwiTGluZUNvbG9yIjpudWxsLCJMaW5lV2VpZ2h0IjowLjAsIkxpbmVUeXBlIjowLCJQYXJlbnRTdHlsZSI6bnVsbH0sIlBhcmVudFN0eWxlIjpudWxsfSwiUGFyZW50U3R5bGUiOm51bGx9LCJQYXJlbnRTdHlsZSI6bnVsbH0sIkluZGV4IjoxMCwiU21hcnREdXJhdGlvbkFjdGl2YXRlZCI6ZmFsc2UsIkRhdGVGb3JtYXQiOnsiJHJlZiI6IjYxOSJ9LCJXZWVrTnVtYmVyaW5nIjp7IiRpZCI6IjYzMSIsIkZvcm1hdCI6MCwiSXNWaXNpYmxlIjpmYWxzZSwiTGFzdEtub3duVmlzaWJpbGl0eVN0YXRlIjpmYWxzZX0sIkJhc2VsaW5lRGF0YSI6eyIkaWQiOiI2MzIiLCJTdGFydERhdGUiOiIyMDI2LTEwLTAyVDIzOjU5OjAwIiwiRW5kRGF0ZSI6IjIwMjYtMTEtMDhUMjM6NTk6MDAifSwiSWQiOiI0ODMzM2QyZi05YzQ3LTRiNDgtOGE2Yi0yZjZmZTgyNGIxOGYiLCJJbXBvcnRJZCI6bnVsbCwiVGl0bGUiOiJCZXN2YXJlbHNlIGFmIHNww7hyZ23DpWwgZnJhIGFuc8O4Z2VybmUiLCJOb3RlIjpudWxsLCJIeXBlcmxpbmsiOnsiJGlkIjoiNjMzIiwiQWRkcmVzcyI6bnVsbCwiU3ViQWRkcmVzcyI6bnVsbH0sIklzQ2hhbmdlZCI6ZmFsc2UsIklzTmV3IjpmYWxzZX19XSwiX21pbGVzdG9uZXMiOltdLCJJZCI6IjAwMDAwMDAwLTAwMDAtMDAwMC0wMDAwLTAwMDAwMDAwMDAwMCIsIklzU2luZ2xlSXRlbVJvdyI6dHJ1ZX0seyIkaWQiOiI2MzQiLCJfdGFza3MiOlt7IiRpZCI6IjYzNSIsIl9hdHRhY2hlZE1pbGVzdG9uZXMiOltdLCJUYXNrRGVmaW5pdGlvbiI6eyIkaWQiOiI2MzYiLCJHcm91cE5hbWUiOm51bGwsIlN0YXJ0RGF0ZSI6IjIwMjYtMTEtMDlUMjM6NTk6MDBaIiwiRW5kRGF0ZSI6IjIwMjYtMTEtMzBUMjM6NTk6MDBaIiwiUGVyY2VudGFnZUNvbXBsZXRlIjpudWxsLCJTdHlsZSI6eyIkaWQiOiI2MzciLCJTaGFwZSI6MSwiU2hhcGVUaGlja25lc3MiOjAsIkR1cmF0aW9uRm9ybWF0IjowLCJJbmNsdWRlTm9uV29ya2luZ0RheXNJbkR1cmF0aW9uIjpmYWxzZSwiUGVyY2VudGFnZUNvbXBsZXRlU3R5bGUiOnsiJGlkIjoiNjM4IiwiRm9udFNldHRpbmdzIjp7IiRpZCI6IjYzOSIsIkZvbnRTaXplIjoxMCwiRm9udE5hbWUiOiJDYWxpYnJpIiwiSXNCb2xkIjpmYWxzZSwiSXNJdGFsaWMiOmZhbHNlLCJJc1VuZGVybGluZWQiOmZhbHNlLCJQYXJlbnRTdHlsZSI6bnVsbH0sIkF1dG9TaXplIjowLCJGb3JlZ3JvdW5kIjp7IiRpZCI6IjY0MCIsIkNvbG9yIjp7IiRpZCI6IjY0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Y0MiIsIlRvcCI6MC4wLCJMZWZ0IjowLjAsIlJpZ2h0IjowLjAsIkJvdHRvbSI6MC4wfSwiUGFkZGluZyI6eyIkaWQiOiI2NDMiLCJUb3AiOjAuMCwiTGVmdCI6MC4wLCJSaWdodCI6MC4wLCJCb3R0b20iOjAuMH0sIkJhY2tncm91bmQiOnsiJGlkIjoiNjQ0IiwiQ29sb3IiOnsiJGlkIjoiNjQ1IiwiQSI6ODksIlIiOjAsIkciOjAsIkIiOjB9fSwiSXNWaXNpYmxlIjp0cnVlLCJXaWR0aCI6MC4wLCJIZWlnaHQiOjAuMCwiQm9yZGVyU3R5bGUiOnsiJGlkIjoiNjQ2IiwiTGluZUNvbG9yIjpudWxsLCJMaW5lV2VpZ2h0IjowLjAsIkxpbmVUeXBlIjowLCJQYXJlbnRTdHlsZSI6bnVsbH0sIlBhcmVudFN0eWxlIjpudWxsfSwiRHVyYXRpb25TdHlsZSI6eyIkaWQiOiI2NDciLCJGb250U2V0dGluZ3MiOnsiJGlkIjoiNjQ4IiwiRm9udFNpemUiOjEwLCJGb250TmFtZSI6IkNhbGlicmkiLCJJc0JvbGQiOmZhbHNlLCJJc0l0YWxpYyI6ZmFsc2UsIklzVW5kZXJsaW5lZCI6ZmFsc2UsIlBhcmVudFN0eWxlIjpudWxsfSwiQXV0b1NpemUiOjAsIkZvcmVncm91bmQiOnsiJGlkIjoiNjQ5IiwiQ29sb3IiOnsiJGlkIjoiNjU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jUxIiwiVG9wIjowLjAsIkxlZnQiOjAuMCwiUmlnaHQiOjAuMCwiQm90dG9tIjowLjB9LCJQYWRkaW5nIjp7IiRpZCI6IjY1MiIsIlRvcCI6MC4wLCJMZWZ0IjowLjAsIlJpZ2h0IjowLjAsIkJvdHRvbSI6MC4wfSwiQmFja2dyb3VuZCI6eyIkaWQiOiI2NTMiLCJDb2xvciI6eyIkaWQiOiI2NTQiLCJBIjowLCJSIjowLCJHIjowLCJCIjowfX0sIklzVmlzaWJsZSI6dHJ1ZSwiV2lkdGgiOjAuMCwiSGVpZ2h0IjowLjAsIkJvcmRlclN0eWxlIjp7IiRpZCI6IjY1NSIsIkxpbmVDb2xvciI6bnVsbCwiTGluZVdlaWdodCI6MC4wLCJMaW5lVHlwZSI6MCwiUGFyZW50U3R5bGUiOm51bGx9LCJQYXJlbnRTdHlsZSI6bnVsbH0sIkhvcml6b250YWxDb25uZWN0b3JTdHlsZSI6eyIkaWQiOiI2NTYiLCJMaW5lQ29sb3IiOnsiJGlkIjoiNjU3IiwiJHR5cGUiOiJOTFJFLkNvbW1vbi5Eb20uU29saWRDb2xvckJydXNoLCBOTFJFLkNvbW1vbiIsIkNvbG9yIjp7IiRpZCI6IjY1OCIsIkEiOjI1NSwiUiI6MjA0LCJHIjoyMDQsIkIiOjIwNH19LCJMaW5lV2VpZ2h0IjoxLjAsIkxpbmVUeXBlIjowLCJQYXJlbnRTdHlsZSI6bnVsbH0sIlZlcnRpY2FsQ29ubmVjdG9yU3R5bGUiOnsiJGlkIjoiNjU5IiwiTGluZUNvbG9yIjp7IiRpZCI6IjY2MCIsIiR0eXBlIjoiTkxSRS5Db21tb24uRG9tLlNvbGlkQ29sb3JCcnVzaCwgTkxSRS5Db21tb24iLCJDb2xvciI6eyIkaWQiOiI2NjE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VmFyaWFuY2VQb3NpdGlvbiI6NiwiU3BhY2luZyI6MywiSXNCZWxvd1RpbWViYW5kIjp0cnVlLCJQZXJjZW50YWdlQ29tcGxldGVTaGFwZU9wYWNpdHkiOjM1LCJCYXNlbGluZVN0eWxlIjp7IiRpZCI6IjY2MiIsIlNoYXBlU3R5bGUiOnsiJGlkIjoiNjYzIiwiTWFyZ2luIjp7IiRpZCI6IjY2NCIsIlRvcCI6MC4wLCJMZWZ0IjowLjAsIlJpZ2h0IjowLjAsIkJvdHRvbSI6MC4wfSwiUGFkZGluZyI6eyIkaWQiOiI2NjUiLCJUb3AiOjAuMCwiTGVmdCI6MC4wLCJSaWdodCI6MC4wLCJCb3R0b20iOjAuMH0sIkJhY2tncm91bmQiOnsiJGlkIjoiNjY2IiwiQ29sb3IiOnsiJGlkIjoiNjY3IiwiQSI6MTUzLCJSIjowLCJHIjowLCJCIjowfX0sIklzVmlzaWJsZSI6dHJ1ZSwiV2lkdGgiOjAuMCwiSGVpZ2h0IjowLjAsIkJvcmRlclN0eWxlIjpudWxsLCJQYXJlbnRTdHlsZSI6bnVsbH0sIk1hcmdpbiI6eyIkaWQiOiI2NjgiLCJUb3AiOjAuMCwiTGVmdCI6MC4wLCJSaWdodCI6MC4wLCJCb3R0b20iOjAuMH0sIlBhZGRpbmciOnsiJGlkIjoiNjY5IiwiVG9wIjowLjAsIkxlZnQiOjAuMCwiUmlnaHQiOjAuMCwiQm90dG9tIjowLjB9LCJCYWNrZ3JvdW5kIjpudWxsLCJJc1Zpc2libGUiOnRydWUsIldpZHRoIjowLjAsIkhlaWdodCI6MC4wLCJCb3JkZXJTdHlsZSI6bnVsbCwiUGFyZW50U3R5bGUiOm51bGx9LCJTaGFwZVN0eWxlIjp7IiRpZCI6IjY3MCIsIk1hcmdpbiI6eyIkaWQiOiI2NzEiLCJUb3AiOjAuMCwiTGVmdCI6NC4wLCJSaWdodCI6NC4wLCJCb3R0b20iOjAuMH0sIlBhZGRpbmciOnsiJGlkIjoiNjcyIiwiVG9wIjowLjAsIkxlZnQiOjAuMCwiUmlnaHQiOjAuMCwiQm90dG9tIjowLjB9LCJCYWNrZ3JvdW5kIjp7IiRpZCI6IjY3MyIsIkNvbG9yIjp7IiRpZCI6IjY3NCIsIkEiOjI1NSwiUiI6MjU1LCJHIjoxOTIsIkIiOjB9fSwiSXNWaXNpYmxlIjp0cnVlLCJXaWR0aCI6MC4wLCJIZWlnaHQiOjEwLjAsIkJvcmRlclN0eWxlIjp7IiRpZCI6IjY3NSIsIkxpbmVDb2xvciI6eyIkaWQiOiI2NzYiLCIkdHlwZSI6Ik5MUkUuQ29tbW9uLkRvbS5Tb2xpZENvbG9yQnJ1c2gsIE5MUkUuQ29tbW9uIiwiQ29sb3IiOnsiJGlkIjoiNjc3IiwiQSI6MjU1LCJSIjoyNTUsIkciOjI1NSwiQiI6MjU1fX0sIkxpbmVXZWlnaHQiOjAuMCwiTGluZVR5cGUiOjAsIlBhcmVudFN0eWxlIjpudWxsfSwiUGFyZW50U3R5bGUiOm51bGx9LCJUaXRsZVN0eWxlIjp7IiRpZCI6IjY3OCIsIkZvbnRTZXR0aW5ncyI6eyIkaWQiOiI2NzkiLCJGb250U2l6ZSI6MTAsIkZvbnROYW1lIjoiQ2FsaWJyaSIsIklzQm9sZCI6dHJ1ZSwiSXNJdGFsaWMiOmZhbHNlLCJJc1VuZGVybGluZWQiOmZhbHNlLCJQYXJlbnRTdHlsZSI6bnVsbH0sIkF1dG9TaXplIjowLCJGb3JlZ3JvdW5kIjp7IiRpZCI6IjY4MCIsIkNvbG9yIjp7IiRpZCI6IjY4MS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2ODIiLCJUb3AiOjAuMCwiTGVmdCI6MC4wLCJSaWdodCI6MC4wLCJCb3R0b20iOjAuMH0sIlBhZGRpbmciOnsiJGlkIjoiNjgzIiwiVG9wIjowLjAsIkxlZnQiOjAuMCwiUmlnaHQiOjAuMCwiQm90dG9tIjowLjB9LCJCYWNrZ3JvdW5kIjp7IiRpZCI6IjY4NCIsIkNvbG9yIjp7IiRpZCI6IjY4NSIsIkEiOjAsIlIiOjI1NSwiRyI6MjU1LCJCIjoyNTV9fSwiSXNWaXNpYmxlIjp0cnVlLCJXaWR0aCI6MC4wLCJIZWlnaHQiOjAuMCwiQm9yZGVyU3R5bGUiOnsiJGlkIjoiNjg2IiwiTGluZUNvbG9yIjpudWxsLCJMaW5lV2VpZ2h0IjowLjAsIkxpbmVUeXBlIjowLCJQYXJlbnRTdHlsZSI6bnVsbH0sIlBhcmVudFN0eWxlIjpudWxsfSwiRGF0ZVN0eWxlIjp7IiRpZCI6IjY4NyIsIkZvbnRTZXR0aW5ncyI6eyIkaWQiOiI2ODgiLCJGb250U2l6ZSI6OSwiRm9udE5hbWUiOiJDYWxpYnJpIiwiSXNCb2xkIjpmYWxzZSwiSXNJdGFsaWMiOmZhbHNlLCJJc1VuZGVybGluZWQiOmZhbHNlLCJQYXJlbnRTdHlsZSI6bnVsbH0sIkF1dG9TaXplIjowLCJGb3JlZ3JvdW5kIjp7IiRpZCI6IjY4OSIsIkNvbG9yIjp7IiRpZCI6IjY5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jkxIiwiVG9wIjowLjAsIkxlZnQiOjAuMCwiUmlnaHQiOjAuMCwiQm90dG9tIjowLjB9LCJQYWRkaW5nIjp7IiRpZCI6IjY5MiIsIlRvcCI6MC4wLCJMZWZ0IjowLjAsIlJpZ2h0IjowLjAsIkJvdHRvbSI6MC4wfSwiQmFja2dyb3VuZCI6eyIkaWQiOiI2OTMiLCJDb2xvciI6eyIkaWQiOiI2OTQiLCJBIjowLCJSIjoyNTUsIkciOjI1NSwiQiI6MjU1fX0sIklzVmlzaWJsZSI6dHJ1ZSwiV2lkdGgiOjAuMCwiSGVpZ2h0IjowLjAsIkJvcmRlclN0eWxlIjp7IiRpZCI6IjY5NSIsIkxpbmVDb2xvciI6bnVsbCwiTGluZVdlaWdodCI6MC4wLCJMaW5lVHlwZSI6MCwiUGFyZW50U3R5bGUiOm51bGx9LCJQYXJlbnRTdHlsZSI6bnVsbH0sIkRhdGVGb3JtYXQiOnsiJGlkIjoiNjk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5NyIsIkZvcm1hdCI6MCwiSXNWaXNpYmxlIjpmYWxzZSwiTGFzdEtub3duVmlzaWJpbGl0eVN0YXRlIjpmYWxzZX0sIklzVmlzaWJsZSI6dHJ1ZSwiVmFyaWFuY2VTdHlsZSI6eyIkaWQiOiI2OTgiLCJUZXh0U3R5bGUiOnsiJGlkIjoiNjk5IiwiRm9udFNldHRpbmdzIjp7IiRpZCI6IjcwMCIsIkZvbnRTaXplIjoxMSwiRm9udE5hbWUiOiJDYWxpYnJpIiwiSXNCb2xkIjpmYWxzZSwiSXNJdGFsaWMiOmZhbHNlLCJJc1VuZGVybGluZWQiOmZhbHNlLCJQYXJlbnRTdHlsZSI6bnVsbH0sIkF1dG9TaXplIjowLCJGb3JlZ3JvdW5kIjp7IiRpZCI6IjcwMSIsIkNvbG9yIjp7IiRpZCI6IjcwM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3MDMiLCJUb3AiOjAuMCwiTGVmdCI6MC4wLCJSaWdodCI6MC4wLCJCb3R0b20iOjAuMH0sIlBhZGRpbmciOnsiJGlkIjoiNzA0IiwiVG9wIjowLjAsIkxlZnQiOjAuMCwiUmlnaHQiOjAuMCwiQm90dG9tIjowLjB9LCJCYWNrZ3JvdW5kIjp7IiRpZCI6IjcwNSIsIkNvbG9yIjp7IiRpZCI6IjcwNiIsIkEiOjAsIlIiOjAsIkciOjAsIkIiOjB9fSwiSXNWaXNpYmxlIjp0cnVlLCJXaWR0aCI6MC4wLCJIZWlnaHQiOjAuMCwiQm9yZGVyU3R5bGUiOnsiJGlkIjoiNzA3IiwiTGluZUNvbG9yIjpudWxsLCJMaW5lV2VpZ2h0IjowLjAsIkxpbmVUeXBlIjowLCJQYXJlbnRTdHlsZSI6bnVsbH0sIlBhcmVudFN0eWxlIjpudWxsfSwiUGFyZW50U3R5bGUiOm51bGx9LCJQYXJlbnRTdHlsZSI6bnVsbH0sIkluZGV4IjoxMSwiU21hcnREdXJhdGlvbkFjdGl2YXRlZCI6ZmFsc2UsIkRhdGVGb3JtYXQiOnsiJHJlZiI6IjY5NiJ9LCJXZWVrTnVtYmVyaW5nIjp7IiRpZCI6IjcwOCIsIkZvcm1hdCI6MCwiSXNWaXNpYmxlIjpmYWxzZSwiTGFzdEtub3duVmlzaWJpbGl0eVN0YXRlIjpmYWxzZX0sIkJhc2VsaW5lRGF0YSI6eyIkaWQiOiI3MDkiLCJTdGFydERhdGUiOiIyMDI2LTExLTA5VDIzOjU5OjAwIiwiRW5kRGF0ZSI6IjIwMjYtMTEtMzBUMjM6NTk6MDAifSwiSWQiOiJkMjE1MDk3Ny1hYTE4LTQwYzAtODhmYS03YmEyMmFkNDMzN2EiLCJJbXBvcnRJZCI6bnVsbCwiVGl0bGUiOiJWdXJkZXJpbmcgb2cgaW5kc3RpbGxpbmcgdmVkciBwcsOma3ZhbC4gIiwiTm90ZSI6bnVsbCwiSHlwZXJsaW5rIjp7IiRpZCI6IjcxMCIsIkFkZHJlc3MiOm51bGwsIlN1YkFkZHJlc3MiOm51bGx9LCJJc0NoYW5nZWQiOmZhbHNlLCJJc05ldyI6ZmFsc2V9fV0sIl9taWxlc3RvbmVzIjpbXSwiSWQiOiIwMDAwMDAwMC0wMDAwLTAwMDAtMDAwMC0wMDAwMDAwMDAwMDAiLCJJc1NpbmdsZUl0ZW1Sb3ciOnRydWV9LHsiJGlkIjoiNzExIiwiX3Rhc2tzIjpbXSwiX21pbGVzdG9uZXMiOlt7IiRpZCI6IjcxMiIsIklkIjoiMTE3ZDhlMTQtYzVjMy00ZTkwLTgyMTgtYzEzMmVmMTczMWY1IiwiSW5kZXgiOjEyLCJHcm91cElkIjpudWxsLCJUaXRsZSI6InNlbmRlIGFmc2xhZ3NicmV2ZSBvZyBvcGZvcmRyaW5nc2JyZXZlIHRpbCBhdCBza3JpdmUgdGlsYnVkIiwiRGF0ZVRpbWUiOiIyMDI2LTEyLTAxVDIzOjU5OjAwIiwiUGVyY2VudGFnZUNvbXBsZXRlIjpudWxsLCJOb3RlIjpudWxsLCJTdHlsZSI6eyIkaWQiOiI3MTMiLCJUaXRsZVBvc2l0aW9uIjoiUmlnaHQiLCJEYXRlUG9zaXRpb24iOiJMZWZ0IiwiVmFyaWFuY2VQb3NpdGlvbiI6IkxlZnQiLCJTaGFwZVR5cGUiOjIsIlNoYXBlU2l6ZSI6MSwiU3BhY2luZyI6NSwiU2hhcGVTdHlsZSI6eyIkaWQiOiI3MTQiLCJNYXJnaW4iOnsiJGlkIjoiNzE1IiwiVG9wIjowLjAsIkxlZnQiOjAuMCwiUmlnaHQiOjAuMCwiQm90dG9tIjowLjB9LCJQYWRkaW5nIjp7IiRpZCI6IjcxNiIsIlRvcCI6MC4wLCJMZWZ0IjowLjAsIlJpZ2h0IjowLjAsIkJvdHRvbSI6MC4wfSwiQmFja2dyb3VuZCI6eyIkaWQiOiI3MTciLCJDb2xvciI6eyIkaWQiOiI3MTgiLCJBIjoyNTUsIlIiOjI2LCJHIjoxNzAsIkIiOjY2fX0sIklzVmlzaWJsZSI6dHJ1ZSwiV2lkdGgiOjEzLjAsIkhlaWdodCI6MTMuMCwiQm9yZGVyU3R5bGUiOnsiJGlkIjoiNzE5IiwiTGluZUNvbG9yIjp7IiRpZCI6IjcyMCIsIiR0eXBlIjoiTkxSRS5Db21tb24uRG9tLlNvbGlkQ29sb3JCcnVzaCwgTkxSRS5Db21tb24iLCJDb2xvciI6eyIkaWQiOiI3MjEiLCJBIjoyNTUsIlIiOjI1NSwiRyI6MCwiQiI6MH19LCJMaW5lV2VpZ2h0IjowLjAsIkxpbmVUeXBlIjowLCJQYXJlbnRTdHlsZSI6bnVsbH0sIlBhcmVudFN0eWxlIjpudWxsfSwiVGl0bGVTdHlsZSI6eyIkaWQiOiI3MjIiLCJGb250U2V0dGluZ3MiOnsiJGlkIjoiNzIzIiwiRm9udFNpemUiOjEwLCJGb250TmFtZSI6IkNhbGlicmkiLCJJc0JvbGQiOnRydWUsIklzSXRhbGljIjpmYWxzZSwiSXNVbmRlcmxpbmVkIjpmYWxzZSwiUGFyZW50U3R5bGUiOm51bGx9LCJBdXRvU2l6ZSI6MCwiRm9yZWdyb3VuZCI6eyIkaWQiOiI3MjQiLCJDb2xvciI6eyIkaWQiOiI3Mj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zI2IiwiVG9wIjowLjAsIkxlZnQiOjAuMCwiUmlnaHQiOjAuMCwiQm90dG9tIjowLjB9LCJQYWRkaW5nIjp7IiRpZCI6IjcyNyIsIlRvcCI6MC4wLCJMZWZ0IjowLjAsIlJpZ2h0IjowLjAsIkJvdHRvbSI6MC4wfSwiQmFja2dyb3VuZCI6eyIkaWQiOiI3MjgiLCJDb2xvciI6eyIkaWQiOiI3MjkiLCJBIjowLCJSIjoyNTUsIkciOjI1NSwiQiI6MjU1fX0sIklzVmlzaWJsZSI6dHJ1ZSwiV2lkdGgiOjAuMCwiSGVpZ2h0IjowLjAsIkJvcmRlclN0eWxlIjp7IiRpZCI6IjczMCIsIkxpbmVDb2xvciI6bnVsbCwiTGluZVdlaWdodCI6MC4wLCJMaW5lVHlwZSI6MCwiUGFyZW50U3R5bGUiOm51bGx9LCJQYXJlbnRTdHlsZSI6bnVsbH0sIkRhdGVTdHlsZSI6eyIkaWQiOiI3MzEiLCJGb250U2V0dGluZ3MiOnsiJGlkIjoiNzMyIiwiRm9udFNpemUiOjksIkZvbnROYW1lIjoiQ2FsaWJyaSIsIklzQm9sZCI6ZmFsc2UsIklzSXRhbGljIjpmYWxzZSwiSXNVbmRlcmxpbmVkIjpmYWxzZSwiUGFyZW50U3R5bGUiOm51bGx9LCJBdXRvU2l6ZSI6MCwiRm9yZWdyb3VuZCI6eyIkaWQiOiI3MzMiLCJDb2xvciI6eyIkaWQiOiI3Mz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czNSIsIlRvcCI6MC4wLCJMZWZ0IjowLjAsIlJpZ2h0IjowLjAsIkJvdHRvbSI6MC4wfSwiUGFkZGluZyI6eyIkaWQiOiI3MzYiLCJUb3AiOjAuMCwiTGVmdCI6MC4wLCJSaWdodCI6MC4wLCJCb3R0b20iOjAuMH0sIkJhY2tncm91bmQiOnsiJGlkIjoiNzM3IiwiQ29sb3IiOnsiJGlkIjoiNzM4IiwiQSI6MCwiUiI6MjU1LCJHIjoyNTUsIkIiOjI1NX19LCJJc1Zpc2libGUiOnRydWUsIldpZHRoIjowLjAsIkhlaWdodCI6MC4wLCJCb3JkZXJTdHlsZSI6eyIkaWQiOiI3MzkiLCJMaW5lQ29sb3IiOm51bGwsIkxpbmVXZWlnaHQiOjAuMCwiTGluZVR5cGUiOjAsIlBhcmVudFN0eWxlIjpudWxsfSwiUGFyZW50U3R5bGUiOm51bGx9LCJEYXRlRm9ybWF0Ijp7IiRpZCI6Ijc0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3NDEiLCJGb3JtYXQiOjAsIklzVmlzaWJsZSI6ZmFsc2UsIkxhc3RLbm93blZpc2liaWxpdHlTdGF0ZSI6ZmFsc2V9LCJJc1Zpc2libGUiOnRydWUsIlZhcmlhbmNlU3R5bGUiOnsiJGlkIjoiNzQyIiwiVGV4dFN0eWxlIjp7IiRpZCI6Ijc0MyIsIkZvbnRTZXR0aW5ncyI6eyIkaWQiOiI3NDQiLCJGb250U2l6ZSI6MTEsIkZvbnROYW1lIjoiQ2FsaWJyaSIsIklzQm9sZCI6ZmFsc2UsIklzSXRhbGljIjpmYWxzZSwiSXNVbmRlcmxpbmVkIjpmYWxzZSwiUGFyZW50U3R5bGUiOm51bGx9LCJBdXRvU2l6ZSI6MCwiRm9yZWdyb3VuZCI6eyIkaWQiOiI3NDUiLCJDb2xvciI6eyIkaWQiOiI3ND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zQ3IiwiVG9wIjowLjAsIkxlZnQiOjAuMCwiUmlnaHQiOjAuMCwiQm90dG9tIjowLjB9LCJQYWRkaW5nIjp7IiRpZCI6Ijc0OCIsIlRvcCI6MC4wLCJMZWZ0IjowLjAsIlJpZ2h0IjowLjAsIkJvdHRvbSI6MC4wfSwiQmFja2dyb3VuZCI6eyIkaWQiOiI3NDkiLCJDb2xvciI6eyIkaWQiOiI3NTAiLCJBIjowLCJSIjowLCJHIjowLCJCIjowfX0sIklzVmlzaWJsZSI6ZmFsc2UsIldpZHRoIjowLjAsIkhlaWdodCI6MC4wLCJCb3JkZXJTdHlsZSI6eyIkaWQiOiI3NTEiLCJMaW5lQ29sb3IiOm51bGwsIkxpbmVXZWlnaHQiOjAuMCwiTGluZVR5cGUiOjAsIlBhcmVudFN0eWxlIjpudWxsfSwiUGFyZW50U3R5bGUiOm51bGx9LCJQYXJlbnRTdHlsZSI6bnVsbH0sIlBhcmVudFN0eWxlIjpudWxsfSwiSHlwZXJsaW5rIjpudWxsLCJCYXNlbGluZURhdGEiOnsiJGlkIjoiNzUyIiwiRGF0ZSI6IjIwMjYtMTItMDFUMjM6NTk6MDAifSwiSW1wb3J0SWQiOiIifV0sIklkIjoiMDAwMDAwMDAtMDAwMC0wMDAwLTAwMDAtMDAwMDAwMDAwMDAwIiwiSXNTaW5nbGVJdGVtUm93Ijp0cnVlfV0sIkluZGV4Ijo4LCJJZCI6IjZiNjRmMTQwLTEzNTQtNDY0ZC05MTE3LWQwZThmM2JhNjBiYyIsIkhlYWRlclRleHQiOm51bGwsIklzRGVmYXVsdCI6dHJ1ZSwiU3R5bGUiOnsiJGlkIjoiNzUzIiwiSGVhZGVyU3R5bGUiOnsiJGlkIjoiNzU0IiwiVGV4dFN0eWxlIjp7IiRpZCI6Ijc1NSIsIkZvbnRTZXR0aW5ncyI6eyIkaWQiOiI3NTYiLCJGb250U2l6ZSI6MTEsIkZvbnROYW1lIjoiQ2FsaWJyaSIsIklzQm9sZCI6ZmFsc2UsIklzSXRhbGljIjpmYWxzZSwiSXNVbmRlcmxpbmVkIjpmYWxzZSwiUGFyZW50U3R5bGUiOm51bGx9LCJBdXRvU2l6ZSI6MiwiRm9yZWdyb3VuZCI6eyIkaWQiOiI3NTciLCJDb2xvciI6eyIkaWQiOiI3NTgiLCJBIjoyNTUsIlIiOjAsIkciOjAsIkIiOjB9fSwiTWF4V2lkdGgiOjAuMCwiTWF4SGVpZ2h0IjoiSW5maW5pdHkiLCJTbWFydEZvcmVncm91bmRJc0FjdGl2ZSI6ZmFsc2UsIkhvcml6b250YWxBbGlnbm1lbnQiOjAsIlZlcnRpY2FsQWxpZ25tZW50IjowLCJTbWFydEZvcmVncm91bmQiOm51bGwsIkJhY2tncm91bmRGaWxsVHlwZSI6MCwiTWFyZ2luIjp7IiRpZCI6Ijc1OSIsIlRvcCI6MC4wLCJMZWZ0IjowLjAsIlJpZ2h0IjowLjAsIkJvdHRvbSI6MC4wfSwiUGFkZGluZyI6eyIkaWQiOiI3NjAiLCJUb3AiOjAuMCwiTGVmdCI6MC4wLCJSaWdodCI6MC4wLCJCb3R0b20iOjAuMH0sIkJhY2tncm91bmQiOm51bGwsIklzVmlzaWJsZSI6dHJ1ZSwiV2lkdGgiOjAuMCwiSGVpZ2h0IjowLjAsIkJvcmRlclN0eWxlIjpudWxsLCJQYXJlbnRTdHlsZSI6bnVsbH0sIlJlY3RhbmdsZVN0eWxlIjp7IiRpZCI6Ijc2MSIsIk1hcmdpbiI6eyIkaWQiOiI3NjIiLCJUb3AiOjAuMCwiTGVmdCI6MC4wLCJSaWdodCI6MC4wLCJCb3R0b20iOjAuMH0sIlBhZGRpbmciOnsiJGlkIjoiNzYzIiwiVG9wIjowLjAsIkxlZnQiOjAuMCwiUmlnaHQiOjAuMCwiQm90dG9tIjowLjB9LCJCYWNrZ3JvdW5kIjp7IiRpZCI6Ijc2NCIsIkNvbG9yIjp7IiRpZCI6Ijc2NSIsIkEiOjYzLCJSIjoxMTIsIkciOjE3MywiQiI6NzF9fSwiSXNWaXNpYmxlIjp0cnVlLCJXaWR0aCI6MC4wLCJIZWlnaHQiOjAuMCwiQm9yZGVyU3R5bGUiOnsiJGlkIjoiNzY2IiwiTGluZUNvbG9yIjp7IiRpZCI6Ijc2NyIsIiR0eXBlIjoiTkxSRS5Db21tb24uRG9tLlNvbGlkQ29sb3JCcnVzaCwgTkxSRS5Db21tb24iLCJDb2xvciI6eyIkaWQiOiI3NjgiLCJBIjoyNTUsIlIiOjI1NSwiRyI6MCwiQiI6MH19LCJMaW5lV2VpZ2h0IjowLjAsIkxpbmVUeXBlIjowLCJQYXJlbnRTdHlsZSI6bnVsbH0sIlBhcmVudFN0eWxlIjpudWxsfSwiTWFyZ2luIjp7IiRpZCI6Ijc2OSIsIlRvcCI6MC4wLCJMZWZ0IjowLjAsIlJpZ2h0IjowLjAsIkJvdHRvbSI6MC4wfSwiUGFkZGluZyI6eyIkaWQiOiI3NzAiLCJUb3AiOjAuMCwiTGVmdCI6MC4wLCJSaWdodCI6MC4wLCJCb3R0b20iOjAuMH0sIkJhY2tncm91bmQiOm51bGwsIklzVmlzaWJsZSI6dHJ1ZSwiV2lkdGgiOjAuMCwiSGVpZ2h0IjowLjAsIkJvcmRlclN0eWxlIjpudWxsLCJQYXJlbnRTdHlsZSI6bnVsbH0sIkJhY2tncm91bmRTdHlsZSI6eyIkaWQiOiI3NzEiLCJNYXJnaW4iOnsiJGlkIjoiNzcyIiwiVG9wIjowLjAsIkxlZnQiOjAuMCwiUmlnaHQiOjAuMCwiQm90dG9tIjowLjB9LCJQYWRkaW5nIjp7IiRpZCI6Ijc3MyIsIlRvcCI6MC4wLCJMZWZ0IjowLjAsIlJpZ2h0IjowLjAsIkJvdHRvbSI6MC4wfSwiQmFja2dyb3VuZCI6eyIkaWQiOiI3NzQiLCJDb2xvciI6eyIkaWQiOiI3NzUiLCJBIjo1MSwiUiI6MTE1LCJHIjoxMTUsIkIiOjExNX19LCJJc1Zpc2libGUiOnRydWUsIldpZHRoIjowLjAsIkhlaWdodCI6MC4wLCJCb3JkZXJTdHlsZSI6eyIkaWQiOiI3NzYiLCJMaW5lQ29sb3IiOnsiJGlkIjoiNzc3IiwiJHR5cGUiOiJOTFJFLkNvbW1vbi5Eb20uU29saWRDb2xvckJydXNoLCBOTFJFLkNvbW1vbiIsIkNvbG9yIjp7IiRpZCI6Ijc3OCIsIkEiOjI1NSwiUiI6MjM0LCJHIjoyMiwiQiI6MzB9fSwiTGluZVdlaWdodCI6MC4wLCJMaW5lVHlwZSI6MCwiUGFyZW50U3R5bGUiOm51bGx9LCJQYXJlbnRTdHlsZSI6bnVsbH0sIk1hcmdpbiI6eyIkaWQiOiI3NzkiLCJUb3AiOjAuMCwiTGVmdCI6MC4wLCJSaWdodCI6MC4wLCJCb3R0b20iOjAuMH0sIlBhZGRpbmciOnsiJGlkIjoiNzgwIiwiVG9wIjowLjAsIkxlZnQiOjAuMCwiUmlnaHQiOjAuMCwiQm90dG9tIjowLjB9LCJJc1Zpc2libGUiOnRydWUsIldpZHRoIjowLjAsIkhlaWdodCI6MC4wLCJCb3JkZXJTdHlsZSI6eyIkaWQiOiI3ODEiLCJMaW5lQ29sb3IiOm51bGwsIkxpbmVXZWlnaHQiOjAuMCwiTGluZVR5cGUiOjAsIlBhcmVudFN0eWxlIjpudWxsfSwiUGFyZW50U3R5bGUiOm51bGx9fV0sIklkIjoiZTM0MmFjZjAtMzgyZC00ZjI0LTljNWEtMjUzYTYyNDcwOWM2IiwiSW5kZXgiOjgsIkhlYWRlclRleHQiOiJQcsOma3ZhbGlmaWNlcmluZ3NmYXNlbiIsIlN0eWxlIjp7IiRpZCI6Ijc4MiIsIlN0eWxlSWQiOiIwMDAwMDAwMC0wMDAwLTAwMDAtMDAwMC0wMDAwMDAwMDAwMDAiLCJIZWFkZXJTdHlsZSI6eyIkaWQiOiI3ODMiLCJUZXh0SXNWZXJ0aWNhbCI6ZmFsc2UsIlRleHRTdHlsZSI6eyIkaWQiOiI3ODQiLCJGb250U2V0dGluZ3MiOnsiJGlkIjoiNzg1IiwiRm9udFNpemUiOjExLCJGb250TmFtZSI6IkNhbGlicmkiLCJJc0JvbGQiOmZhbHNlLCJJc0l0YWxpYyI6ZmFsc2UsIklzVW5kZXJsaW5lZCI6ZmFsc2UsIlBhcmVudFN0eWxlIjpudWxsfSwiQXV0b1NpemUiOjIsIkZvcmVncm91bmQiOnsiJGlkIjoiNzg2IiwiQ29sb3IiOnsiJGlkIjoiNzg3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Nzg4IiwiVG9wIjowLjAsIkxlZnQiOjAuMCwiUmlnaHQiOjAuMCwiQm90dG9tIjowLjB9LCJQYWRkaW5nIjp7IiRpZCI6Ijc4OSIsIlRvcCI6MC4wLCJMZWZ0IjowLjAsIlJpZ2h0IjowLjAsIkJvdHRvbSI6MC4wfSwiQmFja2dyb3VuZCI6bnVsbCwiSXNWaXNpYmxlIjp0cnVlLCJXaWR0aCI6MC4wLCJIZWlnaHQiOjAuMCwiQm9yZGVyU3R5bGUiOm51bGwsIlBhcmVudFN0eWxlIjpudWxsfSwiUmVjdGFuZ2xlU3R5bGUiOnsiJGlkIjoiNzkwIiwiTWFyZ2luIjp7IiRpZCI6Ijc5MSIsIlRvcCI6MC4wLCJMZWZ0IjowLjAsIlJpZ2h0IjowLjAsIkJvdHRvbSI6MC4wfSwiUGFkZGluZyI6eyIkaWQiOiI3OTIiLCJUb3AiOjAuMCwiTGVmdCI6MC4wLCJSaWdodCI6MC4wLCJCb3R0b20iOjAuMH0sIkJhY2tncm91bmQiOnsiJGlkIjoiNzkzIiwiQ29sb3IiOnsiJGlkIjoiNzk0IiwiQSI6MjU1LCJSIjoxMTIsIkciOjE3MywiQiI6NzF9fSwiSXNWaXNpYmxlIjp0cnVlLCJXaWR0aCI6MC4wLCJIZWlnaHQiOjAuMCwiQm9yZGVyU3R5bGUiOnsiJGlkIjoiNzk1IiwiTGluZUNvbG9yIjp7IiRpZCI6Ijc5NiIsIiR0eXBlIjoiTkxSRS5Db21tb24uRG9tLlNvbGlkQ29sb3JCcnVzaCwgTkxSRS5Db21tb24iLCJDb2xvciI6eyIkaWQiOiI3OTciLCJBIjoyNTUsIlIiOjI1NSwiRyI6MCwiQiI6MH19LCJMaW5lV2VpZ2h0IjowLjAsIkxpbmVUeXBlIjowLCJQYXJlbnRTdHlsZSI6bnVsbH0sIlBhcmVudFN0eWxlIjpudWxsfSwiTWFyZ2luIjp7IiRpZCI6Ijc5OCIsIlRvcCI6MC4wLCJMZWZ0IjowLjAsIlJpZ2h0IjowLjAsIkJvdHRvbSI6MC4wfSwiUGFkZGluZyI6eyIkaWQiOiI3OTkiLCJUb3AiOjAuMCwiTGVmdCI6MC4wLCJSaWdodCI6MC4wLCJCb3R0b20iOjAuMH0sIkJhY2tncm91bmQiOm51bGwsIklzVmlzaWJsZSI6dHJ1ZSwiV2lkdGgiOjAuMCwiSGVpZ2h0IjowLjAsIkJvcmRlclN0eWxlIjpudWxsLCJQYXJlbnRTdHlsZSI6bnVsbH0sIkJhY2tncm91bmRTdHlsZSI6eyIkaWQiOiI4MDAiLCJNYXJnaW4iOnsiJGlkIjoiODAxIiwiVG9wIjowLjAsIkxlZnQiOjAuMCwiUmlnaHQiOjAuMCwiQm90dG9tIjowLjB9LCJQYWRkaW5nIjp7IiRpZCI6IjgwMiIsIlRvcCI6MC4wLCJMZWZ0IjowLjAsIlJpZ2h0IjowLjAsIkJvdHRvbSI6MC4wfSwiQmFja2dyb3VuZCI6eyIkaWQiOiI4MDMiLCJDb2xvciI6eyIkaWQiOiI4MDQiLCJBIjo1MSwiUiI6MTE1LCJHIjoxMTUsIkIiOjExNX19LCJJc1Zpc2libGUiOnRydWUsIldpZHRoIjowLjAsIkhlaWdodCI6MC4wLCJCb3JkZXJTdHlsZSI6eyIkaWQiOiI4MDUiLCJMaW5lQ29sb3IiOnsiJGlkIjoiODA2IiwiJHR5cGUiOiJOTFJFLkNvbW1vbi5Eb20uU29saWRDb2xvckJydXNoLCBOTFJFLkNvbW1vbiIsIkNvbG9yIjp7IiRpZCI6IjgwNyIsIkEiOjI1NSwiUiI6MjU1LCJHIjowLCJCIjowfX0sIkxpbmVXZWlnaHQiOjAuMCwiTGluZVR5cGUiOjAsIlBhcmVudFN0eWxlIjpudWxsfSwiUGFyZW50U3R5bGUiOm51bGx9LCJJc0Fib3ZlVGltZWJhbmQiOmZhbHNlLCJTcGFjaW5nIjoyLCJEZWZhdWx0U3dpbWxhbmVUYXNrU3R5bGUiOnsiJGlkIjoiODA4IiwiJHR5cGUiOiJOTFJFLkNvbW1vbi5Eb20uU3R5bGVzLkV4cGxpY2l0U2V0YWJsZVRhc2tTdHlsZSwgTkxSRS5Db21tb24iLCJTaGFwZSI6MSwiU2hhcGVUaGlja25lc3MiOjAsIkR1cmF0aW9uRm9ybWF0IjowLCJJbmNsdWRlTm9uV29ya2luZ0RheXNJbkR1cmF0aW9uIjpmYWxzZSwiUGVyY2VudGFnZUNvbXBsZXRlU3R5bGUiOnsiJGlkIjoiODA5IiwiRm9udFNldHRpbmdzIjp7IiRpZCI6IjgxMCIsIkZvbnRTaXplIjoxMCwiRm9udE5hbWUiOiJDYWxpYnJpIiwiSXNCb2xkIjpmYWxzZSwiSXNJdGFsaWMiOmZhbHNlLCJJc1VuZGVybGluZWQiOmZhbHNlLCJQYXJlbnRTdHlsZSI6bnVsbH0sIkF1dG9TaXplIjowLCJGb3JlZ3JvdW5kIjp7IiRpZCI6IjgxMSIsIkNvbG9yIjp7IiRpZCI6Ijgx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gxMyIsIlRvcCI6MC4wLCJMZWZ0IjowLjAsIlJpZ2h0IjowLjAsIkJvdHRvbSI6MC4wfSwiUGFkZGluZyI6eyIkaWQiOiI4MTQiLCJUb3AiOjAuMCwiTGVmdCI6MC4wLCJSaWdodCI6MC4wLCJCb3R0b20iOjAuMH0sIkJhY2tncm91bmQiOnsiJGlkIjoiODE1IiwiQ29sb3IiOnsiJGlkIjoiODE2IiwiQSI6ODksIlIiOjAsIkciOjAsIkIiOjB9fSwiSXNWaXNpYmxlIjp0cnVlLCJXaWR0aCI6MC4wLCJIZWlnaHQiOjAuMCwiQm9yZGVyU3R5bGUiOnsiJGlkIjoiODE3IiwiTGluZUNvbG9yIjpudWxsLCJMaW5lV2VpZ2h0IjowLjAsIkxpbmVUeXBlIjowLCJQYXJlbnRTdHlsZSI6bnVsbH0sIlBhcmVudFN0eWxlIjpudWxsfSwiRHVyYXRpb25TdHlsZSI6eyIkaWQiOiI4MTgiLCJGb250U2V0dGluZ3MiOnsiJGlkIjoiODE5IiwiRm9udFNpemUiOjEwLCJGb250TmFtZSI6IkNhbGlicmkiLCJJc0JvbGQiOmZhbHNlLCJJc0l0YWxpYyI6ZmFsc2UsIklzVW5kZXJsaW5lZCI6ZmFsc2UsIlBhcmVudFN0eWxlIjpudWxsfSwiQXV0b1NpemUiOjAsIkZvcmVncm91bmQiOnsiJGlkIjoiODIwIiwiQ29sb3IiOnsiJGlkIjoiODI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ODIyIiwiVG9wIjowLjAsIkxlZnQiOjAuMCwiUmlnaHQiOjAuMCwiQm90dG9tIjowLjB9LCJQYWRkaW5nIjp7IiRpZCI6IjgyMyIsIlRvcCI6MC4wLCJMZWZ0IjowLjAsIlJpZ2h0IjowLjAsIkJvdHRvbSI6MC4wfSwiQmFja2dyb3VuZCI6eyIkaWQiOiI4MjQiLCJDb2xvciI6eyIkaWQiOiI4MjUiLCJBIjowLCJSIjowLCJHIjowLCJCIjowfX0sIklzVmlzaWJsZSI6dHJ1ZSwiV2lkdGgiOjAuMCwiSGVpZ2h0IjowLjAsIkJvcmRlclN0eWxlIjp7IiRpZCI6IjgyNiIsIkxpbmVDb2xvciI6bnVsbCwiTGluZVdlaWdodCI6MC4wLCJMaW5lVHlwZSI6MCwiUGFyZW50U3R5bGUiOm51bGx9LCJQYXJlbnRTdHlsZSI6bnVsbH0sIkhvcml6b250YWxDb25uZWN0b3JTdHlsZSI6eyIkaWQiOiI4MjciLCJMaW5lQ29sb3IiOnsiJGlkIjoiODI4IiwiJHR5cGUiOiJOTFJFLkNvbW1vbi5Eb20uU29saWRDb2xvckJydXNoLCBOTFJFLkNvbW1vbiIsIkNvbG9yIjp7IiRpZCI6IjgyOSIsIkEiOjI1NSwiUiI6MjA0LCJHIjoyMDQsIkIiOjIwNH19LCJMaW5lV2VpZ2h0IjoxLjAsIkxpbmVUeXBlIjowLCJQYXJlbnRTdHlsZSI6bnVsbH0sIlZlcnRpY2FsQ29ubmVjdG9yU3R5bGUiOnsiJGlkIjoiODMwIiwiTGluZUNvbG9yIjp7IiRpZCI6IjgzMSIsIiR0eXBlIjoiTkxSRS5Db21tb24uRG9tLlNvbGlkQ29sb3JCcnVzaCwgTkxSRS5Db21tb24iLCJDb2xvciI6eyIkaWQiOiI4MzI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VmFyaWFuY2VQb3NpdGlvbiI6NiwiU3BhY2luZyI6MywiSXNCZWxvd1RpbWViYW5kIjp0cnVlLCJQZXJjZW50YWdlQ29tcGxldGVTaGFwZU9wYWNpdHkiOjM1LCJCYXNlbGluZVN0eWxlIjp7IiRpZCI6IjgzMyIsIlNoYXBlU3R5bGUiOnsiJGlkIjoiODM0IiwiTWFyZ2luIjp7IiRpZCI6IjgzNSIsIlRvcCI6MC4wLCJMZWZ0IjowLjAsIlJpZ2h0IjowLjAsIkJvdHRvbSI6MC4wfSwiUGFkZGluZyI6eyIkaWQiOiI4MzYiLCJUb3AiOjAuMCwiTGVmdCI6MC4wLCJSaWdodCI6MC4wLCJCb3R0b20iOjAuMH0sIkJhY2tncm91bmQiOnsiJGlkIjoiODM3IiwiQ29sb3IiOnsiJGlkIjoiODM4IiwiQSI6MTUzLCJSIjowLCJHIjowLCJCIjowfX0sIklzVmlzaWJsZSI6dHJ1ZSwiV2lkdGgiOjAuMCwiSGVpZ2h0IjowLjAsIkJvcmRlclN0eWxlIjp7IiRpZCI6IjgzOSIsIkxpbmVDb2xvciI6bnVsbCwiTGluZVdlaWdodCI6MC4wLCJMaW5lVHlwZSI6MCwiUGFyZW50U3R5bGUiOm51bGx9LCJQYXJlbnRTdHlsZSI6bnVsbH0sIk1hcmdpbiI6eyIkaWQiOiI4NDAiLCJUb3AiOjAuMCwiTGVmdCI6MC4wLCJSaWdodCI6MC4wLCJCb3R0b20iOjAuMH0sIlBhZGRpbmciOnsiJGlkIjoiODQxIiwiVG9wIjowLjAsIkxlZnQiOjAuMCwiUmlnaHQiOjAuMCwiQm90dG9tIjowLjB9LCJCYWNrZ3JvdW5kIjpudWxsLCJJc1Zpc2libGUiOnRydWUsIldpZHRoIjowLjAsIkhlaWdodCI6MC4wLCJCb3JkZXJTdHlsZSI6bnVsbCwiUGFyZW50U3R5bGUiOm51bGx9LCJTaGFwZVN0eWxlIjp7IiRpZCI6Ijg0MiIsIk1hcmdpbiI6eyIkaWQiOiI4NDMiLCJUb3AiOjAuMCwiTGVmdCI6NC4wLCJSaWdodCI6NC4wLCJCb3R0b20iOjAuMH0sIlBhZGRpbmciOnsiJGlkIjoiODQ0IiwiVG9wIjowLjAsIkxlZnQiOjAuMCwiUmlnaHQiOjAuMCwiQm90dG9tIjowLjB9LCJCYWNrZ3JvdW5kIjp7IiRpZCI6Ijg0NSIsIkNvbG9yIjp7IiRpZCI6Ijg0NiIsIkEiOjI1NSwiUiI6MjYsIkciOjE3MCwiQiI6NjZ9fSwiSXNWaXNpYmxlIjp0cnVlLCJXaWR0aCI6MC4wLCJIZWlnaHQiOjEwLjAsIkJvcmRlclN0eWxlIjp7IiRpZCI6Ijg0NyIsIkxpbmVDb2xvciI6eyIkaWQiOiI4NDgiLCIkdHlwZSI6Ik5MUkUuQ29tbW9uLkRvbS5Tb2xpZENvbG9yQnJ1c2gsIE5MUkUuQ29tbW9uIiwiQ29sb3IiOnsiJGlkIjoiODQ5IiwiQSI6MjU1LCJSIjoyMzQsIkciOjIyLCJCIjozMH19LCJMaW5lV2VpZ2h0IjowLjAsIkxpbmVUeXBlIjowLCJQYXJlbnRTdHlsZSI6bnVsbH0sIlBhcmVudFN0eWxlIjpudWxsfSwiVGl0bGVTdHlsZSI6eyIkaWQiOiI4NTAiLCJGb250U2V0dGluZ3MiOnsiJGlkIjoiODUxIiwiRm9udFNpemUiOjExLCJGb250TmFtZSI6IkNhbGlicmkiLCJJc0JvbGQiOnRydWUsIklzSXRhbGljIjpmYWxzZSwiSXNVbmRlcmxpbmVkIjpmYWxzZSwiUGFyZW50U3R5bGUiOm51bGx9LCJBdXRvU2l6ZSI6MCwiRm9yZWdyb3VuZCI6eyIkaWQiOiI4NTIiLCJDb2xvciI6eyIkaWQiOiI4NTM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ODU0IiwiVG9wIjowLjAsIkxlZnQiOjAuMCwiUmlnaHQiOjAuMCwiQm90dG9tIjowLjB9LCJQYWRkaW5nIjp7IiRpZCI6Ijg1NSIsIlRvcCI6MC4wLCJMZWZ0IjowLjAsIlJpZ2h0IjowLjAsIkJvdHRvbSI6MC4wfSwiQmFja2dyb3VuZCI6eyIkaWQiOiI4NTYiLCJDb2xvciI6eyIkaWQiOiI4NTciLCJBIjowLCJSIjoyNTUsIkciOjI1NSwiQiI6MjU1fX0sIklzVmlzaWJsZSI6dHJ1ZSwiV2lkdGgiOjAuMCwiSGVpZ2h0IjowLjAsIkJvcmRlclN0eWxlIjp7IiRpZCI6Ijg1OCIsIkxpbmVDb2xvciI6bnVsbCwiTGluZVdlaWdodCI6MC4wLCJMaW5lVHlwZSI6MCwiUGFyZW50U3R5bGUiOm51bGx9LCJQYXJlbnRTdHlsZSI6bnVsbH0sIkRhdGVTdHlsZSI6eyIkaWQiOiI4NTkiLCJGb250U2V0dGluZ3MiOnsiJGlkIjoiODYwIiwiRm9udFNpemUiOjEwLCJGb250TmFtZSI6IkNhbGlicmkiLCJJc0JvbGQiOmZhbHNlLCJJc0l0YWxpYyI6ZmFsc2UsIklzVW5kZXJsaW5lZCI6ZmFsc2UsIlBhcmVudFN0eWxlIjpudWxsfSwiQXV0b1NpemUiOjAsIkZvcmVncm91bmQiOnsiJGlkIjoiODYxIiwiQ29sb3IiOnsiJGlkIjoiODY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4NjMiLCJUb3AiOjAuMCwiTGVmdCI6MC4wLCJSaWdodCI6MC4wLCJCb3R0b20iOjAuMH0sIlBhZGRpbmciOnsiJGlkIjoiODY0IiwiVG9wIjowLjAsIkxlZnQiOjAuMCwiUmlnaHQiOjAuMCwiQm90dG9tIjowLjB9LCJCYWNrZ3JvdW5kIjp7IiRpZCI6Ijg2NSIsIkNvbG9yIjp7IiRpZCI6Ijg2NiIsIkEiOjAsIlIiOjI1NSwiRyI6MjU1LCJCIjoyNTV9fSwiSXNWaXNpYmxlIjp0cnVlLCJXaWR0aCI6MC4wLCJIZWlnaHQiOjAuMCwiQm9yZGVyU3R5bGUiOnsiJGlkIjoiODY3IiwiTGluZUNvbG9yIjpudWxsLCJMaW5lV2VpZ2h0IjowLjAsIkxpbmVUeXBlIjowLCJQYXJlbnRTdHlsZSI6bnVsbH0sIlBhcmVudFN0eWxlIjpudWxsfSwiRGF0ZUZvcm1hdCI6eyIkaWQiOiI4N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Y5IiwiRm9ybWF0IjowLCJJc1Zpc2libGUiOmZhbHNlLCJMYXN0S25vd25WaXNpYmlsaXR5U3RhdGUiOmZhbHNlfSwiSXNWaXNpYmxlIjp0cnVlLCJWYXJpYW5jZVN0eWxlIjp7IiRpZCI6Ijg3MCIsIlRleHRTdHlsZSI6eyIkaWQiOiI4NzEiLCJGb250U2V0dGluZ3MiOnsiJGlkIjoiODcyIiwiRm9udFNpemUiOjExLCJGb250TmFtZSI6IkNhbGlicmkiLCJJc0JvbGQiOmZhbHNlLCJJc0l0YWxpYyI6ZmFsc2UsIklzVW5kZXJsaW5lZCI6ZmFsc2UsIlBhcmVudFN0eWxlIjpudWxsfSwiQXV0b1NpemUiOjAsIkZvcmVncm91bmQiOnsiJGlkIjoiODczIiwiQ29sb3IiOnsiJGlkIjoiODc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3NSIsIlRvcCI6MC4wLCJMZWZ0IjowLjAsIlJpZ2h0IjowLjAsIkJvdHRvbSI6MC4wfSwiUGFkZGluZyI6eyIkaWQiOiI4NzYiLCJUb3AiOjAuMCwiTGVmdCI6MC4wLCJSaWdodCI6MC4wLCJCb3R0b20iOjAuMH0sIkJhY2tncm91bmQiOnsiJGlkIjoiODc3IiwiQ29sb3IiOnsiJGlkIjoiODc4IiwiQSI6MCwiUiI6MCwiRyI6MCwiQiI6MH19LCJJc1Zpc2libGUiOnRydWUsIldpZHRoIjowLjAsIkhlaWdodCI6MC4wLCJCb3JkZXJTdHlsZSI6eyIkaWQiOiI4NzkiLCJMaW5lQ29sb3IiOm51bGwsIkxpbmVXZWlnaHQiOjAuMCwiTGluZVR5cGUiOjAsIlBhcmVudFN0eWxlIjpudWxsfSwiUGFyZW50U3R5bGUiOm51bGx9LCJQYXJlbnRTdHlsZSI6bnVsbH0sIlBhcmVudFN0eWxlIjpudWxsLCJfZXhwbGljaXRseVNldCI6eyIkaWQiOiI4ODA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4ODEiLCJTaGFwZSI6MiwiQ29ubmVjdG9yTWFyZ2luIjp7IiRpZCI6Ijg4MiIsIlRvcCI6MC4wLCJMZWZ0IjoyLjAsIlJpZ2h0IjoyLjAsIkJvdHRvbSI6MC4wfSwiQ29ubmVjdG9yU3R5bGUiOnsiJGlkIjoiODgzIiwiTGluZUNvbG9yIjp7IiRpZCI6Ijg4NCIsIiR0eXBlIjoiTkxSRS5Db21tb24uRG9tLlNvbGlkQ29sb3JCcnVzaCwgTkxSRS5Db21tb24iLCJDb2xvciI6eyIkaWQiOiI4ODUiLCJBIjoxMjcsIlIiOjc5LCJHIjoxMjksIkIiOjE4OX19LCJMaW5lV2VpZ2h0IjoxLjAsIkxpbmVUeXBlIjowLCJQYXJlbnRTdHlsZSI6bnVsbH0sIklzQmVsb3dUaW1lYmFuZCI6ZmFsc2UsIlBvc2l0aW9uT25UYXNrIjoxLCJIaWRlRGF0ZSI6ZmFsc2UsIlNoYXBlU2l6ZSI6MSwiU3BhY2luZyI6MC4wLCJQYWRkaW5nIjp7IiRpZCI6Ijg4NiIsIlRvcCI6NS4wLCJMZWZ0IjozLjAsIlJpZ2h0IjowLjAsIkJvdHRvbSI6Mi4wfSwiU2hhcGVTdHlsZSI6eyIkaWQiOiI4ODciLCJNYXJnaW4iOnsiJGlkIjoiODg4IiwiVG9wIjowLjAsIkxlZnQiOjAuMCwiUmlnaHQiOjAuMCwiQm90dG9tIjowLjB9LCJQYWRkaW5nIjp7IiRpZCI6Ijg4OSIsIlRvcCI6MC4wLCJMZWZ0IjowLjAsIlJpZ2h0IjowLjAsIkJvdHRvbSI6MC4wfSwiQmFja2dyb3VuZCI6eyIkaWQiOiI4OTAiLCJDb2xvciI6eyIkaWQiOiI4OTEiLCJBIjoyNTUsIlIiOjExMiwiRyI6MTczLCJCIjo3MX19LCJJc1Zpc2libGUiOnRydWUsIldpZHRoIjoxMy4wLCJIZWlnaHQiOjEzLjAsIkJvcmRlclN0eWxlIjp7IiRpZCI6Ijg5MiIsIkxpbmVDb2xvciI6eyIkaWQiOiI4OTMiLCIkdHlwZSI6Ik5MUkUuQ29tbW9uLkRvbS5Tb2xpZENvbG9yQnJ1c2gsIE5MUkUuQ29tbW9uIiwiQ29sb3IiOnsiJGlkIjoiODk0IiwiQSI6MjU1LCJSIjoyMzQsIkciOjIyLCJCIjozMH19LCJMaW5lV2VpZ2h0IjowLjAsIkxpbmVUeXBlIjowLCJQYXJlbnRTdHlsZSI6bnVsbH0sIlBhcmVudFN0eWxlIjpudWxsfSwiVGl0bGVTdHlsZSI6eyIkaWQiOiI4OTUiLCJGb250U2V0dGluZ3MiOnsiJGlkIjoiODk2IiwiRm9udFNpemUiOjExLCJGb250TmFtZSI6IkNhbGlicmkiLCJJc0JvbGQiOnRydWUsIklzSXRhbGljIjpmYWxzZSwiSXNVbmRlcmxpbmVkIjpmYWxzZSwiUGFyZW50U3R5bGUiOm51bGx9LCJBdXRvU2l6ZSI6MCwiRm9yZWdyb3VuZCI6eyIkaWQiOiI4OTciLCJDb2xvciI6eyIkaWQiOiI4OTg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ODk5IiwiVG9wIjowLjAsIkxlZnQiOjAuMCwiUmlnaHQiOjAuMCwiQm90dG9tIjowLjB9LCJQYWRkaW5nIjp7IiRpZCI6IjkwMCIsIlRvcCI6MC4wLCJMZWZ0IjowLjAsIlJpZ2h0IjowLjAsIkJvdHRvbSI6MC4wfSwiQmFja2dyb3VuZCI6eyIkaWQiOiI5MDEiLCJDb2xvciI6eyIkaWQiOiI5MDIiLCJBIjowLCJSIjowLCJHIjowLCJCIjowfX0sIklzVmlzaWJsZSI6dHJ1ZSwiV2lkdGgiOjAuMCwiSGVpZ2h0IjowLjAsIkJvcmRlclN0eWxlIjp7IiRpZCI6IjkwMyIsIkxpbmVDb2xvciI6bnVsbCwiTGluZVdlaWdodCI6MC4wLCJMaW5lVHlwZSI6MCwiUGFyZW50U3R5bGUiOm51bGx9LCJQYXJlbnRTdHlsZSI6bnVsbH0sIkRhdGVTdHlsZSI6eyIkaWQiOiI5MDQiLCJGb250U2V0dGluZ3MiOnsiJGlkIjoiOTA1IiwiRm9udFNpemUiOjEwLCJGb250TmFtZSI6IkNhbGlicmkiLCJJc0JvbGQiOmZhbHNlLCJJc0l0YWxpYyI6ZmFsc2UsIklzVW5kZXJsaW5lZCI6ZmFsc2UsIlBhcmVudFN0eWxlIjpudWxsfSwiQXV0b1NpemUiOjAsIkZvcmVncm91bmQiOnsiJGlkIjoiOTA2IiwiQ29sb3IiOnsiJGlkIjoiOTA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5MDgiLCJUb3AiOjAuMCwiTGVmdCI6MC4wLCJSaWdodCI6MC4wLCJCb3R0b20iOjAuMH0sIlBhZGRpbmciOnsiJGlkIjoiOTA5IiwiVG9wIjowLjAsIkxlZnQiOjAuMCwiUmlnaHQiOjAuMCwiQm90dG9tIjowLjB9LCJCYWNrZ3JvdW5kIjp7IiRpZCI6IjkxMCIsIkNvbG9yIjp7IiRpZCI6IjkxMSIsIkEiOjAsIlIiOjAsIkciOjAsIkIiOjB9fSwiSXNWaXNpYmxlIjp0cnVlLCJXaWR0aCI6MC4wLCJIZWlnaHQiOjAuMCwiQm9yZGVyU3R5bGUiOnsiJGlkIjoiOTEyIiwiTGluZUNvbG9yIjpudWxsLCJMaW5lV2VpZ2h0IjowLjAsIkxpbmVUeXBlIjowLCJQYXJlbnRTdHlsZSI6bnVsbH0sIlBhcmVudFN0eWxlIjpudWxsfSwiRGF0ZUZvcm1hdCI6eyIkaWQiOiI5M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E0IiwiRm9ybWF0IjowLCJJc1Zpc2libGUiOmZhbHNlLCJMYXN0S25vd25WaXNpYmlsaXR5U3RhdGUiOmZhbHNlfSwiSXNWaXNpYmxlIjp0cnVlLCJWYXJpYW5jZVN0eWxlIjp7IiRpZCI6IjkxNSIsIlRleHRTdHlsZSI6eyIkaWQiOiI5MTYiLCJGb250U2V0dGluZ3MiOnsiJGlkIjoiOTE3IiwiRm9udFNpemUiOjExLCJGb250TmFtZSI6IkNhbGlicmkiLCJJc0JvbGQiOmZhbHNlLCJJc0l0YWxpYyI6ZmFsc2UsIklzVW5kZXJsaW5lZCI6ZmFsc2UsIlBhcmVudFN0eWxlIjpudWxsfSwiQXV0b1NpemUiOjAsIkZvcmVncm91bmQiOnsiJGlkIjoiOTE4IiwiQ29sb3IiOnsiJGlkIjoiOTE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kyMCIsIlRvcCI6MC4wLCJMZWZ0IjowLjAsIlJpZ2h0IjowLjAsIkJvdHRvbSI6MC4wfSwiUGFkZGluZyI6eyIkaWQiOiI5MjEiLCJUb3AiOjAuMCwiTGVmdCI6MC4wLCJSaWdodCI6MC4wLCJCb3R0b20iOjAuMH0sIkJhY2tncm91bmQiOnsiJGlkIjoiOTIyIiwiQ29sb3IiOnsiJGlkIjoiOTIzIiwiQSI6MCwiUiI6MCwiRyI6MCwiQiI6MH19LCJJc1Zpc2libGUiOmZhbHNlLCJXaWR0aCI6MC4wLCJIZWlnaHQiOjAuMCwiQm9yZGVyU3R5bGUiOnsiJGlkIjoiOTI0IiwiTGluZUNvbG9yIjpudWxsLCJMaW5lV2VpZ2h0IjowLjAsIkxpbmVUeXBlIjowLCJQYXJlbnRTdHlsZSI6bnVsbH0sIlBhcmVudFN0eWxlIjpudWxsfSwiUGFyZW50U3R5bGUiOm51bGx9LCJQYXJlbnRTdHlsZSI6bnVsbH0sIkRlZmF1bHRTd2ltbGFuZU1pbGVzdG9uZVN0eWxlIjp7IiRpZCI6IjkyNSIsIlRpdGxlUG9zaXRpb24iOiJSaWdodCIsIkRhdGVQb3NpdGlvbiI6IkxlZnQiLCJWYXJpYW5jZVBvc2l0aW9uIjoiTGVmdCIsIlNoYXBlVHlwZSI6MiwiU2hhcGVTaXplIjoxLCJTcGFjaW5nIjo1LCJTaGFwZVN0eWxlIjp7IiRpZCI6IjkyNiIsIk1hcmdpbiI6eyIkaWQiOiI5MjciLCJUb3AiOjAuMCwiTGVmdCI6MC4wLCJSaWdodCI6MC4wLCJCb3R0b20iOjAuMH0sIlBhZGRpbmciOnsiJGlkIjoiOTI4IiwiVG9wIjowLjAsIkxlZnQiOjAuMCwiUmlnaHQiOjAuMCwiQm90dG9tIjowLjB9LCJCYWNrZ3JvdW5kIjp7IiRpZCI6IjkyOSIsIkNvbG9yIjp7IiRpZCI6IjkzMCIsIkEiOjI1NSwiUiI6MjYsIkciOjE3MCwiQiI6NjZ9fSwiSXNWaXNpYmxlIjp0cnVlLCJXaWR0aCI6MTMuMCwiSGVpZ2h0IjoxMy4wLCJCb3JkZXJTdHlsZSI6eyIkaWQiOiI5MzEiLCJMaW5lQ29sb3IiOnsiJGlkIjoiOTMyIiwiJHR5cGUiOiJOTFJFLkNvbW1vbi5Eb20uU29saWRDb2xvckJydXNoLCBOTFJFLkNvbW1vbiIsIkNvbG9yIjp7IiRpZCI6IjkzMyIsIkEiOjI1NSwiUiI6MjM0LCJHIjoyMiwiQiI6MzB9fSwiTGluZVdlaWdodCI6MC4wLCJMaW5lVHlwZSI6MCwiUGFyZW50U3R5bGUiOm51bGx9LCJQYXJlbnRTdHlsZSI6bnVsbH0sIlRpdGxlU3R5bGUiOnsiJGlkIjoiOTM0IiwiRm9udFNldHRpbmdzIjp7IiRpZCI6IjkzNSIsIkZvbnRTaXplIjoxMSwiRm9udE5hbWUiOiJDYWxpYnJpIiwiSXNCb2xkIjp0cnVlLCJJc0l0YWxpYyI6ZmFsc2UsIklzVW5kZXJsaW5lZCI6ZmFsc2UsIlBhcmVudFN0eWxlIjpudWxsfSwiQXV0b1NpemUiOjAsIkZvcmVncm91bmQiOnsiJGlkIjoiOTM2IiwiQ29sb3IiOnsiJGlkIjoiOTM3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kzOCIsIlRvcCI6MC4wLCJMZWZ0IjowLjAsIlJpZ2h0IjowLjAsIkJvdHRvbSI6MC4wfSwiUGFkZGluZyI6eyIkaWQiOiI5MzkiLCJUb3AiOjAuMCwiTGVmdCI6MC4wLCJSaWdodCI6MC4wLCJCb3R0b20iOjAuMH0sIkJhY2tncm91bmQiOnsiJGlkIjoiOTQwIiwiQ29sb3IiOnsiJGlkIjoiOTQxIiwiQSI6MCwiUiI6MjU1LCJHIjoyNTUsIkIiOjI1NX19LCJJc1Zpc2libGUiOnRydWUsIldpZHRoIjowLjAsIkhlaWdodCI6MC4wLCJCb3JkZXJTdHlsZSI6eyIkaWQiOiI5NDIiLCJMaW5lQ29sb3IiOm51bGwsIkxpbmVXZWlnaHQiOjAuMCwiTGluZVR5cGUiOjAsIlBhcmVudFN0eWxlIjpudWxsfSwiUGFyZW50U3R5bGUiOm51bGx9LCJEYXRlU3R5bGUiOnsiJGlkIjoiOTQzIiwiRm9udFNldHRpbmdzIjp7IiRpZCI6Ijk0NCIsIkZvbnRTaXplIjoxMCwiRm9udE5hbWUiOiJDYWxpYnJpIiwiSXNCb2xkIjpmYWxzZSwiSXNJdGFsaWMiOmZhbHNlLCJJc1VuZGVybGluZWQiOmZhbHNlLCJQYXJlbnRTdHlsZSI6bnVsbH0sIkF1dG9TaXplIjowLCJGb3JlZ3JvdW5kIjp7IiRpZCI6Ijk0NSIsIkNvbG9yIjp7IiRpZCI6Ijk0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TQ3IiwiVG9wIjowLjAsIkxlZnQiOjAuMCwiUmlnaHQiOjAuMCwiQm90dG9tIjowLjB9LCJQYWRkaW5nIjp7IiRpZCI6Ijk0OCIsIlRvcCI6MC4wLCJMZWZ0IjowLjAsIlJpZ2h0IjowLjAsIkJvdHRvbSI6MC4wfSwiQmFja2dyb3VuZCI6eyIkaWQiOiI5NDkiLCJDb2xvciI6eyIkaWQiOiI5NTAiLCJBIjowLCJSIjoyNTUsIkciOjI1NSwiQiI6MjU1fX0sIklzVmlzaWJsZSI6dHJ1ZSwiV2lkdGgiOjAuMCwiSGVpZ2h0IjowLjAsIkJvcmRlclN0eWxlIjp7IiRpZCI6Ijk1MSIsIkxpbmVDb2xvciI6bnVsbCwiTGluZVdlaWdodCI6MC4wLCJMaW5lVHlwZSI6MCwiUGFyZW50U3R5bGUiOm51bGx9LCJQYXJlbnRTdHlsZSI6bnVsbH0sIkRhdGVGb3JtYXQiOnsiJGlkIjoiOTU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1MyIsIkZvcm1hdCI6MCwiSXNWaXNpYmxlIjpmYWxzZSwiTGFzdEtub3duVmlzaWJpbGl0eVN0YXRlIjpmYWxzZX0sIklzVmlzaWJsZSI6dHJ1ZSwiVmFyaWFuY2VTdHlsZSI6eyIkaWQiOiI5NTQiLCJUZXh0U3R5bGUiOnsiJGlkIjoiOTU1IiwiRm9udFNldHRpbmdzIjp7IiRpZCI6Ijk1NiIsIkZvbnRTaXplIjoxMSwiRm9udE5hbWUiOiJDYWxpYnJpIiwiSXNCb2xkIjpmYWxzZSwiSXNJdGFsaWMiOmZhbHNlLCJJc1VuZGVybGluZWQiOmZhbHNlLCJQYXJlbnRTdHlsZSI6bnVsbH0sIkF1dG9TaXplIjowLCJGb3JlZ3JvdW5kIjp7IiRpZCI6Ijk1NyIsIkNvbG9yIjp7IiRpZCI6Ijk1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5NTkiLCJUb3AiOjAuMCwiTGVmdCI6MC4wLCJSaWdodCI6MC4wLCJCb3R0b20iOjAuMH0sIlBhZGRpbmciOnsiJGlkIjoiOTYwIiwiVG9wIjowLjAsIkxlZnQiOjAuMCwiUmlnaHQiOjAuMCwiQm90dG9tIjowLjB9LCJCYWNrZ3JvdW5kIjp7IiRpZCI6Ijk2MSIsIkNvbG9yIjp7IiRpZCI6Ijk2MiIsIkEiOjAsIlIiOjAsIkciOjAsIkIiOjB9fSwiSXNWaXNpYmxlIjp0cnVlLCJXaWR0aCI6MC4wLCJIZWlnaHQiOjAuMCwiQm9yZGVyU3R5bGUiOnsiJGlkIjoiOTYzIiwiTGluZUNvbG9yIjpudWxsLCJMaW5lV2VpZ2h0IjowLjAsIkxpbmVUeXBlIjowLCJQYXJlbnRTdHlsZSI6bnVsbH0sIlBhcmVudFN0eWxlIjpudWxsfSwiUGFyZW50U3R5bGUiOm51bGx9LCJQYXJlbnRTdHlsZSI6bnVsbH0sIkRlZmF1bHRTd2ltbGFuZUFjdGl2aXR5U3R5bGUiOnsiJGlkIjoiOTY0IiwiSGVhZGVyU3R5bGUiOnsiJGlkIjoiOTY1IiwiVGV4dFN0eWxlIjp7IiRpZCI6Ijk2NiIsIkZvbnRTZXR0aW5ncyI6eyIkaWQiOiI5NjciLCJGb250U2l6ZSI6MTEsIkZvbnROYW1lIjoiQ2FsaWJyaSIsIklzQm9sZCI6ZmFsc2UsIklzSXRhbGljIjpmYWxzZSwiSXNVbmRlcmxpbmVkIjpmYWxzZSwiUGFyZW50U3R5bGUiOm51bGx9LCJBdXRvU2l6ZSI6MiwiRm9yZWdyb3VuZCI6eyIkaWQiOiI5NjgiLCJDb2xvciI6eyIkaWQiOiI5NjkiLCJBIjoyNTUsIlIiOjAsIkciOjAsIkIiOjB9fSwiTWF4V2lkdGgiOjAuMCwiTWF4SGVpZ2h0IjoiSW5maW5pdHkiLCJTbWFydEZvcmVncm91bmRJc0FjdGl2ZSI6ZmFsc2UsIkhvcml6b250YWxBbGlnbm1lbnQiOjAsIlZlcnRpY2FsQWxpZ25tZW50IjowLCJTbWFydEZvcmVncm91bmQiOm51bGwsIkJhY2tncm91bmRGaWxsVHlwZSI6MCwiTWFyZ2luIjp7IiRpZCI6Ijk3MCIsIlRvcCI6MC4wLCJMZWZ0IjowLjAsIlJpZ2h0IjowLjAsIkJvdHRvbSI6MC4wfSwiUGFkZGluZyI6eyIkaWQiOiI5NzEiLCJUb3AiOjAuMCwiTGVmdCI6MC4wLCJSaWdodCI6MC4wLCJCb3R0b20iOjAuMH0sIkJhY2tncm91bmQiOm51bGwsIklzVmlzaWJsZSI6dHJ1ZSwiV2lkdGgiOjAuMCwiSGVpZ2h0IjowLjAsIkJvcmRlclN0eWxlIjpudWxsLCJQYXJlbnRTdHlsZSI6bnVsbH0sIlJlY3RhbmdsZVN0eWxlIjp7IiRpZCI6Ijk3MiIsIk1hcmdpbiI6eyIkaWQiOiI5NzMiLCJUb3AiOjAuMCwiTGVmdCI6MC4wLCJSaWdodCI6MC4wLCJCb3R0b20iOjAuMH0sIlBhZGRpbmciOnsiJGlkIjoiOTc0IiwiVG9wIjowLjAsIkxlZnQiOjAuMCwiUmlnaHQiOjAuMCwiQm90dG9tIjowLjB9LCJCYWNrZ3JvdW5kIjp7IiRpZCI6Ijk3NSIsIkNvbG9yIjp7IiRpZCI6Ijk3NiIsIkEiOjYzLCJSIjoxMTIsIkciOjE3MywiQiI6NzF9fSwiSXNWaXNpYmxlIjp0cnVlLCJXaWR0aCI6MC4wLCJIZWlnaHQiOjAuMCwiQm9yZGVyU3R5bGUiOnsiJGlkIjoiOTc3IiwiTGluZUNvbG9yIjp7IiRpZCI6Ijk3OCIsIiR0eXBlIjoiTkxSRS5Db21tb24uRG9tLlNvbGlkQ29sb3JCcnVzaCwgTkxSRS5Db21tb24iLCJDb2xvciI6eyIkaWQiOiI5NzkiLCJBIjoyNTUsIlIiOjI1NSwiRyI6MCwiQiI6MH19LCJMaW5lV2VpZ2h0IjowLjAsIkxpbmVUeXBlIjowLCJQYXJlbnRTdHlsZSI6bnVsbH0sIlBhcmVudFN0eWxlIjpudWxsfSwiTWFyZ2luIjp7IiRpZCI6Ijk4MCIsIlRvcCI6MC4wLCJMZWZ0IjowLjAsIlJpZ2h0IjowLjAsIkJvdHRvbSI6MC4wfSwiUGFkZGluZyI6eyIkaWQiOiI5ODEiLCJUb3AiOjAuMCwiTGVmdCI6MC4wLCJSaWdodCI6MC4wLCJCb3R0b20iOjAuMH0sIkJhY2tncm91bmQiOm51bGwsIklzVmlzaWJsZSI6dHJ1ZSwiV2lkdGgiOjAuMCwiSGVpZ2h0IjowLjAsIkJvcmRlclN0eWxlIjpudWxsLCJQYXJlbnRTdHlsZSI6bnVsbH0sIkJhY2tncm91bmRTdHlsZSI6eyIkaWQiOiI5ODIiLCJNYXJnaW4iOnsiJGlkIjoiOTgzIiwiVG9wIjowLjAsIkxlZnQiOjAuMCwiUmlnaHQiOjAuMCwiQm90dG9tIjowLjB9LCJQYWRkaW5nIjp7IiRpZCI6Ijk4NCIsIlRvcCI6MC4wLCJMZWZ0IjowLjAsIlJpZ2h0IjowLjAsIkJvdHRvbSI6MC4wfSwiQmFja2dyb3VuZCI6eyIkaWQiOiI5ODUiLCJDb2xvciI6eyIkaWQiOiI5ODYiLCJBIjo1MSwiUiI6MTE1LCJHIjoxMTUsIkIiOjExNX19LCJJc1Zpc2libGUiOnRydWUsIldpZHRoIjowLjAsIkhlaWdodCI6MC4wLCJCb3JkZXJTdHlsZSI6eyIkaWQiOiI5ODciLCJMaW5lQ29sb3IiOnsiJGlkIjoiOTg4IiwiJHR5cGUiOiJOTFJFLkNvbW1vbi5Eb20uU29saWRDb2xvckJydXNoLCBOTFJFLkNvbW1vbiIsIkNvbG9yIjp7IiRpZCI6Ijk4OSIsIkEiOjI1NSwiUiI6MjM0LCJHIjoyMiwiQiI6MzB9fSwiTGluZVdlaWdodCI6MC4wLCJMaW5lVHlwZSI6MCwiUGFyZW50U3R5bGUiOm51bGx9LCJQYXJlbnRTdHlsZSI6bnVsbH0sIk1hcmdpbiI6eyIkaWQiOiI5OTAiLCJUb3AiOjAuMCwiTGVmdCI6MC4wLCJSaWdodCI6MC4wLCJCb3R0b20iOjAuMH0sIlBhZGRpbmciOnsiJGlkIjoiOTkxIiwiVG9wIjowLjAsIkxlZnQiOjAuMCwiUmlnaHQiOjAuMCwiQm90dG9tIjowLjB9LCJJc1Zpc2libGUiOnRydWUsIldpZHRoIjowLjAsIkhlaWdodCI6MC4wLCJCb3JkZXJTdHlsZSI6eyIkaWQiOiI5OTIiLCJMaW5lQ29sb3IiOm51bGwsIkxpbmVXZWlnaHQiOjAuMCwiTGluZVR5cGUiOjAsIlBhcmVudFN0eWxlIjpudWxsfSwiUGFyZW50U3R5bGUiOm51bGx9LCJNYXJnaW4iOnsiJGlkIjoiOTkzIiwiVG9wIjowLjAsIkxlZnQiOjAuMCwiUmlnaHQiOjAuMCwiQm90dG9tIjowLjB9LCJQYWRkaW5nIjp7IiRpZCI6Ijk5NCIsIlRvcCI6MC4wLCJMZWZ0IjowLjAsIlJpZ2h0IjowLjAsIkJvdHRvbSI6MC4wfSwiSXNWaXNpYmxlIjp0cnVlLCJXaWR0aCI6MC4wLCJIZWlnaHQiOjAuMCwiQm9yZGVyU3R5bGUiOnsiJGlkIjoiOTk1IiwiTGluZUNvbG9yIjpudWxsLCJMaW5lV2VpZ2h0IjowLjAsIkxpbmVUeXBlIjowLCJQYXJlbnRTdHlsZSI6bnVsbH0sIlBhcmVudFN0eWxlIjpudWxsfX0seyIkaWQiOiI5OTYiLCJfYWN0aXZpdGllcyI6W3siJGlkIjoiOTk3IiwiX3Jvd3MiOlt7IiRpZCI6Ijk5OCIsIl90YXNrcyI6W3siJGlkIjoiOTk5IiwiX2F0dGFjaGVkTWlsZXN0b25lcyI6W10sIlRhc2tEZWZpbml0aW9uIjp7IiRpZCI6IjEwMDAiLCJHcm91cE5hbWUiOm51bGwsIlN0YXJ0RGF0ZSI6IjIwMjYtMTItMDJUMDA6MDA6MDBaIiwiRW5kRGF0ZSI6IjIwMjctMDEtMTdUMjM6NTk6MDBaIiwiUGVyY2VudGFnZUNvbXBsZXRlIjpudWxsLCJTdHlsZSI6eyIkaWQiOiIxMDAxIiwiU2hhcGUiOjEsIlNoYXBlVGhpY2tuZXNzIjowLCJEdXJhdGlvbkZvcm1hdCI6MCwiSW5jbHVkZU5vbldvcmtpbmdEYXlzSW5EdXJhdGlvbiI6ZmFsc2UsIlBlcmNlbnRhZ2VDb21wbGV0ZVN0eWxlIjp7IiRpZCI6IjEwMDIiLCJGb250U2V0dGluZ3MiOnsiJGlkIjoiMTAwMyIsIkZvbnRTaXplIjoxMCwiRm9udE5hbWUiOiJDYWxpYnJpIiwiSXNCb2xkIjpmYWxzZSwiSXNJdGFsaWMiOmZhbHNlLCJJc1VuZGVybGluZWQiOmZhbHNlLCJQYXJlbnRTdHlsZSI6bnVsbH0sIkF1dG9TaXplIjowLCJGb3JlZ3JvdW5kIjp7IiRpZCI6IjEwMDQiLCJDb2xvciI6eyIkaWQiOiIxMDA1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TAwNiIsIlRvcCI6MC4wLCJMZWZ0IjowLjAsIlJpZ2h0IjowLjAsIkJvdHRvbSI6MC4wfSwiUGFkZGluZyI6eyIkaWQiOiIxMDA3IiwiVG9wIjowLjAsIkxlZnQiOjAuMCwiUmlnaHQiOjAuMCwiQm90dG9tIjowLjB9LCJCYWNrZ3JvdW5kIjp7IiRpZCI6IjEwMDgiLCJDb2xvciI6eyIkaWQiOiIxMDA5IiwiQSI6ODksIlIiOjAsIkciOjAsIkIiOjB9fSwiSXNWaXNpYmxlIjp0cnVlLCJXaWR0aCI6MC4wLCJIZWlnaHQiOjAuMCwiQm9yZGVyU3R5bGUiOnsiJGlkIjoiMTAxMCIsIkxpbmVDb2xvciI6bnVsbCwiTGluZVdlaWdodCI6MC4wLCJMaW5lVHlwZSI6MCwiUGFyZW50U3R5bGUiOm51bGx9LCJQYXJlbnRTdHlsZSI6bnVsbH0sIkR1cmF0aW9uU3R5bGUiOnsiJGlkIjoiMTAxMSIsIkZvbnRTZXR0aW5ncyI6eyIkaWQiOiIxMDEyIiwiRm9udFNpemUiOjEwLCJGb250TmFtZSI6IkNhbGlicmkiLCJJc0JvbGQiOmZhbHNlLCJJc0l0YWxpYyI6ZmFsc2UsIklzVW5kZXJsaW5lZCI6ZmFsc2UsIlBhcmVudFN0eWxlIjpudWxsfSwiQXV0b1NpemUiOjAsIkZvcmVncm91bmQiOnsiJGlkIjoiMTAxMyIsIkNvbG9yIjp7IiRpZCI6IjEwMT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DE1IiwiVG9wIjowLjAsIkxlZnQiOjAuMCwiUmlnaHQiOjAuMCwiQm90dG9tIjowLjB9LCJQYWRkaW5nIjp7IiRpZCI6IjEwMTYiLCJUb3AiOjAuMCwiTGVmdCI6MC4wLCJSaWdodCI6MC4wLCJCb3R0b20iOjAuMH0sIkJhY2tncm91bmQiOnsiJGlkIjoiMTAxNyIsIkNvbG9yIjp7IiRpZCI6IjEwMTgiLCJBIjowLCJSIjowLCJHIjowLCJCIjowfX0sIklzVmlzaWJsZSI6dHJ1ZSwiV2lkdGgiOjAuMCwiSGVpZ2h0IjowLjAsIkJvcmRlclN0eWxlIjp7IiRpZCI6IjEwMTkiLCJMaW5lQ29sb3IiOm51bGwsIkxpbmVXZWlnaHQiOjAuMCwiTGluZVR5cGUiOjAsIlBhcmVudFN0eWxlIjpudWxsfSwiUGFyZW50U3R5bGUiOm51bGx9LCJIb3Jpem9udGFsQ29ubmVjdG9yU3R5bGUiOnsiJGlkIjoiMTAyMCIsIkxpbmVDb2xvciI6eyIkaWQiOiIxMDIxIiwiJHR5cGUiOiJOTFJFLkNvbW1vbi5Eb20uU29saWRDb2xvckJydXNoLCBOTFJFLkNvbW1vbiIsIkNvbG9yIjp7IiRpZCI6IjEwMjIiLCJBIjoyNTUsIlIiOjIwNCwiRyI6MjA0LCJCIjoyMDR9fSwiTGluZVdlaWdodCI6MS4wLCJMaW5lVHlwZSI6MCwiUGFyZW50U3R5bGUiOm51bGx9LCJWZXJ0aWNhbENvbm5lY3RvclN0eWxlIjp7IiRpZCI6IjEwMjMiLCJMaW5lQ29sb3IiOnsiJGlkIjoiMTAyNCIsIiR0eXBlIjoiTkxSRS5Db21tb24uRG9tLlNvbGlkQ29sb3JCcnVzaCwgTkxSRS5Db21tb24iLCJDb2xvciI6eyIkaWQiOiIxMDI1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MDI2IiwiU2hhcGVTdHlsZSI6eyIkaWQiOiIxMDI3IiwiTWFyZ2luIjp7IiRpZCI6IjEwMjgiLCJUb3AiOjAuMCwiTGVmdCI6MC4wLCJSaWdodCI6MC4wLCJCb3R0b20iOjAuMH0sIlBhZGRpbmciOnsiJGlkIjoiMTAyOSIsIlRvcCI6MC4wLCJMZWZ0IjowLjAsIlJpZ2h0IjowLjAsIkJvdHRvbSI6MC4wfSwiQmFja2dyb3VuZCI6eyIkaWQiOiIxMDMwIiwiQ29sb3IiOnsiJGlkIjoiMTAzMSIsIkEiOjE1MywiUiI6MCwiRyI6MCwiQiI6MH19LCJJc1Zpc2libGUiOnRydWUsIldpZHRoIjowLjAsIkhlaWdodCI6MC4wLCJCb3JkZXJTdHlsZSI6bnVsbCwiUGFyZW50U3R5bGUiOm51bGx9LCJNYXJnaW4iOnsiJGlkIjoiMTAzMiIsIlRvcCI6MC4wLCJMZWZ0IjowLjAsIlJpZ2h0IjowLjAsIkJvdHRvbSI6MC4wfSwiUGFkZGluZyI6eyIkaWQiOiIxMDMzIiwiVG9wIjowLjAsIkxlZnQiOjAuMCwiUmlnaHQiOjAuMCwiQm90dG9tIjowLjB9LCJCYWNrZ3JvdW5kIjpudWxsLCJJc1Zpc2libGUiOnRydWUsIldpZHRoIjowLjAsIkhlaWdodCI6MC4wLCJCb3JkZXJTdHlsZSI6bnVsbCwiUGFyZW50U3R5bGUiOm51bGx9LCJTaGFwZVN0eWxlIjp7IiRpZCI6IjEwMzQiLCJNYXJnaW4iOnsiJGlkIjoiMTAzNSIsIlRvcCI6MC4wLCJMZWZ0Ijo0LjAsIlJpZ2h0Ijo0LjAsIkJvdHRvbSI6MC4wfSwiUGFkZGluZyI6eyIkaWQiOiIxMDM2IiwiVG9wIjowLjAsIkxlZnQiOjAuMCwiUmlnaHQiOjAuMCwiQm90dG9tIjowLjB9LCJCYWNrZ3JvdW5kIjp7IiRpZCI6IjEwMzciLCJDb2xvciI6eyIkaWQiOiIxMDM4IiwiQSI6MjU1LCJSIjoyNiwiRyI6MTcwLCJCIjo2Nn19LCJJc1Zpc2libGUiOnRydWUsIldpZHRoIjoxNjYuMCwiSGVpZ2h0IjoxMC4wLCJCb3JkZXJTdHlsZSI6eyIkaWQiOiIxMDM5IiwiTGluZUNvbG9yIjp7IiRpZCI6IjEwNDAiLCIkdHlwZSI6Ik5MUkUuQ29tbW9uLkRvbS5Tb2xpZENvbG9yQnJ1c2gsIE5MUkUuQ29tbW9uIiwiQ29sb3IiOnsiJGlkIjoiMTA0MSIsIkEiOjI1NSwiUiI6MjU1LCJHIjowLCJCIjowfX0sIkxpbmVXZWlnaHQiOjAuMCwiTGluZVR5cGUiOjAsIlBhcmVudFN0eWxlIjpudWxsfSwiUGFyZW50U3R5bGUiOm51bGx9LCJUaXRsZVN0eWxlIjp7IiRpZCI6IjEwNDIiLCJGb250U2V0dGluZ3MiOnsiJGlkIjoiMTA0MyIsIkZvbnRTaXplIjoxMCwiRm9udE5hbWUiOiJDYWxpYnJpIiwiSXNCb2xkIjp0cnVlLCJJc0l0YWxpYyI6ZmFsc2UsIklzVW5kZXJsaW5lZCI6ZmFsc2UsIlBhcmVudFN0eWxlIjpudWxsfSwiQXV0b1NpemUiOjAsIkZvcmVncm91bmQiOnsiJGlkIjoiMTA0NCIsIkNvbG9yIjp7IiRpZCI6IjEwNDU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MTA0NiIsIlRvcCI6MC4wLCJMZWZ0IjowLjAsIlJpZ2h0IjowLjAsIkJvdHRvbSI6MC4wfSwiUGFkZGluZyI6eyIkaWQiOiIxMDQ3IiwiVG9wIjowLjAsIkxlZnQiOjAuMCwiUmlnaHQiOjAuMCwiQm90dG9tIjowLjB9LCJCYWNrZ3JvdW5kIjp7IiRpZCI6IjEwNDgiLCJDb2xvciI6eyIkaWQiOiIxMDQ5IiwiQSI6MCwiUiI6MjU1LCJHIjoyNTUsIkIiOjI1NX19LCJJc1Zpc2libGUiOnRydWUsIldpZHRoIjowLjAsIkhlaWdodCI6MC4wLCJCb3JkZXJTdHlsZSI6eyIkaWQiOiIxMDUwIiwiTGluZUNvbG9yIjpudWxsLCJMaW5lV2VpZ2h0IjowLjAsIkxpbmVUeXBlIjowLCJQYXJlbnRTdHlsZSI6bnVsbH0sIlBhcmVudFN0eWxlIjpudWxsfSwiRGF0ZVN0eWxlIjp7IiRpZCI6IjEwNTEiLCJGb250U2V0dGluZ3MiOnsiJGlkIjoiMTA1MiIsIkZvbnRTaXplIjo5LCJGb250TmFtZSI6IkNhbGlicmkiLCJJc0JvbGQiOmZhbHNlLCJJc0l0YWxpYyI6ZmFsc2UsIklzVW5kZXJsaW5lZCI6ZmFsc2UsIlBhcmVudFN0eWxlIjpudWxsfSwiQXV0b1NpemUiOjAsIkZvcmVncm91bmQiOnsiJGlkIjoiMTA1MyIsIkNvbG9yIjp7IiRpZCI6IjEwNT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wNTUiLCJUb3AiOjAuMCwiTGVmdCI6MC4wLCJSaWdodCI6MC4wLCJCb3R0b20iOjAuMH0sIlBhZGRpbmciOnsiJGlkIjoiMTA1NiIsIlRvcCI6MC4wLCJMZWZ0IjowLjAsIlJpZ2h0IjowLjAsIkJvdHRvbSI6MC4wfSwiQmFja2dyb3VuZCI6eyIkaWQiOiIxMDU3IiwiQ29sb3IiOnsiJGlkIjoiMTA1OCIsIkEiOjAsIlIiOjI1NSwiRyI6MjU1LCJCIjoyNTV9fSwiSXNWaXNpYmxlIjp0cnVlLCJXaWR0aCI6MC4wLCJIZWlnaHQiOjAuMCwiQm9yZGVyU3R5bGUiOnsiJGlkIjoiMTA1OSIsIkxpbmVDb2xvciI6bnVsbCwiTGluZVdlaWdodCI6MC4wLCJMaW5lVHlwZSI6MCwiUGFyZW50U3R5bGUiOm51bGx9LCJQYXJlbnRTdHlsZSI6bnVsbH0sIkRhdGVGb3JtYXQiOnsiJGlkIjoiMTA2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YxIiwiRm9ybWF0IjowLCJJc1Zpc2libGUiOmZhbHNlLCJMYXN0S25vd25WaXNpYmlsaXR5U3RhdGUiOmZhbHNlfSwiSXNWaXNpYmxlIjp0cnVlLCJWYXJpYW5jZVN0eWxlIjp7IiRpZCI6IjEwNjIiLCJUZXh0U3R5bGUiOnsiJGlkIjoiMTA2MyIsIkZvbnRTZXR0aW5ncyI6eyIkaWQiOiIxMDY0IiwiRm9udFNpemUiOjExLCJGb250TmFtZSI6IkNhbGlicmkiLCJJc0JvbGQiOmZhbHNlLCJJc0l0YWxpYyI6ZmFsc2UsIklzVW5kZXJsaW5lZCI6ZmFsc2UsIlBhcmVudFN0eWxlIjpudWxsfSwiQXV0b1NpemUiOjAsIkZvcmVncm91bmQiOnsiJGlkIjoiMTA2NSIsIkNvbG9yIjp7IiRpZCI6IjEwNj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2NyIsIlRvcCI6MC4wLCJMZWZ0IjowLjAsIlJpZ2h0IjowLjAsIkJvdHRvbSI6MC4wfSwiUGFkZGluZyI6eyIkaWQiOiIxMDY4IiwiVG9wIjowLjAsIkxlZnQiOjAuMCwiUmlnaHQiOjAuMCwiQm90dG9tIjowLjB9LCJCYWNrZ3JvdW5kIjp7IiRpZCI6IjEwNjkiLCJDb2xvciI6eyIkaWQiOiIxMDcwIiwiQSI6MCwiUiI6MCwiRyI6MCwiQiI6MH19LCJJc1Zpc2libGUiOnRydWUsIldpZHRoIjowLjAsIkhlaWdodCI6MC4wLCJCb3JkZXJTdHlsZSI6eyIkaWQiOiIxMDcxIiwiTGluZUNvbG9yIjpudWxsLCJMaW5lV2VpZ2h0IjowLjAsIkxpbmVUeXBlIjowLCJQYXJlbnRTdHlsZSI6bnVsbH0sIlBhcmVudFN0eWxlIjpudWxsfSwiUGFyZW50U3R5bGUiOm51bGx9LCJQYXJlbnRTdHlsZSI6bnVsbH0sIkluZGV4IjoxNCwiU21hcnREdXJhdGlvbkFjdGl2YXRlZCI6ZmFsc2UsIkRhdGVGb3JtYXQiOnsiJHJlZiI6IjEwNjAifSwiV2Vla051bWJlcmluZyI6eyIkaWQiOiIxMDcyIiwiRm9ybWF0IjowLCJJc1Zpc2libGUiOmZhbHNlLCJMYXN0S25vd25WaXNpYmlsaXR5U3RhdGUiOmZhbHNlfSwiQmFzZWxpbmVEYXRhIjp7IiRpZCI6IjEwNzMiLCJTdGFydERhdGUiOiIyMDI2LTEyLTAyVDAwOjAwOjAwIiwiRW5kRGF0ZSI6IjIwMjctMDEtMTdUMjM6NTk6MDAifSwiSWQiOiJhMTE3YzkyOS0wZTk1LTQ0MjktYTdmZC0wZTc2NTEwM2E4ZjgiLCJJbXBvcnRJZCI6bnVsbCwiVGl0bGUiOiJ0aWxidWRzZ2l2ZXIgdWRhcmJlamRlciB0aWxidWQiLCJOb3RlIjpudWxsLCJIeXBlcmxpbmsiOnsiJGlkIjoiMTA3NCIsIkFkZHJlc3MiOm51bGwsIlN1YkFkZHJlc3MiOm51bGx9LCJJc0NoYW5nZWQiOmZhbHNlLCJJc05ldyI6ZmFsc2V9fV0sIl9taWxlc3RvbmVzIjpbXSwiSWQiOiIwMDAwMDAwMC0wMDAwLTAwMDAtMDAwMC0wMDAwMDAwMDAwMDAiLCJJc1NpbmdsZUl0ZW1Sb3ciOnRydWV9LHsiJGlkIjoiMTA3NSIsIl90YXNrcyI6W3siJGlkIjoiMTA3NiIsIl9hdHRhY2hlZE1pbGVzdG9uZXMiOltdLCJUYXNrRGVmaW5pdGlvbiI6eyIkaWQiOiIxMDc3IiwiR3JvdXBOYW1lIjpudWxsLCJTdGFydERhdGUiOiIyMDI2LTEyLTAyVDAwOjAwOjAwWiIsIkVuZERhdGUiOiIyMDI3LTAxLTE3VDIzOjU5OjAwWiIsIlBlcmNlbnRhZ2VDb21wbGV0ZSI6bnVsbCwiU3R5bGUiOnsiJGlkIjoiMTA3OCIsIlNoYXBlIjoxLCJTaGFwZVRoaWNrbmVzcyI6MCwiRHVyYXRpb25Gb3JtYXQiOjAsIkluY2x1ZGVOb25Xb3JraW5nRGF5c0luRHVyYXRpb24iOmZhbHNlLCJQZXJjZW50YWdlQ29tcGxldGVTdHlsZSI6eyIkaWQiOiIxMDc5IiwiRm9udFNldHRpbmdzIjp7IiRpZCI6IjEwODAiLCJGb250U2l6ZSI6MTAsIkZvbnROYW1lIjoiQ2FsaWJyaSIsIklzQm9sZCI6ZmFsc2UsIklzSXRhbGljIjpmYWxzZSwiSXNVbmRlcmxpbmVkIjpmYWxzZSwiUGFyZW50U3R5bGUiOm51bGx9LCJBdXRvU2l6ZSI6MCwiRm9yZWdyb3VuZCI6eyIkaWQiOiIxMDgxIiwiQ29sb3IiOnsiJGlkIjoiMTA4MiIsIkEiOjI1NSwiUiI6MjM3LCJHIjoxMjUsIkIiOjQ5fX0sIk1heFdpZHRoIjoyMDAuMCwiTWF4SGVpZ2h0IjoiSW5maW5pdHkiLCJTbWFydEZvcmVncm91bmRJc0FjdGl2ZSI6ZmFsc2UsIkhvcml6b250YWxBbGlnbm1lbnQiOjEsIlZlcnRpY2FsQWxpZ25tZW50IjowLCJTbWFydEZvcmVncm91bmQiOm51bGwsIkJhY2tncm91bmRGaWxsVHlwZSI6MCwiTWFyZ2luIjp7IiRpZCI6IjEwODMiLCJUb3AiOjAuMCwiTGVmdCI6MC4wLCJSaWdodCI6MC4wLCJCb3R0b20iOjAuMH0sIlBhZGRpbmciOnsiJGlkIjoiMTA4NCIsIlRvcCI6MC4wLCJMZWZ0IjowLjAsIlJpZ2h0IjowLjAsIkJvdHRvbSI6MC4wfSwiQmFja2dyb3VuZCI6eyIkaWQiOiIxMDg1IiwiQ29sb3IiOnsiJGlkIjoiMTA4NiIsIkEiOjg5LCJSIjowLCJHIjowLCJCIjowfX0sIklzVmlzaWJsZSI6dHJ1ZSwiV2lkdGgiOjAuMCwiSGVpZ2h0IjowLjAsIkJvcmRlclN0eWxlIjp7IiRpZCI6IjEwODciLCJMaW5lQ29sb3IiOm51bGwsIkxpbmVXZWlnaHQiOjAuMCwiTGluZVR5cGUiOjAsIlBhcmVudFN0eWxlIjpudWxsfSwiUGFyZW50U3R5bGUiOm51bGx9LCJEdXJhdGlvbl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A5MiIsIlRvcCI6MC4wLCJMZWZ0IjowLjAsIlJpZ2h0IjowLjAsIkJvdHRvbSI6MC4wfSwiUGFkZGluZyI6eyIkaWQiOiIxMDkzIiwiVG9wIjowLjAsIkxlZnQiOjAuMCwiUmlnaHQiOjAuMCwiQm90dG9tIjowLjB9LCJCYWNrZ3JvdW5kIjp7IiRpZCI6IjEwOTQiLCJDb2xvciI6eyIkaWQiOiIxMDk1IiwiQSI6MCwiUiI6MCwiRyI6MCwiQiI6MH19LCJJc1Zpc2libGUiOnRydWUsIldpZHRoIjowLjAsIkhlaWdodCI6MC4wLCJCb3JkZXJTdHlsZSI6eyIkaWQiOiIxMDk2IiwiTGluZUNvbG9yIjpudWxsLCJMaW5lV2VpZ2h0IjowLjAsIkxpbmVUeXBlIjowLCJQYXJlbnRTdHlsZSI6bnVsbH0sIlBhcmVudFN0eWxlIjpudWxsfSwiSG9yaXpvbnRhbENvbm5lY3RvclN0eWxlIjp7IiRpZCI6IjEwOTciLCJMaW5lQ29sb3IiOnsiJGlkIjoiMTA5OCIsIiR0eXBlIjoiTkxSRS5Db21tb24uRG9tLlNvbGlkQ29sb3JCcnVzaCwgTkxSRS5Db21tb24iLCJDb2xvciI6eyIkaWQiOiIxMDk5IiwiQSI6MjU1LCJSIjoyMDQsIkciOjIwNCwiQiI6MjA0fX0sIkxpbmVXZWlnaHQiOjEuMCwiTGluZVR5cGUiOjAsIlBhcmVudFN0eWxlIjpudWxsfSwiVmVydGljYWxDb25uZWN0b3JTdHlsZSI6eyIkaWQiOiIxMTAwIiwiTGluZUNvbG9yIjp7IiRpZCI6IjExMDEiLCIkdHlwZSI6Ik5MUkUuQ29tbW9uLkRvbS5Tb2xpZENvbG9yQnJ1c2gsIE5MUkUuQ29tbW9uIiwiQ29sb3IiOnsiJGlkIjoiMTEwMi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TEwMyIsIlNoYXBlU3R5bGUiOnsiJGlkIjoiMTEwNCIsIk1hcmdpbiI6eyIkaWQiOiIxMTA1IiwiVG9wIjowLjAsIkxlZnQiOjAuMCwiUmlnaHQiOjAuMCwiQm90dG9tIjowLjB9LCJQYWRkaW5nIjp7IiRpZCI6IjExMDYiLCJUb3AiOjAuMCwiTGVmdCI6MC4wLCJSaWdodCI6MC4wLCJCb3R0b20iOjAuMH0sIkJhY2tncm91bmQiOnsiJGlkIjoiMTEwNyIsIkNvbG9yIjp7IiRpZCI6IjExMDgiLCJBIjoxNTMsIlIiOjAsIkciOjAsIkIiOjB9fSwiSXNWaXNpYmxlIjp0cnVlLCJXaWR0aCI6MC4wLCJIZWlnaHQiOjAuMCwiQm9yZGVyU3R5bGUiOm51bGwsIlBhcmVudFN0eWxlIjpudWxsfSwiTWFyZ2luIjp7IiRpZCI6IjExMDkiLCJUb3AiOjAuMCwiTGVmdCI6MC4wLCJSaWdodCI6MC4wLCJCb3R0b20iOjAuMH0sIlBhZGRpbmciOnsiJGlkIjoiMTExMCIsIlRvcCI6MC4wLCJMZWZ0IjowLjAsIlJpZ2h0IjowLjAsIkJvdHRvbSI6MC4wfSwiQmFja2dyb3VuZCI6bnVsbCwiSXNWaXNpYmxlIjp0cnVlLCJXaWR0aCI6MC4wLCJIZWlnaHQiOjAuMCwiQm9yZGVyU3R5bGUiOm51bGwsIlBhcmVudFN0eWxlIjpudWxsfSwiU2hhcGVTdHlsZSI6eyIkaWQiOiIxMTExIiwiTWFyZ2luIjp7IiRpZCI6IjExMTIiLCJUb3AiOjAuMCwiTGVmdCI6NC4wLCJSaWdodCI6NC4wLCJCb3R0b20iOjAuMH0sIlBhZGRpbmciOnsiJGlkIjoiMTExMyIsIlRvcCI6MC4wLCJMZWZ0IjowLjAsIlJpZ2h0IjowLjAsIkJvdHRvbSI6MC4wfSwiQmFja2dyb3VuZCI6eyIkaWQiOiIxMTE0IiwiQ29sb3IiOnsiJGlkIjoiMTExNSIsIkEiOjI1NSwiUiI6MjYsIkciOjE3MCwiQiI6NjZ9fSwiSXNWaXNpYmxlIjp0cnVlLCJXaWR0aCI6MTY2LjAsIkhlaWdodCI6MTAuMCwiQm9yZGVyU3R5bGUiOnsiJGlkIjoiMTExNiIsIkxpbmVDb2xvciI6eyIkaWQiOiIxMTE3IiwiJHR5cGUiOiJOTFJFLkNvbW1vbi5Eb20uU29saWRDb2xvckJydXNoLCBOTFJFLkNvbW1vbiIsIkNvbG9yIjp7IiRpZCI6IjExMTgiLCJBIjoyNTUsIlIiOjIzNCwiRyI6MjIsIkIiOjMwfX0sIkxpbmVXZWlnaHQiOjAuMCwiTGluZVR5cGUiOjAsIlBhcmVudFN0eWxlIjpudWxsfSwiUGFyZW50U3R5bGUiOm51bGx9LCJUaXRsZVN0eWxlIjp7IiRpZCI6IjExMTkiLCJGb250U2V0dGluZ3MiOnsiJGlkIjoiMTEyMCIsIkZvbnRTaXplIjoxMCwiRm9udE5hbWUiOiJDYWxpYnJpIiwiSXNCb2xkIjp0cnVlLCJJc0l0YWxpYyI6ZmFsc2UsIklzVW5kZXJsaW5lZCI6ZmFsc2UsIlBhcmVudFN0eWxlIjpudWxsfSwiQXV0b1NpemUiOjAsIkZvcmVncm91bmQiOnsiJGlkIjoiMTEyMSIsIkNvbG9yIjp7IiRpZCI6IjExMjI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MTEyMyIsIlRvcCI6MC4wLCJMZWZ0IjowLjAsIlJpZ2h0IjowLjAsIkJvdHRvbSI6MC4wfSwiUGFkZGluZyI6eyIkaWQiOiIxMTI0IiwiVG9wIjowLjAsIkxlZnQiOjAuMCwiUmlnaHQiOjAuMCwiQm90dG9tIjowLjB9LCJCYWNrZ3JvdW5kIjp7IiRpZCI6IjExMjUiLCJDb2xvciI6eyIkaWQiOiIxMTI2IiwiQSI6MCwiUiI6MjU1LCJHIjoyNTUsIkIiOjI1NX19LCJJc1Zpc2libGUiOnRydWUsIldpZHRoIjowLjAsIkhlaWdodCI6MC4wLCJCb3JkZXJTdHlsZSI6eyIkaWQiOiIxMTI3IiwiTGluZUNvbG9yIjpudWxsLCJMaW5lV2VpZ2h0IjowLjAsIkxpbmVUeXBlIjowLCJQYXJlbnRTdHlsZSI6bnVsbH0sIlBhcmVudFN0eWxlIjpudWxsfSwiRGF0ZVN0eWxlIjp7IiRpZCI6IjExMjgiLCJGb250U2V0dGluZ3MiOnsiJGlkIjoiMTEyOSIsIkZvbnRTaXplIjo5LCJGb250TmFtZSI6IkNhbGlicmkiLCJJc0JvbGQiOmZhbHNlLCJJc0l0YWxpYyI6ZmFsc2UsIklzVW5kZXJsaW5lZCI6ZmFsc2UsIlBhcmVudFN0eWxlIjpudWxsfSwiQXV0b1NpemUiOjAsIkZvcmVncm91bmQiOnsiJGlkIjoiMTEzMCIsIkNvbG9yIjp7IiRpZCI6IjExMz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xMzIiLCJUb3AiOjAuMCwiTGVmdCI6MC4wLCJSaWdodCI6MC4wLCJCb3R0b20iOjAuMH0sIlBhZGRpbmciOnsiJGlkIjoiMTEzMyIsIlRvcCI6MC4wLCJMZWZ0IjowLjAsIlJpZ2h0IjowLjAsIkJvdHRvbSI6MC4wfSwiQmFja2dyb3VuZCI6eyIkaWQiOiIxMTM0IiwiQ29sb3IiOnsiJGlkIjoiMTEzNSIsIkEiOjAsIlIiOjI1NSwiRyI6MjU1LCJCIjoyNTV9fSwiSXNWaXNpYmxlIjp0cnVlLCJXaWR0aCI6MC4wLCJIZWlnaHQiOjAuMCwiQm9yZGVyU3R5bGUiOnsiJGlkIjoiMTEzNiIsIkxpbmVDb2xvciI6bnVsbCwiTGluZVdlaWdodCI6MC4wLCJMaW5lVHlwZSI6MCwiUGFyZW50U3R5bGUiOm51bGx9LCJQYXJlbnRTdHlsZSI6bnVsbH0sIkRhdGVGb3JtYXQiOnsiJGlkIjoiMTEz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M4IiwiRm9ybWF0IjowLCJJc1Zpc2libGUiOmZhbHNlLCJMYXN0S25vd25WaXNpYmlsaXR5U3RhdGUiOmZhbHNlfSwiSXNWaXNpYmxlIjp0cnVlLCJWYXJpYW5jZVN0eWxlIjp7IiRpZCI6IjExMzkiLCJUZXh0U3R5bGUiOnsiJGlkIjoiMTE0MCIsIkZvbnRTZXR0aW5ncyI6eyIkaWQiOiIxMTQxIiwiRm9udFNpemUiOjExLCJGb250TmFtZSI6IkNhbGlicmkiLCJJc0JvbGQiOmZhbHNlLCJJc0l0YWxpYyI6ZmFsc2UsIklzVW5kZXJsaW5lZCI6ZmFsc2UsIlBhcmVudFN0eWxlIjpudWxsfSwiQXV0b1NpemUiOjAsIkZvcmVncm91bmQiOnsiJGlkIjoiMTE0MiIsIkNvbG9yIjp7IiRpZCI6IjExND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0NCIsIlRvcCI6MC4wLCJMZWZ0IjowLjAsIlJpZ2h0IjowLjAsIkJvdHRvbSI6MC4wfSwiUGFkZGluZyI6eyIkaWQiOiIxMTQ1IiwiVG9wIjowLjAsIkxlZnQiOjAuMCwiUmlnaHQiOjAuMCwiQm90dG9tIjowLjB9LCJCYWNrZ3JvdW5kIjp7IiRpZCI6IjExNDYiLCJDb2xvciI6eyIkaWQiOiIxMTQ3IiwiQSI6MCwiUiI6MCwiRyI6MCwiQiI6MH19LCJJc1Zpc2libGUiOnRydWUsIldpZHRoIjowLjAsIkhlaWdodCI6MC4wLCJCb3JkZXJTdHlsZSI6eyIkaWQiOiIxMTQ4IiwiTGluZUNvbG9yIjpudWxsLCJMaW5lV2VpZ2h0IjowLjAsIkxpbmVUeXBlIjowLCJQYXJlbnRTdHlsZSI6bnVsbH0sIlBhcmVudFN0eWxlIjpudWxsfSwiUGFyZW50U3R5bGUiOm51bGx9LCJQYXJlbnRTdHlsZSI6bnVsbH0sIkluZGV4IjoxNSwiU21hcnREdXJhdGlvbkFjdGl2YXRlZCI6ZmFsc2UsIkRhdGVGb3JtYXQiOnsiJHJlZiI6IjExMzcifSwiV2Vla051bWJlcmluZyI6eyIkaWQiOiIxMTQ5IiwiRm9ybWF0IjowLCJJc1Zpc2libGUiOmZhbHNlLCJMYXN0S25vd25WaXNpYmlsaXR5U3RhdGUiOmZhbHNlfSwiQmFzZWxpbmVEYXRhIjp7IiRpZCI6IjExNTAiLCJTdGFydERhdGUiOiIyMDI2LTEyLTAyVDAwOjAwOjAwIiwiRW5kRGF0ZSI6IjIwMjctMDEtMTdUMjM6NTk6MDAifSwiSWQiOiI5NjA3MDM5Mi0zOGYxLTQ4ZDMtYWY5MC04YzY5NmNjZWU2Y2EiLCJJbXBvcnRJZCI6bnVsbCwiVGl0bGUiOiJTYW1sZXQgcGVyaW9kZSBmb3IgYmVzdmFyZWxzZSBhZiBzcMO4cmdzbcOlbCBmcmEgbGV2ZXJhbmTDuHJlbiIsIk5vdGUiOm51bGwsIkh5cGVybGluayI6eyIkaWQiOiIxMTUxIiwiQWRkcmVzcyI6bnVsbCwiU3ViQWRkcmVzcyI6bnVsbH0sIklzQ2hhbmdlZCI6ZmFsc2UsIklzTmV3IjpmYWxzZX19XSwiX21pbGVzdG9uZXMiOltdLCJJZCI6IjAwMDAwMDAwLTAwMDAtMDAwMC0wMDAwLTAwMDAwMDAwMDAwMCIsIklzU2luZ2xlSXRlbVJvdyI6dHJ1ZX0seyIkaWQiOiIxMTUyIiwiX3Rhc2tzIjpbeyIkaWQiOiIxMTUzIiwiX2F0dGFjaGVkTWlsZXN0b25lcyI6W10sIlRhc2tEZWZpbml0aW9uIjp7IiRpZCI6IjExNTQiLCJHcm91cE5hbWUiOm51bGwsIlN0YXJ0RGF0ZSI6IjIwMjYtMTItMDJUMDA6MDA6MDBaIiwiRW5kRGF0ZSI6IjIwMjYtMTItMTdUMjM6NTk6MDBaIiwiUGVyY2VudGFnZUNvbXBsZXRlIjpudWxsLCJTdHlsZSI6eyIkaWQiOiIxMTU1IiwiU2hhcGUiOjEsIlNoYXBlVGhpY2tuZXNzIjowLCJEdXJhdGlvbkZvcm1hdCI6MCwiSW5jbHVkZU5vbldvcmtpbmdEYXlzSW5EdXJhdGlvbiI6ZmFsc2UsIlBlcmNlbnRhZ2VDb21wbGV0ZVN0eWxlIjp7IiRpZCI6IjExNTYiLCJGb250U2V0dGluZ3MiOnsiJGlkIjoiMTE1NyIsIkZvbnRTaXplIjoxMCwiRm9udE5hbWUiOiJDYWxpYnJpIiwiSXNCb2xkIjpmYWxzZSwiSXNJdGFsaWMiOmZhbHNlLCJJc1VuZGVybGluZWQiOmZhbHNlLCJQYXJlbnRTdHlsZSI6bnVsbH0sIkF1dG9TaXplIjowLCJGb3JlZ3JvdW5kIjp7IiRpZCI6IjExNTgiLCJDb2xvciI6eyIkaWQiOiIxMTU5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TE2MCIsIlRvcCI6MC4wLCJMZWZ0IjowLjAsIlJpZ2h0IjowLjAsIkJvdHRvbSI6MC4wfSwiUGFkZGluZyI6eyIkaWQiOiIxMTYxIiwiVG9wIjowLjAsIkxlZnQiOjAuMCwiUmlnaHQiOjAuMCwiQm90dG9tIjowLjB9LCJCYWNrZ3JvdW5kIjp7IiRpZCI6IjExNjIiLCJDb2xvciI6eyIkaWQiOiIxMTYzIiwiQSI6ODksIlIiOjAsIkciOjAsIkIiOjB9fSwiSXNWaXNpYmxlIjp0cnVlLCJXaWR0aCI6MC4wLCJIZWlnaHQiOjAuMCwiQm9yZGVyU3R5bGUiOnsiJGlkIjoiMTE2NCIsIkxpbmVDb2xvciI6bnVsbCwiTGluZVdlaWdodCI6MC4wLCJMaW5lVHlwZSI6MCwiUGFyZW50U3R5bGUiOm51bGx9LCJQYXJlbnRTdHlsZSI6bnVsbH0sIkR1cmF0aW9uU3R5bGUiOnsiJGlkIjoiMTE2NSIsIkZvbnRTZXR0aW5ncyI6eyIkaWQiOiIxMTY2IiwiRm9udFNpemUiOjEwLCJGb250TmFtZSI6IkNhbGlicmkiLCJJc0JvbGQiOmZhbHNlLCJJc0l0YWxpYyI6ZmFsc2UsIklzVW5kZXJsaW5lZCI6ZmFsc2UsIlBhcmVudFN0eWxlIjpudWxsfSwiQXV0b1NpemUiOjAsIkZvcmVncm91bmQiOnsiJGlkIjoiMTE2NyIsIkNvbG9yIjp7IiRpZCI6IjExNj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Y5IiwiVG9wIjowLjAsIkxlZnQiOjAuMCwiUmlnaHQiOjAuMCwiQm90dG9tIjowLjB9LCJQYWRkaW5nIjp7IiRpZCI6IjExNzAiLCJUb3AiOjAuMCwiTGVmdCI6MC4wLCJSaWdodCI6MC4wLCJCb3R0b20iOjAuMH0sIkJhY2tncm91bmQiOnsiJGlkIjoiMTE3MSIsIkNvbG9yIjp7IiRpZCI6IjExNzIiLCJBIjowLCJSIjowLCJHIjowLCJCIjowfX0sIklzVmlzaWJsZSI6dHJ1ZSwiV2lkdGgiOjAuMCwiSGVpZ2h0IjowLjAsIkJvcmRlclN0eWxlIjp7IiRpZCI6IjExNzMiLCJMaW5lQ29sb3IiOm51bGwsIkxpbmVXZWlnaHQiOjAuMCwiTGluZVR5cGUiOjAsIlBhcmVudFN0eWxlIjpudWxsfSwiUGFyZW50U3R5bGUiOm51bGx9LCJIb3Jpem9udGFsQ29ubmVjdG9yU3R5bGUiOnsiJGlkIjoiMTE3NCIsIkxpbmVDb2xvciI6eyIkaWQiOiIxMTc1IiwiJHR5cGUiOiJOTFJFLkNvbW1vbi5Eb20uU29saWRDb2xvckJydXNoLCBOTFJFLkNvbW1vbiIsIkNvbG9yIjp7IiRpZCI6IjExNzYiLCJBIjoyNTUsIlIiOjIwNCwiRyI6MjA0LCJCIjoyMDR9fSwiTGluZVdlaWdodCI6MS4wLCJMaW5lVHlwZSI6MCwiUGFyZW50U3R5bGUiOm51bGx9LCJWZXJ0aWNhbENvbm5lY3RvclN0eWxlIjp7IiRpZCI6IjExNzciLCJMaW5lQ29sb3IiOnsiJGlkIjoiMTE3OCIsIiR0eXBlIjoiTkxSRS5Db21tb24uRG9tLlNvbGlkQ29sb3JCcnVzaCwgTkxSRS5Db21tb24iLCJDb2xvciI6eyIkaWQiOiIxMTc5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MTgwIiwiU2hhcGVTdHlsZSI6eyIkaWQiOiIxMTgxIiwiTWFyZ2luIjp7IiRpZCI6IjExODIiLCJUb3AiOjAuMCwiTGVmdCI6MC4wLCJSaWdodCI6MC4wLCJCb3R0b20iOjAuMH0sIlBhZGRpbmciOnsiJGlkIjoiMTE4MyIsIlRvcCI6MC4wLCJMZWZ0IjowLjAsIlJpZ2h0IjowLjAsIkJvdHRvbSI6MC4wfSwiQmFja2dyb3VuZCI6eyIkaWQiOiIxMTg0IiwiQ29sb3IiOnsiJGlkIjoiMTE4NSIsIkEiOjE1MywiUiI6MCwiRyI6MCwiQiI6MH19LCJJc1Zpc2libGUiOnRydWUsIldpZHRoIjowLjAsIkhlaWdodCI6MC4wLCJCb3JkZXJTdHlsZSI6bnVsbCwiUGFyZW50U3R5bGUiOm51bGx9LCJNYXJnaW4iOnsiJGlkIjoiMTE4NiIsIlRvcCI6MC4wLCJMZWZ0IjowLjAsIlJpZ2h0IjowLjAsIkJvdHRvbSI6MC4wfSwiUGFkZGluZyI6eyIkaWQiOiIxMTg3IiwiVG9wIjowLjAsIkxlZnQiOjAuMCwiUmlnaHQiOjAuMCwiQm90dG9tIjowLjB9LCJCYWNrZ3JvdW5kIjpudWxsLCJJc1Zpc2libGUiOnRydWUsIldpZHRoIjowLjAsIkhlaWdodCI6MC4wLCJCb3JkZXJTdHlsZSI6bnVsbCwiUGFyZW50U3R5bGUiOm51bGx9LCJTaGFwZVN0eWxlIjp7IiRpZCI6IjExODgiLCJNYXJnaW4iOnsiJGlkIjoiMTE4OSIsIlRvcCI6MC4wLCJMZWZ0Ijo0LjAsIlJpZ2h0Ijo0LjAsIkJvdHRvbSI6MC4wfSwiUGFkZGluZyI6eyIkaWQiOiIxMTkwIiwiVG9wIjowLjAsIkxlZnQiOjAuMCwiUmlnaHQiOjAuMCwiQm90dG9tIjowLjB9LCJCYWNrZ3JvdW5kIjp7IiRpZCI6IjExOTEiLCJDb2xvciI6eyIkaWQiOiIxMTkyIiwiQSI6MjU1LCJSIjoyNTUsIkciOjAsIkIiOjB9fSwiSXNWaXNpYmxlIjp0cnVlLCJXaWR0aCI6MTY2LjAsIkhlaWdodCI6MTAuMCwiQm9yZGVyU3R5bGUiOnsiJGlkIjoiMTE5MyIsIkxpbmVDb2xvciI6eyIkaWQiOiIxMTk0IiwiJHR5cGUiOiJOTFJFLkNvbW1vbi5Eb20uU29saWRDb2xvckJydXNoLCBOTFJFLkNvbW1vbiIsIkNvbG9yIjp7IiRpZCI6IjExOTUiLCJBIjoyNTUsIlIiOjI1NSwiRyI6MjU1LCJCIjoyNTV9fSwiTGluZVdlaWdodCI6MC4wLCJMaW5lVHlwZSI6MCwiUGFyZW50U3R5bGUiOm51bGx9LCJQYXJlbnRTdHlsZSI6bnVsbH0sIlRpdGxlU3R5bGUiOnsiJGlkIjoiMTE5NiIsIkZvbnRTZXR0aW5ncyI6eyIkaWQiOiIxMTk3IiwiRm9udFNpemUiOjEwLCJGb250TmFtZSI6IkNhbGlicmkiLCJJc0JvbGQiOnRydWUsIklzSXRhbGljIjpmYWxzZSwiSXNVbmRlcmxpbmVkIjpmYWxzZSwiUGFyZW50U3R5bGUiOm51bGx9LCJBdXRvU2l6ZSI6MCwiRm9yZWdyb3VuZCI6eyIkaWQiOiIxMTk4IiwiQ29sb3IiOnsiJGlkIjoiMTE5OS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xMjAwIiwiVG9wIjowLjAsIkxlZnQiOjAuMCwiUmlnaHQiOjAuMCwiQm90dG9tIjowLjB9LCJQYWRkaW5nIjp7IiRpZCI6IjEyMDEiLCJUb3AiOjAuMCwiTGVmdCI6MC4wLCJSaWdodCI6MC4wLCJCb3R0b20iOjAuMH0sIkJhY2tncm91bmQiOnsiJGlkIjoiMTIwMiIsIkNvbG9yIjp7IiRpZCI6IjEyMDMiLCJBIjowLCJSIjoyNTUsIkciOjI1NSwiQiI6MjU1fX0sIklzVmlzaWJsZSI6dHJ1ZSwiV2lkdGgiOjAuMCwiSGVpZ2h0IjowLjAsIkJvcmRlclN0eWxlIjp7IiRpZCI6IjEyMDQiLCJMaW5lQ29sb3IiOm51bGwsIkxpbmVXZWlnaHQiOjAuMCwiTGluZVR5cGUiOjAsIlBhcmVudFN0eWxlIjpudWxsfSwiUGFyZW50U3R5bGUiOm51bGx9LCJEYXRlU3R5bGUiOnsiJGlkIjoiMTIwNSIsIkZvbnRTZXR0aW5ncyI6eyIkaWQiOiIxMjA2IiwiRm9udFNpemUiOjksIkZvbnROYW1lIjoiQ2FsaWJyaSIsIklzQm9sZCI6ZmFsc2UsIklzSXRhbGljIjpmYWxzZSwiSXNVbmRlcmxpbmVkIjpmYWxzZSwiUGFyZW50U3R5bGUiOm51bGx9LCJBdXRvU2l6ZSI6MCwiRm9yZWdyb3VuZCI6eyIkaWQiOiIxMjA3IiwiQ29sb3IiOnsiJGlkIjoiMTIw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IwOSIsIlRvcCI6MC4wLCJMZWZ0IjowLjAsIlJpZ2h0IjowLjAsIkJvdHRvbSI6MC4wfSwiUGFkZGluZyI6eyIkaWQiOiIxMjEwIiwiVG9wIjowLjAsIkxlZnQiOjAuMCwiUmlnaHQiOjAuMCwiQm90dG9tIjowLjB9LCJCYWNrZ3JvdW5kIjp7IiRpZCI6IjEyMTEiLCJDb2xvciI6eyIkaWQiOiIxMjEyIiwiQSI6MCwiUiI6MjU1LCJHIjoyNTUsIkIiOjI1NX19LCJJc1Zpc2libGUiOnRydWUsIldpZHRoIjowLjAsIkhlaWdodCI6MC4wLCJCb3JkZXJTdHlsZSI6eyIkaWQiOiIxMjEzIiwiTGluZUNvbG9yIjpudWxsLCJMaW5lV2VpZ2h0IjowLjAsIkxpbmVUeXBlIjowLCJQYXJlbnRTdHlsZSI6bnVsbH0sIlBhcmVudFN0eWxlIjpudWxsfSwiRGF0ZUZvcm1hdCI6eyIkaWQiOiIxMjE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TUiLCJGb3JtYXQiOjAsIklzVmlzaWJsZSI6ZmFsc2UsIkxhc3RLbm93blZpc2liaWxpdHlTdGF0ZSI6ZmFsc2V9LCJJc1Zpc2libGUiOnRydWUsIlZhcmlhbmNlU3R5bGUiOnsiJGlkIjoiMTIxNiIsIlRleHRTdHlsZSI6eyIkaWQiOiIxMjE3IiwiRm9udFNldHRpbmdzIjp7IiRpZCI6IjEyMTgiLCJGb250U2l6ZSI6MTEsIkZvbnROYW1lIjoiQ2FsaWJyaSIsIklzQm9sZCI6ZmFsc2UsIklzSXRhbGljIjpmYWxzZSwiSXNVbmRlcmxpbmVkIjpmYWxzZSwiUGFyZW50U3R5bGUiOm51bGx9LCJBdXRvU2l6ZSI6MCwiRm9yZWdyb3VuZCI6eyIkaWQiOiIxMjE5IiwiQ29sb3IiOnsiJGlkIjoiMTIy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IxIiwiVG9wIjowLjAsIkxlZnQiOjAuMCwiUmlnaHQiOjAuMCwiQm90dG9tIjowLjB9LCJQYWRkaW5nIjp7IiRpZCI6IjEyMjIiLCJUb3AiOjAuMCwiTGVmdCI6MC4wLCJSaWdodCI6MC4wLCJCb3R0b20iOjAuMH0sIkJhY2tncm91bmQiOnsiJGlkIjoiMTIyMyIsIkNvbG9yIjp7IiRpZCI6IjEyMjQiLCJBIjowLCJSIjowLCJHIjowLCJCIjowfX0sIklzVmlzaWJsZSI6dHJ1ZSwiV2lkdGgiOjAuMCwiSGVpZ2h0IjowLjAsIkJvcmRlclN0eWxlIjp7IiRpZCI6IjEyMjUiLCJMaW5lQ29sb3IiOm51bGwsIkxpbmVXZWlnaHQiOjAuMCwiTGluZVR5cGUiOjAsIlBhcmVudFN0eWxlIjpudWxsfSwiUGFyZW50U3R5bGUiOm51bGx9LCJQYXJlbnRTdHlsZSI6bnVsbH0sIlBhcmVudFN0eWxlIjpudWxsfSwiSW5kZXgiOjE2LCJTbWFydER1cmF0aW9uQWN0aXZhdGVkIjpmYWxzZSwiRGF0ZUZvcm1hdCI6eyIkcmVmIjoiMTIxNCJ9LCJXZWVrTnVtYmVyaW5nIjp7IiRpZCI6IjEyMjYiLCJGb3JtYXQiOjAsIklzVmlzaWJsZSI6ZmFsc2UsIkxhc3RLbm93blZpc2liaWxpdHlTdGF0ZSI6ZmFsc2V9LCJCYXNlbGluZURhdGEiOnsiJGlkIjoiMTIyNyIsIlN0YXJ0RGF0ZSI6IjIwMjYtMTItMDJUMDA6MDA6MDAiLCJFbmREYXRlIjoiMjAyNi0xMi0xN1QyMzo1OTowMCJ9LCJJZCI6ImI2ZGY3YjU2LTYwYmEtNDk3ZS05ZjUyLWQxYzY3ODA5YzBkNCIsIkltcG9ydElkIjpudWxsLCJUaXRsZSI6IkxNU1QgZXIgdGlsIHLDpWRpZ2hlZCBmb3IgYXQgYmVzdmFyZSBzcMO4cmdzbcOlbCIsIk5vdGUiOm51bGwsIkh5cGVybGluayI6eyIkaWQiOiIxMjI4IiwiQWRkcmVzcyI6bnVsbCwiU3ViQWRkcmVzcyI6bnVsbH0sIklzQ2hhbmdlZCI6ZmFsc2UsIklzTmV3IjpmYWxzZX19XSwiX21pbGVzdG9uZXMiOltdLCJJZCI6IjAwMDAwMDAwLTAwMDAtMDAwMC0wMDAwLTAwMDAwMDAwMDAwMCIsIklzU2luZ2xlSXRlbVJvdyI6dHJ1ZX0seyIkaWQiOiIxMjI5IiwiX3Rhc2tzIjpbeyIkaWQiOiIxMjMwIiwiX2F0dGFjaGVkTWlsZXN0b25lcyI6W10sIlRhc2tEZWZpbml0aW9uIjp7IiRpZCI6IjEyMzEiLCJHcm91cE5hbWUiOm51bGwsIlN0YXJ0RGF0ZSI6IjIwMjctMDEtMDRUMDA6MDA6MDBaIiwiRW5kRGF0ZSI6IjIwMjctMDEtMDhUMjM6NTk6MDBaIiwiUGVyY2VudGFnZUNvbXBsZXRlIjpudWxsLCJTdHlsZSI6eyIkaWQiOiIxMjMyIiwiU2hhcGUiOjEsIlNoYXBlVGhpY2tuZXNzIjowLCJEdXJhdGlvbkZvcm1hdCI6MCwiSW5jbHVkZU5vbldvcmtpbmdEYXlzSW5EdXJhdGlvbiI6ZmFsc2UsIlBlcmNlbnRhZ2VDb21wbGV0ZVN0eWxlIjp7IiRpZCI6IjEyMzMiLCJGb250U2V0dGluZ3MiOnsiJGlkIjoiMTIzNCIsIkZvbnRTaXplIjoxMCwiRm9udE5hbWUiOiJDYWxpYnJpIiwiSXNCb2xkIjpmYWxzZSwiSXNJdGFsaWMiOmZhbHNlLCJJc1VuZGVybGluZWQiOmZhbHNlLCJQYXJlbnRTdHlsZSI6bnVsbH0sIkF1dG9TaXplIjowLCJGb3JlZ3JvdW5kIjp7IiRpZCI6IjEyMzUiLCJDb2xvciI6eyIkaWQiOiIxMjM2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TIzNyIsIlRvcCI6MC4wLCJMZWZ0IjowLjAsIlJpZ2h0IjowLjAsIkJvdHRvbSI6MC4wfSwiUGFkZGluZyI6eyIkaWQiOiIxMjM4IiwiVG9wIjowLjAsIkxlZnQiOjAuMCwiUmlnaHQiOjAuMCwiQm90dG9tIjowLjB9LCJCYWNrZ3JvdW5kIjp7IiRpZCI6IjEyMzkiLCJDb2xvciI6eyIkaWQiOiIxMjQwIiwiQSI6ODksIlIiOjAsIkciOjAsIkIiOjB9fSwiSXNWaXNpYmxlIjp0cnVlLCJXaWR0aCI6MC4wLCJIZWlnaHQiOjAuMCwiQm9yZGVyU3R5bGUiOnsiJGlkIjoiMTI0MSIsIkxpbmVDb2xvciI6bnVsbCwiTGluZVdlaWdodCI6MC4wLCJMaW5lVHlwZSI6MCwiUGFyZW50U3R5bGUiOm51bGx9LCJQYXJlbnRTdHlsZSI6bnVsbH0sIkR1cmF0aW9uU3R5bGUiOnsiJGlkIjoiMTI0MiIsIkZvbnRTZXR0aW5ncyI6eyIkaWQiOiIxMjQzIiwiRm9udFNpemUiOjEwLCJGb250TmFtZSI6IkNhbGlicmkiLCJJc0JvbGQiOmZhbHNlLCJJc0l0YWxpYyI6ZmFsc2UsIklzVW5kZXJsaW5lZCI6ZmFsc2UsIlBhcmVudFN0eWxlIjpudWxsfSwiQXV0b1NpemUiOjAsIkZvcmVncm91bmQiOnsiJGlkIjoiMTI0NCIsIkNvbG9yIjp7IiRpZCI6IjEyN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jQ2IiwiVG9wIjowLjAsIkxlZnQiOjAuMCwiUmlnaHQiOjAuMCwiQm90dG9tIjowLjB9LCJQYWRkaW5nIjp7IiRpZCI6IjEyNDciLCJUb3AiOjAuMCwiTGVmdCI6MC4wLCJSaWdodCI6MC4wLCJCb3R0b20iOjAuMH0sIkJhY2tncm91bmQiOnsiJGlkIjoiMTI0OCIsIkNvbG9yIjp7IiRpZCI6IjEyNDkiLCJBIjowLCJSIjowLCJHIjowLCJCIjowfX0sIklzVmlzaWJsZSI6dHJ1ZSwiV2lkdGgiOjAuMCwiSGVpZ2h0IjowLjAsIkJvcmRlclN0eWxlIjp7IiRpZCI6IjEyNTAiLCJMaW5lQ29sb3IiOm51bGwsIkxpbmVXZWlnaHQiOjAuMCwiTGluZVR5cGUiOjAsIlBhcmVudFN0eWxlIjpudWxsfSwiUGFyZW50U3R5bGUiOm51bGx9LCJIb3Jpem9udGFsQ29ubmVjdG9yU3R5bGUiOnsiJGlkIjoiMTI1MSIsIkxpbmVDb2xvciI6eyIkaWQiOiIxMjUyIiwiJHR5cGUiOiJOTFJFLkNvbW1vbi5Eb20uU29saWRDb2xvckJydXNoLCBOTFJFLkNvbW1vbiIsIkNvbG9yIjp7IiRpZCI6IjEyNTMiLCJBIjoyNTUsIlIiOjIwNCwiRyI6MjA0LCJCIjoyMDR9fSwiTGluZVdlaWdodCI6MS4wLCJMaW5lVHlwZSI6MCwiUGFyZW50U3R5bGUiOm51bGx9LCJWZXJ0aWNhbENvbm5lY3RvclN0eWxlIjp7IiRpZCI6IjEyNTQiLCJMaW5lQ29sb3IiOnsiJGlkIjoiMTI1NSIsIiR0eXBlIjoiTkxSRS5Db21tb24uRG9tLlNvbGlkQ29sb3JCcnVzaCwgTkxSRS5Db21tb24iLCJDb2xvciI6eyIkaWQiOiIxMjU2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MjU3IiwiU2hhcGVTdHlsZSI6eyIkaWQiOiIxMjU4IiwiTWFyZ2luIjp7IiRpZCI6IjEyNTkiLCJUb3AiOjAuMCwiTGVmdCI6MC4wLCJSaWdodCI6MC4wLCJCb3R0b20iOjAuMH0sIlBhZGRpbmciOnsiJGlkIjoiMTI2MCIsIlRvcCI6MC4wLCJMZWZ0IjowLjAsIlJpZ2h0IjowLjAsIkJvdHRvbSI6MC4wfSwiQmFja2dyb3VuZCI6eyIkaWQiOiIxMjYxIiwiQ29sb3IiOnsiJGlkIjoiMTI2MiIsIkEiOjE1MywiUiI6MCwiRyI6MCwiQiI6MH19LCJJc1Zpc2libGUiOnRydWUsIldpZHRoIjowLjAsIkhlaWdodCI6MC4wLCJCb3JkZXJTdHlsZSI6bnVsbCwiUGFyZW50U3R5bGUiOm51bGx9LCJNYXJnaW4iOnsiJGlkIjoiMTI2MyIsIlRvcCI6MC4wLCJMZWZ0IjowLjAsIlJpZ2h0IjowLjAsIkJvdHRvbSI6MC4wfSwiUGFkZGluZyI6eyIkaWQiOiIxMjY0IiwiVG9wIjowLjAsIkxlZnQiOjAuMCwiUmlnaHQiOjAuMCwiQm90dG9tIjowLjB9LCJCYWNrZ3JvdW5kIjpudWxsLCJJc1Zpc2libGUiOnRydWUsIldpZHRoIjowLjAsIkhlaWdodCI6MC4wLCJCb3JkZXJTdHlsZSI6bnVsbCwiUGFyZW50U3R5bGUiOm51bGx9LCJTaGFwZVN0eWxlIjp7IiRpZCI6IjEyNjUiLCJNYXJnaW4iOnsiJGlkIjoiMTI2NiIsIlRvcCI6MC4wLCJMZWZ0Ijo0LjAsIlJpZ2h0Ijo0LjAsIkJvdHRvbSI6MC4wfSwiUGFkZGluZyI6eyIkaWQiOiIxMjY3IiwiVG9wIjowLjAsIkxlZnQiOjAuMCwiUmlnaHQiOjAuMCwiQm90dG9tIjowLjB9LCJCYWNrZ3JvdW5kIjp7IiRpZCI6IjEyNjgiLCJDb2xvciI6eyIkaWQiOiIxMjY5IiwiQSI6MjU1LCJSIjoyNTUsIkciOjAsIkIiOjB9fSwiSXNWaXNpYmxlIjp0cnVlLCJXaWR0aCI6MTY2LjAsIkhlaWdodCI6MTAuMCwiQm9yZGVyU3R5bGUiOnsiJGlkIjoiMTI3MCIsIkxpbmVDb2xvciI6eyIkaWQiOiIxMjcxIiwiJHR5cGUiOiJOTFJFLkNvbW1vbi5Eb20uU29saWRDb2xvckJydXNoLCBOTFJFLkNvbW1vbiIsIkNvbG9yIjp7IiRpZCI6IjEyNzIiLCJBIjoyNTUsIlIiOjI1NSwiRyI6MjU1LCJCIjoyNTV9fSwiTGluZVdlaWdodCI6MC4wLCJMaW5lVHlwZSI6MCwiUGFyZW50U3R5bGUiOm51bGx9LCJQYXJlbnRTdHlsZSI6bnVsbH0sIlRpdGxlU3R5bGUiOnsiJGlkIjoiMTI3MyIsIkZvbnRTZXR0aW5ncyI6eyIkaWQiOiIxMjc0IiwiRm9udFNpemUiOjEwLCJGb250TmFtZSI6IkNhbGlicmkiLCJJc0JvbGQiOnRydWUsIklzSXRhbGljIjpmYWxzZSwiSXNVbmRlcmxpbmVkIjpmYWxzZSwiUGFyZW50U3R5bGUiOm51bGx9LCJBdXRvU2l6ZSI6MCwiRm9yZWdyb3VuZCI6eyIkaWQiOiIxMjc1IiwiQ29sb3IiOnsiJGlkIjoiMTI3Ni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xMjc3IiwiVG9wIjowLjAsIkxlZnQiOjAuMCwiUmlnaHQiOjAuMCwiQm90dG9tIjowLjB9LCJQYWRkaW5nIjp7IiRpZCI6IjEyNzgiLCJUb3AiOjAuMCwiTGVmdCI6MC4wLCJSaWdodCI6MC4wLCJCb3R0b20iOjAuMH0sIkJhY2tncm91bmQiOnsiJGlkIjoiMTI3OSIsIkNvbG9yIjp7IiRpZCI6IjEyODAiLCJBIjowLCJSIjoyNTUsIkciOjI1NSwiQiI6MjU1fX0sIklzVmlzaWJsZSI6dHJ1ZSwiV2lkdGgiOjAuMCwiSGVpZ2h0IjowLjAsIkJvcmRlclN0eWxlIjp7IiRpZCI6IjEyODEiLCJMaW5lQ29sb3IiOm51bGwsIkxpbmVXZWlnaHQiOjAuMCwiTGluZVR5cGUiOjAsIlBhcmVudFN0eWxlIjpudWxsfSwiUGFyZW50U3R5bGUiOm51bGx9LCJEYXRlU3R5bGUiOnsiJGlkIjoiMTI4MiIsIkZvbnRTZXR0aW5ncyI6eyIkaWQiOiIxMjgzIiwiRm9udFNpemUiOjksIkZvbnROYW1lIjoiQ2FsaWJyaSIsIklzQm9sZCI6ZmFsc2UsIklzSXRhbGljIjpmYWxzZSwiSXNVbmRlcmxpbmVkIjpmYWxzZSwiUGFyZW50U3R5bGUiOm51bGx9LCJBdXRvU2l6ZSI6MCwiRm9yZWdyb3VuZCI6eyIkaWQiOiIxMjg0IiwiQ29sb3IiOnsiJGlkIjoiMTI4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I4NiIsIlRvcCI6MC4wLCJMZWZ0IjowLjAsIlJpZ2h0IjowLjAsIkJvdHRvbSI6MC4wfSwiUGFkZGluZyI6eyIkaWQiOiIxMjg3IiwiVG9wIjowLjAsIkxlZnQiOjAuMCwiUmlnaHQiOjAuMCwiQm90dG9tIjowLjB9LCJCYWNrZ3JvdW5kIjp7IiRpZCI6IjEyODgiLCJDb2xvciI6eyIkaWQiOiIxMjg5IiwiQSI6MCwiUiI6MjU1LCJHIjoyNTUsIkIiOjI1NX19LCJJc1Zpc2libGUiOnRydWUsIldpZHRoIjowLjAsIkhlaWdodCI6MC4wLCJCb3JkZXJTdHlsZSI6eyIkaWQiOiIxMjkwIiwiTGluZUNvbG9yIjpudWxsLCJMaW5lV2VpZ2h0IjowLjAsIkxpbmVUeXBlIjowLCJQYXJlbnRTdHlsZSI6bnVsbH0sIlBhcmVudFN0eWxlIjpudWxsfSwiRGF0ZUZvcm1hdCI6eyIkaWQiOiIxMjk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OTIiLCJGb3JtYXQiOjAsIklzVmlzaWJsZSI6ZmFsc2UsIkxhc3RLbm93blZpc2liaWxpdHlTdGF0ZSI6ZmFsc2V9LCJJc1Zpc2libGUiOnRydWUsIlZhcmlhbmNlU3R5bGUiOnsiJGlkIjoiMTI5MyIsIlRleHRTdHlsZSI6eyIkaWQiOiIxMjk0IiwiRm9udFNldHRpbmdzIjp7IiRpZCI6IjEyOTUiLCJGb250U2l6ZSI6MTEsIkZvbnROYW1lIjoiQ2FsaWJyaSIsIklzQm9sZCI6ZmFsc2UsIklzSXRhbGljIjpmYWxzZSwiSXNVbmRlcmxpbmVkIjpmYWxzZSwiUGFyZW50U3R5bGUiOm51bGx9LCJBdXRvU2l6ZSI6MCwiRm9yZWdyb3VuZCI6eyIkaWQiOiIxMjk2IiwiQ29sb3IiOnsiJGlkIjoiMTI5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k4IiwiVG9wIjowLjAsIkxlZnQiOjAuMCwiUmlnaHQiOjAuMCwiQm90dG9tIjowLjB9LCJQYWRkaW5nIjp7IiRpZCI6IjEyOTkiLCJUb3AiOjAuMCwiTGVmdCI6MC4wLCJSaWdodCI6MC4wLCJCb3R0b20iOjAuMH0sIkJhY2tncm91bmQiOnsiJGlkIjoiMTMwMCIsIkNvbG9yIjp7IiRpZCI6IjEzMDEiLCJBIjowLCJSIjowLCJHIjowLCJCIjowfX0sIklzVmlzaWJsZSI6dHJ1ZSwiV2lkdGgiOjAuMCwiSGVpZ2h0IjowLjAsIkJvcmRlclN0eWxlIjp7IiRpZCI6IjEzMDIiLCJMaW5lQ29sb3IiOm51bGwsIkxpbmVXZWlnaHQiOjAuMCwiTGluZVR5cGUiOjAsIlBhcmVudFN0eWxlIjpudWxsfSwiUGFyZW50U3R5bGUiOm51bGx9LCJQYXJlbnRTdHlsZSI6bnVsbH0sIlBhcmVudFN0eWxlIjpudWxsfSwiSW5kZXgiOjE3LCJTbWFydER1cmF0aW9uQWN0aXZhdGVkIjpmYWxzZSwiRGF0ZUZvcm1hdCI6eyIkcmVmIjoiMTI5MSJ9LCJXZWVrTnVtYmVyaW5nIjp7IiRpZCI6IjEzMDMiLCJGb3JtYXQiOjAsIklzVmlzaWJsZSI6ZmFsc2UsIkxhc3RLbm93blZpc2liaWxpdHlTdGF0ZSI6ZmFsc2V9LCJCYXNlbGluZURhdGEiOnsiJGlkIjoiMTMwNCIsIlN0YXJ0RGF0ZSI6IjIwMjctMDEtMDRUMDA6MDA6MDAiLCJFbmREYXRlIjoiMjAyNy0wMS0wOFQyMzo1OTowMCJ9LCJJZCI6ImYwODc4NzZlLTdjMWYtNDg1OC1iNjM3LWQ5YTY3ZWM2ZWFkNyIsIkltcG9ydElkIjpudWxsLCJUaXRsZSI6IkxNU1QgZXIgdGlsIHLDpWRpZ2hlZCBmb3IgYXQgYmVzdmFyZSBzcMO4cmdzbcOlbCIsIk5vdGUiOm51bGwsIkh5cGVybGluayI6eyIkaWQiOiIxMzA1IiwiQWRkcmVzcyI6bnVsbCwiU3ViQWRkcmVzcyI6bnVsbH0sIklzQ2hhbmdlZCI6ZmFsc2UsIklzTmV3IjpmYWxzZX19XSwiX21pbGVzdG9uZXMiOltdLCJJZCI6IjAwMDAwMDAwLTAwMDAtMDAwMC0wMDAwLTAwMDAwMDAwMDAwMCIsIklzU2luZ2xlSXRlbVJvdyI6dHJ1ZX0seyIkaWQiOiIxMzA2IiwiX3Rhc2tzIjpbeyIkaWQiOiIxMzA3IiwiX2F0dGFjaGVkTWlsZXN0b25lcyI6W10sIlRhc2tEZWZpbml0aW9uIjp7IiRpZCI6IjEzMDgiLCJHcm91cE5hbWUiOm51bGwsIlN0YXJ0RGF0ZSI6IjIwMjctMDEtMTFUMDA6MDA6MDBaIiwiRW5kRGF0ZSI6IjIwMjctMDEtMjdUMjM6NTk6MDBaIiwiUGVyY2VudGFnZUNvbXBsZXRlIjpudWxsLCJTdHlsZSI6eyIkaWQiOiIxMzA5IiwiU2hhcGUiOjEsIlNoYXBlVGhpY2tuZXNzIjowLCJEdXJhdGlvbkZvcm1hdCI6MCwiSW5jbHVkZU5vbldvcmtpbmdEYXlzSW5EdXJhdGlvbiI6ZmFsc2UsIlBlcmNlbnRhZ2VDb21wbGV0ZVN0eWxlIjp7IiRpZCI6IjEzMTAiLCJGb250U2V0dGluZ3MiOnsiJGlkIjoiMTMxMSIsIkZvbnRTaXplIjoxMCwiRm9udE5hbWUiOiJDYWxpYnJpIiwiSXNCb2xkIjpmYWxzZSwiSXNJdGFsaWMiOmZhbHNlLCJJc1VuZGVybGluZWQiOmZhbHNlLCJQYXJlbnRTdHlsZSI6bnVsbH0sIkF1dG9TaXplIjowLCJGb3JlZ3JvdW5kIjp7IiRpZCI6IjEzMTIiLCJDb2xvciI6eyIkaWQiOiIxMzEz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TMxNCIsIlRvcCI6MC4wLCJMZWZ0IjowLjAsIlJpZ2h0IjowLjAsIkJvdHRvbSI6MC4wfSwiUGFkZGluZyI6eyIkaWQiOiIxMzE1IiwiVG9wIjowLjAsIkxlZnQiOjAuMCwiUmlnaHQiOjAuMCwiQm90dG9tIjowLjB9LCJCYWNrZ3JvdW5kIjp7IiRpZCI6IjEzMTYiLCJDb2xvciI6eyIkaWQiOiIxMzE3IiwiQSI6ODksIlIiOjAsIkciOjAsIkIiOjB9fSwiSXNWaXNpYmxlIjp0cnVlLCJXaWR0aCI6MC4wLCJIZWlnaHQiOjAuMCwiQm9yZGVyU3R5bGUiOnsiJGlkIjoiMTMxOCIsIkxpbmVDb2xvciI6bnVsbCwiTGluZVdlaWdodCI6MC4wLCJMaW5lVHlwZSI6MCwiUGFyZW50U3R5bGUiOm51bGx9LCJQYXJlbnRTdHlsZSI6bnVsbH0sIkR1cmF0aW9uU3R5bGUiOnsiJGlkIjoiMTMxOSIsIkZvbnRTZXR0aW5ncyI6eyIkaWQiOiIxMzIwIiwiRm9udFNpemUiOjEwLCJGb250TmFtZSI6IkNhbGlicmkiLCJJc0JvbGQiOmZhbHNlLCJJc0l0YWxpYyI6ZmFsc2UsIklzVW5kZXJsaW5lZCI6ZmFsc2UsIlBhcmVudFN0eWxlIjpudWxsfSwiQXV0b1NpemUiOjAsIkZvcmVncm91bmQiOnsiJGlkIjoiMTMyMSIsIkNvbG9yIjp7IiRpZCI6IjEzMjI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zIzIiwiVG9wIjowLjAsIkxlZnQiOjAuMCwiUmlnaHQiOjAuMCwiQm90dG9tIjowLjB9LCJQYWRkaW5nIjp7IiRpZCI6IjEzMjQiLCJUb3AiOjAuMCwiTGVmdCI6MC4wLCJSaWdodCI6MC4wLCJCb3R0b20iOjAuMH0sIkJhY2tncm91bmQiOnsiJGlkIjoiMTMyNSIsIkNvbG9yIjp7IiRpZCI6IjEzMjYiLCJBIjowLCJSIjowLCJHIjowLCJCIjowfX0sIklzVmlzaWJsZSI6dHJ1ZSwiV2lkdGgiOjAuMCwiSGVpZ2h0IjowLjAsIkJvcmRlclN0eWxlIjp7IiRpZCI6IjEzMjciLCJMaW5lQ29sb3IiOm51bGwsIkxpbmVXZWlnaHQiOjAuMCwiTGluZVR5cGUiOjAsIlBhcmVudFN0eWxlIjpudWxsfSwiUGFyZW50U3R5bGUiOm51bGx9LCJIb3Jpem9udGFsQ29ubmVjdG9yU3R5bGUiOnsiJGlkIjoiMTMyOCIsIkxpbmVDb2xvciI6eyIkaWQiOiIxMzI5IiwiJHR5cGUiOiJOTFJFLkNvbW1vbi5Eb20uU29saWRDb2xvckJydXNoLCBOTFJFLkNvbW1vbiIsIkNvbG9yIjp7IiRpZCI6IjEzMzAiLCJBIjoyNTUsIlIiOjIwNCwiRyI6MjA0LCJCIjoyMDR9fSwiTGluZVdlaWdodCI6MS4wLCJMaW5lVHlwZSI6MCwiUGFyZW50U3R5bGUiOm51bGx9LCJWZXJ0aWNhbENvbm5lY3RvclN0eWxlIjp7IiRpZCI6IjEzMzEiLCJMaW5lQ29sb3IiOnsiJGlkIjoiMTMzMiIsIiR0eXBlIjoiTkxSRS5Db21tb24uRG9tLlNvbGlkQ29sb3JCcnVzaCwgTkxSRS5Db21tb24iLCJDb2xvciI6eyIkaWQiOiIxMzMz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MzM0IiwiU2hhcGVTdHlsZSI6eyIkaWQiOiIxMzM1IiwiTWFyZ2luIjp7IiRpZCI6IjEzMzYiLCJUb3AiOjAuMCwiTGVmdCI6MC4wLCJSaWdodCI6MC4wLCJCb3R0b20iOjAuMH0sIlBhZGRpbmciOnsiJGlkIjoiMTMzNyIsIlRvcCI6MC4wLCJMZWZ0IjowLjAsIlJpZ2h0IjowLjAsIkJvdHRvbSI6MC4wfSwiQmFja2dyb3VuZCI6eyIkaWQiOiIxMzM4IiwiQ29sb3IiOnsiJGlkIjoiMTMzOSIsIkEiOjE1MywiUiI6MCwiRyI6MCwiQiI6MH19LCJJc1Zpc2libGUiOnRydWUsIldpZHRoIjowLjAsIkhlaWdodCI6MC4wLCJCb3JkZXJTdHlsZSI6bnVsbCwiUGFyZW50U3R5bGUiOm51bGx9LCJNYXJnaW4iOnsiJGlkIjoiMTM0MCIsIlRvcCI6MC4wLCJMZWZ0IjowLjAsIlJpZ2h0IjowLjAsIkJvdHRvbSI6MC4wfSwiUGFkZGluZyI6eyIkaWQiOiIxMzQxIiwiVG9wIjowLjAsIkxlZnQiOjAuMCwiUmlnaHQiOjAuMCwiQm90dG9tIjowLjB9LCJCYWNrZ3JvdW5kIjpudWxsLCJJc1Zpc2libGUiOnRydWUsIldpZHRoIjowLjAsIkhlaWdodCI6MC4wLCJCb3JkZXJTdHlsZSI6bnVsbCwiUGFyZW50U3R5bGUiOm51bGx9LCJTaGFwZVN0eWxlIjp7IiRpZCI6IjEzNDIiLCJNYXJnaW4iOnsiJGlkIjoiMTM0MyIsIlRvcCI6MC4wLCJMZWZ0Ijo0LjAsIlJpZ2h0Ijo0LjAsIkJvdHRvbSI6MC4wfSwiUGFkZGluZyI6eyIkaWQiOiIxMzQ0IiwiVG9wIjowLjAsIkxlZnQiOjAuMCwiUmlnaHQiOjAuMCwiQm90dG9tIjowLjB9LCJCYWNrZ3JvdW5kIjp7IiRpZCI6IjEzNDUiLCJDb2xvciI6eyIkaWQiOiIxMzQ2IiwiQSI6MjU1LCJSIjoyNTUsIkciOjAsIkIiOjB9fSwiSXNWaXNpYmxlIjp0cnVlLCJXaWR0aCI6MTY2LjAsIkhlaWdodCI6MTAuMCwiQm9yZGVyU3R5bGUiOnsiJGlkIjoiMTM0NyIsIkxpbmVDb2xvciI6eyIkaWQiOiIxMzQ4IiwiJHR5cGUiOiJOTFJFLkNvbW1vbi5Eb20uU29saWRDb2xvckJydXNoLCBOTFJFLkNvbW1vbiIsIkNvbG9yIjp7IiRpZCI6IjEzNDkiLCJBIjoyNTUsIlIiOjI1NSwiRyI6MjU1LCJCIjoyNTV9fSwiTGluZVdlaWdodCI6MC4wLCJMaW5lVHlwZSI6MCwiUGFyZW50U3R5bGUiOm51bGx9LCJQYXJlbnRTdHlsZSI6bnVsbH0sIlRpdGxlU3R5bGUiOnsiJGlkIjoiMTM1MCIsIkZvbnRTZXR0aW5ncyI6eyIkaWQiOiIxMzUxIiwiRm9udFNpemUiOjEwLCJGb250TmFtZSI6IkNhbGlicmkiLCJJc0JvbGQiOnRydWUsIklzSXRhbGljIjpmYWxzZSwiSXNVbmRlcmxpbmVkIjpmYWxzZSwiUGFyZW50U3R5bGUiOm51bGx9LCJBdXRvU2l6ZSI6MCwiRm9yZWdyb3VuZCI6eyIkaWQiOiIxMzUyIiwiQ29sb3IiOnsiJGlkIjoiMTM1My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xMzU0IiwiVG9wIjowLjAsIkxlZnQiOjAuMCwiUmlnaHQiOjAuMCwiQm90dG9tIjowLjB9LCJQYWRkaW5nIjp7IiRpZCI6IjEzNTUiLCJUb3AiOjAuMCwiTGVmdCI6MC4wLCJSaWdodCI6MC4wLCJCb3R0b20iOjAuMH0sIkJhY2tncm91bmQiOnsiJGlkIjoiMTM1NiIsIkNvbG9yIjp7IiRpZCI6IjEzNTciLCJBIjowLCJSIjoyNTUsIkciOjI1NSwiQiI6MjU1fX0sIklzVmlzaWJsZSI6dHJ1ZSwiV2lkdGgiOjAuMCwiSGVpZ2h0IjowLjAsIkJvcmRlclN0eWxlIjp7IiRpZCI6IjEzNTgiLCJMaW5lQ29sb3IiOm51bGwsIkxpbmVXZWlnaHQiOjAuMCwiTGluZVR5cGUiOjAsIlBhcmVudFN0eWxlIjpudWxsfSwiUGFyZW50U3R5bGUiOm51bGx9LCJEYXRlU3R5bGUiOnsiJGlkIjoiMTM1OSIsIkZvbnRTZXR0aW5ncyI6eyIkaWQiOiIxMzYwIiwiRm9udFNpemUiOjksIkZvbnROYW1lIjoiQ2FsaWJyaSIsIklzQm9sZCI6ZmFsc2UsIklzSXRhbGljIjpmYWxzZSwiSXNVbmRlcmxpbmVkIjpmYWxzZSwiUGFyZW50U3R5bGUiOm51bGx9LCJBdXRvU2l6ZSI6MCwiRm9yZWdyb3VuZCI6eyIkaWQiOiIxMzYxIiwiQ29sb3IiOnsiJGlkIjoiMTM2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M2MyIsIlRvcCI6MC4wLCJMZWZ0IjowLjAsIlJpZ2h0IjowLjAsIkJvdHRvbSI6MC4wfSwiUGFkZGluZyI6eyIkaWQiOiIxMzY0IiwiVG9wIjowLjAsIkxlZnQiOjAuMCwiUmlnaHQiOjAuMCwiQm90dG9tIjowLjB9LCJCYWNrZ3JvdW5kIjp7IiRpZCI6IjEzNjUiLCJDb2xvciI6eyIkaWQiOiIxMzY2IiwiQSI6MCwiUiI6MjU1LCJHIjoyNTUsIkIiOjI1NX19LCJJc1Zpc2libGUiOnRydWUsIldpZHRoIjowLjAsIkhlaWdodCI6MC4wLCJCb3JkZXJTdHlsZSI6eyIkaWQiOiIxMzY3IiwiTGluZUNvbG9yIjpudWxsLCJMaW5lV2VpZ2h0IjowLjAsIkxpbmVUeXBlIjowLCJQYXJlbnRTdHlsZSI6bnVsbH0sIlBhcmVudFN0eWxlIjpudWxsfSwiRGF0ZUZvcm1hdCI6eyIkaWQiOiIxMzY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NjkiLCJGb3JtYXQiOjAsIklzVmlzaWJsZSI6ZmFsc2UsIkxhc3RLbm93blZpc2liaWxpdHlTdGF0ZSI6ZmFsc2V9LCJJc1Zpc2libGUiOnRydWUsIlZhcmlhbmNlU3R5bGUiOnsiJGlkIjoiMTM3MCIsIlRleHRTdHlsZSI6eyIkaWQiOiIxMzcxIiwiRm9udFNldHRpbmdzIjp7IiRpZCI6IjEzNzIiLCJGb250U2l6ZSI6MTEsIkZvbnROYW1lIjoiQ2FsaWJyaSIsIklzQm9sZCI6ZmFsc2UsIklzSXRhbGljIjpmYWxzZSwiSXNVbmRlcmxpbmVkIjpmYWxzZSwiUGFyZW50U3R5bGUiOm51bGx9LCJBdXRvU2l6ZSI6MCwiRm9yZWdyb3VuZCI6eyIkaWQiOiIxMzczIiwiQ29sb3IiOnsiJGlkIjoiMTM3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c1IiwiVG9wIjowLjAsIkxlZnQiOjAuMCwiUmlnaHQiOjAuMCwiQm90dG9tIjowLjB9LCJQYWRkaW5nIjp7IiRpZCI6IjEzNzYiLCJUb3AiOjAuMCwiTGVmdCI6MC4wLCJSaWdodCI6MC4wLCJCb3R0b20iOjAuMH0sIkJhY2tncm91bmQiOnsiJGlkIjoiMTM3NyIsIkNvbG9yIjp7IiRpZCI6IjEzNzgiLCJBIjowLCJSIjowLCJHIjowLCJCIjowfX0sIklzVmlzaWJsZSI6dHJ1ZSwiV2lkdGgiOjAuMCwiSGVpZ2h0IjowLjAsIkJvcmRlclN0eWxlIjp7IiRpZCI6IjEzNzkiLCJMaW5lQ29sb3IiOm51bGwsIkxpbmVXZWlnaHQiOjAuMCwiTGluZVR5cGUiOjAsIlBhcmVudFN0eWxlIjpudWxsfSwiUGFyZW50U3R5bGUiOm51bGx9LCJQYXJlbnRTdHlsZSI6bnVsbH0sIlBhcmVudFN0eWxlIjpudWxsfSwiSW5kZXgiOjE4LCJTbWFydER1cmF0aW9uQWN0aXZhdGVkIjpmYWxzZSwiRGF0ZUZvcm1hdCI6eyIkcmVmIjoiMTM2OCJ9LCJXZWVrTnVtYmVyaW5nIjp7IiRpZCI6IjEzODAiLCJGb3JtYXQiOjAsIklzVmlzaWJsZSI6ZmFsc2UsIkxhc3RLbm93blZpc2liaWxpdHlTdGF0ZSI6ZmFsc2V9LCJCYXNlbGluZURhdGEiOnsiJGlkIjoiMTM4MSIsIlN0YXJ0RGF0ZSI6IjIwMjctMDEtMTFUMDA6MDA6MDAiLCJFbmREYXRlIjoiMjAyNy0wMS0yN1QyMzo1OTowMCJ9LCJJZCI6IjM0NGQ3MDEwLTkwMTctNDg1Yi1hNDk1LTYyN2NkMTMyZThjZSIsIkltcG9ydElkIjpudWxsLCJUaXRsZSI6IkV2YWx1ZXJpbmcgYWYgdGlsYnVkICsgc3AgdGlsIGZvcmhhbmRsaW5nIiwiTm90ZSI6bnVsbCwiSHlwZXJsaW5rIjp7IiRpZCI6IjEzODIiLCJBZGRyZXNzIjpudWxsLCJTdWJBZGRyZXNzIjpudWxsfSwiSXNDaGFuZ2VkIjpmYWxzZSwiSXNOZXciOmZhbHNlfX1dLCJfbWlsZXN0b25lcyI6W10sIklkIjoiMDAwMDAwMDAtMDAwMC0wMDAwLTAwMDAtMDAwMDAwMDAwMDAwIiwiSXNTaW5nbGVJdGVtUm93Ijp0cnVlfSx7IiRpZCI6IjEzODMiLCJfdGFza3MiOltdLCJfbWlsZXN0b25lcyI6W3siJGlkIjoiMTM4NCIsIklkIjoiYTU2MDI2ZjAtNTJlMy00ZTNlLWIzN2ItZGI0NzNlYTBjMDk2IiwiSW5kZXgiOjE5LCJHcm91cElkIjpudWxsLCJUaXRsZSI6Ikludml0ZXJlIHRpbCBmb3JoYW5kbGluZ3Ntw7hkZXIiLCJEYXRlVGltZSI6IjIwMjctMDEtMzFUMjM6NTk6MDAiLCJQZXJjZW50YWdlQ29tcGxldGUiOm51bGwsIk5vdGUiOm51bGwsIlN0eWxlIjp7IiRpZCI6IjEzODUiLCJUaXRsZVBvc2l0aW9uIjoiUmlnaHQiLCJEYXRlUG9zaXRpb24iOiJMZWZ0IiwiVmFyaWFuY2VQb3NpdGlvbiI6IkxlZnQiLCJTaGFwZVR5cGUiOjIsIlNoYXBlU2l6ZSI6MSwiU3BhY2luZyI6NSwiU2hhcGVTdHlsZSI6eyIkaWQiOiIxMzg2IiwiTWFyZ2luIjp7IiRpZCI6IjEzODciLCJUb3AiOjAuMCwiTGVmdCI6MC4wLCJSaWdodCI6MC4wLCJCb3R0b20iOjAuMH0sIlBhZGRpbmciOnsiJGlkIjoiMTM4OCIsIlRvcCI6MC4wLCJMZWZ0IjowLjAsIlJpZ2h0IjowLjAsIkJvdHRvbSI6MC4wfSwiQmFja2dyb3VuZCI6eyIkaWQiOiIxMzg5IiwiQ29sb3IiOnsiJGlkIjoiMTM5MCIsIkEiOjI1NSwiUiI6MjYsIkciOjE3MCwiQiI6NjZ9fSwiSXNWaXNpYmxlIjp0cnVlLCJXaWR0aCI6MTMuMCwiSGVpZ2h0IjoxMy4wLCJCb3JkZXJTdHlsZSI6eyIkaWQiOiIxMzkxIiwiTGluZUNvbG9yIjp7IiRpZCI6IjEzOTIiLCIkdHlwZSI6Ik5MUkUuQ29tbW9uLkRvbS5Tb2xpZENvbG9yQnJ1c2gsIE5MUkUuQ29tbW9uIiwiQ29sb3IiOnsiJGlkIjoiMTM5MyIsIkEiOjI1NSwiUiI6MjM0LCJHIjoyMiwiQiI6MzB9fSwiTGluZVdlaWdodCI6MC4wLCJMaW5lVHlwZSI6MCwiUGFyZW50U3R5bGUiOm51bGx9LCJQYXJlbnRTdHlsZSI6bnVsbH0sIlRpdGxlU3R5bGUiOnsiJGlkIjoiMTM5NCIsIkZvbnRTZXR0aW5ncyI6eyIkaWQiOiIxMzk1IiwiRm9udFNpemUiOjEwLCJGb250TmFtZSI6IkNhbGlicmkiLCJJc0JvbGQiOnRydWUsIklzSXRhbGljIjpmYWxzZSwiSXNVbmRlcmxpbmVkIjpmYWxzZSwiUGFyZW50U3R5bGUiOm51bGx9LCJBdXRvU2l6ZSI6MCwiRm9yZWdyb3VuZCI6eyIkaWQiOiIxMzk2IiwiQ29sb3IiOnsiJGlkIjoiMTM5N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Mzk4IiwiVG9wIjowLjAsIkxlZnQiOjAuMCwiUmlnaHQiOjAuMCwiQm90dG9tIjowLjB9LCJQYWRkaW5nIjp7IiRpZCI6IjEzOTkiLCJUb3AiOjAuMCwiTGVmdCI6MC4wLCJSaWdodCI6MC4wLCJCb3R0b20iOjAuMH0sIkJhY2tncm91bmQiOnsiJGlkIjoiMTQwMCIsIkNvbG9yIjp7IiRpZCI6IjE0MDEiLCJBIjowLCJSIjowLCJHIjowLCJCIjowfX0sIklzVmlzaWJsZSI6dHJ1ZSwiV2lkdGgiOjAuMCwiSGVpZ2h0IjowLjAsIkJvcmRlclN0eWxlIjp7IiRpZCI6IjE0MDIiLCJMaW5lQ29sb3IiOm51bGwsIkxpbmVXZWlnaHQiOjAuMCwiTGluZVR5cGUiOjAsIlBhcmVudFN0eWxlIjpudWxsfSwiUGFyZW50U3R5bGUiOm51bGx9LCJEYXRlU3R5bGUiOnsiJGlkIjoiMTQwMyIsIkZvbnRTZXR0aW5ncyI6eyIkaWQiOiIxNDA0IiwiRm9udFNpemUiOjksIkZvbnROYW1lIjoiQ2FsaWJyaSIsIklzQm9sZCI6ZmFsc2UsIklzSXRhbGljIjpmYWxzZSwiSXNVbmRlcmxpbmVkIjpmYWxzZSwiUGFyZW50U3R5bGUiOm51bGx9LCJBdXRvU2l6ZSI6MCwiRm9yZWdyb3VuZCI6eyIkaWQiOiIxNDA1IiwiQ29sb3IiOnsiJGlkIjoiMTQw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QwNyIsIlRvcCI6MC4wLCJMZWZ0IjowLjAsIlJpZ2h0IjowLjAsIkJvdHRvbSI6MC4wfSwiUGFkZGluZyI6eyIkaWQiOiIxNDA4IiwiVG9wIjowLjAsIkxlZnQiOjAuMCwiUmlnaHQiOjAuMCwiQm90dG9tIjowLjB9LCJCYWNrZ3JvdW5kIjp7IiRpZCI6IjE0MDkiLCJDb2xvciI6eyIkaWQiOiIxNDEwIiwiQSI6MCwiUiI6MCwiRyI6MCwiQiI6MH19LCJJc1Zpc2libGUiOnRydWUsIldpZHRoIjowLjAsIkhlaWdodCI6MC4wLCJCb3JkZXJTdHlsZSI6eyIkaWQiOiIxNDExIiwiTGluZUNvbG9yIjpudWxsLCJMaW5lV2VpZ2h0IjowLjAsIkxpbmVUeXBlIjowLCJQYXJlbnRTdHlsZSI6bnVsbH0sIlBhcmVudFN0eWxlIjpudWxsfSwiRGF0ZUZvcm1hdCI6eyIkaWQiOiIxNDE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MTMiLCJGb3JtYXQiOjAsIklzVmlzaWJsZSI6ZmFsc2UsIkxhc3RLbm93blZpc2liaWxpdHlTdGF0ZSI6ZmFsc2V9LCJJc1Zpc2libGUiOnRydWUsIlZhcmlhbmNlU3R5bGUiOnsiJGlkIjoiMTQxNCIsIlRleHRTdHlsZSI6eyIkaWQiOiIxNDE1IiwiRm9udFNldHRpbmdzIjp7IiRpZCI6IjE0MTYiLCJGb250U2l6ZSI6MTEsIkZvbnROYW1lIjoiQ2FsaWJyaSIsIklzQm9sZCI6ZmFsc2UsIklzSXRhbGljIjpmYWxzZSwiSXNVbmRlcmxpbmVkIjpmYWxzZSwiUGFyZW50U3R5bGUiOm51bGx9LCJBdXRvU2l6ZSI6MCwiRm9yZWdyb3VuZCI6eyIkaWQiOiIxNDE3IiwiQ29sb3IiOnsiJGlkIjoiMTQx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DE5IiwiVG9wIjowLjAsIkxlZnQiOjAuMCwiUmlnaHQiOjAuMCwiQm90dG9tIjowLjB9LCJQYWRkaW5nIjp7IiRpZCI6IjE0MjAiLCJUb3AiOjAuMCwiTGVmdCI6MC4wLCJSaWdodCI6MC4wLCJCb3R0b20iOjAuMH0sIkJhY2tncm91bmQiOnsiJGlkIjoiMTQyMSIsIkNvbG9yIjp7IiRpZCI6IjE0MjIiLCJBIjowLCJSIjowLCJHIjowLCJCIjowfX0sIklzVmlzaWJsZSI6dHJ1ZSwiV2lkdGgiOjAuMCwiSGVpZ2h0IjowLjAsIkJvcmRlclN0eWxlIjp7IiRpZCI6IjE0MjMiLCJMaW5lQ29sb3IiOm51bGwsIkxpbmVXZWlnaHQiOjAuMCwiTGluZVR5cGUiOjAsIlBhcmVudFN0eWxlIjpudWxsfSwiUGFyZW50U3R5bGUiOm51bGx9LCJQYXJlbnRTdHlsZSI6bnVsbH0sIlBhcmVudFN0eWxlIjpudWxsfSwiSHlwZXJsaW5rIjpudWxsLCJCYXNlbGluZURhdGEiOnsiJGlkIjoiMTQyNCIsIkRhdGUiOiIyMDI3LTAxLTMxVDIzOjU5OjAwIn0sIkltcG9ydElkIjoiIn1dLCJJZCI6IjAwMDAwMDAwLTAwMDAtMDAwMC0wMDAwLTAwMDAwMDAwMDAwMCIsIklzU2luZ2xlSXRlbVJvdyI6dHJ1ZX0seyIkaWQiOiIxNDI1IiwiX3Rhc2tzIjpbeyIkaWQiOiIxNDI2IiwiX2F0dGFjaGVkTWlsZXN0b25lcyI6W10sIlRhc2tEZWZpbml0aW9uIjp7IiRpZCI6IjE0MjciLCJHcm91cE5hbWUiOm51bGwsIlN0YXJ0RGF0ZSI6IjIwMjctMDItMDFUMDA6MDA6MDBaIiwiRW5kRGF0ZSI6IjIwMjctMDItMjFUMjM6NTk6MDBaIiwiUGVyY2VudGFnZUNvbXBsZXRlIjpudWxsLCJTdHlsZSI6eyIkaWQiOiIxNDI4IiwiU2hhcGUiOjEsIlNoYXBlVGhpY2tuZXNzIjowLCJEdXJhdGlvbkZvcm1hdCI6MCwiSW5jbHVkZU5vbldvcmtpbmdEYXlzSW5EdXJhdGlvbiI6ZmFsc2UsIlBlcmNlbnRhZ2VDb21wbGV0ZVN0eWxlIjp7IiRpZCI6IjE0MjkiLCJGb250U2V0dGluZ3MiOnsiJGlkIjoiMTQzMCIsIkZvbnRTaXplIjoxMCwiRm9udE5hbWUiOiJDYWxpYnJpIiwiSXNCb2xkIjpmYWxzZSwiSXNJdGFsaWMiOmZhbHNlLCJJc1VuZGVybGluZWQiOmZhbHNlLCJQYXJlbnRTdHlsZSI6bnVsbH0sIkF1dG9TaXplIjowLCJGb3JlZ3JvdW5kIjp7IiRpZCI6IjE0MzEiLCJDb2xvciI6eyIkaWQiOiIxNDMy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TQzMyIsIlRvcCI6MC4wLCJMZWZ0IjowLjAsIlJpZ2h0IjowLjAsIkJvdHRvbSI6MC4wfSwiUGFkZGluZyI6eyIkaWQiOiIxNDM0IiwiVG9wIjowLjAsIkxlZnQiOjAuMCwiUmlnaHQiOjAuMCwiQm90dG9tIjowLjB9LCJCYWNrZ3JvdW5kIjp7IiRpZCI6IjE0MzUiLCJDb2xvciI6eyIkaWQiOiIxNDM2IiwiQSI6ODksIlIiOjAsIkciOjAsIkIiOjB9fSwiSXNWaXNpYmxlIjp0cnVlLCJXaWR0aCI6MC4wLCJIZWlnaHQiOjAuMCwiQm9yZGVyU3R5bGUiOnsiJGlkIjoiMTQzNyIsIkxpbmVDb2xvciI6bnVsbCwiTGluZVdlaWdodCI6MC4wLCJMaW5lVHlwZSI6MCwiUGFyZW50U3R5bGUiOm51bGx9LCJQYXJlbnRTdHlsZSI6bnVsbH0sIkR1cmF0aW9uU3R5bGUiOnsiJGlkIjoiMTQzOCIsIkZvbnRTZXR0aW5ncyI6eyIkaWQiOiIxNDM5IiwiRm9udFNpemUiOjEwLCJGb250TmFtZSI6IkNhbGlicmkiLCJJc0JvbGQiOmZhbHNlLCJJc0l0YWxpYyI6ZmFsc2UsIklzVW5kZXJsaW5lZCI6ZmFsc2UsIlBhcmVudFN0eWxlIjpudWxsfSwiQXV0b1NpemUiOjAsIkZvcmVncm91bmQiOnsiJGlkIjoiMTQ0MCIsIkNvbG9yIjp7IiRpZCI6IjE0NDE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DQyIiwiVG9wIjowLjAsIkxlZnQiOjAuMCwiUmlnaHQiOjAuMCwiQm90dG9tIjowLjB9LCJQYWRkaW5nIjp7IiRpZCI6IjE0NDMiLCJUb3AiOjAuMCwiTGVmdCI6MC4wLCJSaWdodCI6MC4wLCJCb3R0b20iOjAuMH0sIkJhY2tncm91bmQiOnsiJGlkIjoiMTQ0NCIsIkNvbG9yIjp7IiRpZCI6IjE0NDUiLCJBIjowLCJSIjowLCJHIjowLCJCIjowfX0sIklzVmlzaWJsZSI6dHJ1ZSwiV2lkdGgiOjAuMCwiSGVpZ2h0IjowLjAsIkJvcmRlclN0eWxlIjp7IiRpZCI6IjE0NDYiLCJMaW5lQ29sb3IiOm51bGwsIkxpbmVXZWlnaHQiOjAuMCwiTGluZVR5cGUiOjAsIlBhcmVudFN0eWxlIjpudWxsfSwiUGFyZW50U3R5bGUiOm51bGx9LCJIb3Jpem9udGFsQ29ubmVjdG9yU3R5bGUiOnsiJGlkIjoiMTQ0NyIsIkxpbmVDb2xvciI6eyIkaWQiOiIxNDQ4IiwiJHR5cGUiOiJOTFJFLkNvbW1vbi5Eb20uU29saWRDb2xvckJydXNoLCBOTFJFLkNvbW1vbiIsIkNvbG9yIjp7IiRpZCI6IjE0NDkiLCJBIjoyNTUsIlIiOjIwNCwiRyI6MjA0LCJCIjoyMDR9fSwiTGluZVdlaWdodCI6MS4wLCJMaW5lVHlwZSI6MCwiUGFyZW50U3R5bGUiOm51bGx9LCJWZXJ0aWNhbENvbm5lY3RvclN0eWxlIjp7IiRpZCI6IjE0NTAiLCJMaW5lQ29sb3IiOnsiJGlkIjoiMTQ1MSIsIiR0eXBlIjoiTkxSRS5Db21tb24uRG9tLlNvbGlkQ29sb3JCcnVzaCwgTkxSRS5Db21tb24iLCJDb2xvciI6eyIkaWQiOiIxNDUy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NDUzIiwiU2hhcGVTdHlsZSI6eyIkaWQiOiIxNDU0IiwiTWFyZ2luIjp7IiRpZCI6IjE0NTUiLCJUb3AiOjAuMCwiTGVmdCI6MC4wLCJSaWdodCI6MC4wLCJCb3R0b20iOjAuMH0sIlBhZGRpbmciOnsiJGlkIjoiMTQ1NiIsIlRvcCI6MC4wLCJMZWZ0IjowLjAsIlJpZ2h0IjowLjAsIkJvdHRvbSI6MC4wfSwiQmFja2dyb3VuZCI6eyIkaWQiOiIxNDU3IiwiQ29sb3IiOnsiJGlkIjoiMTQ1OCIsIkEiOjE1MywiUiI6MCwiRyI6MCwiQiI6MH19LCJJc1Zpc2libGUiOnRydWUsIldpZHRoIjowLjAsIkhlaWdodCI6MC4wLCJCb3JkZXJTdHlsZSI6bnVsbCwiUGFyZW50U3R5bGUiOm51bGx9LCJNYXJnaW4iOnsiJGlkIjoiMTQ1OSIsIlRvcCI6MC4wLCJMZWZ0IjowLjAsIlJpZ2h0IjowLjAsIkJvdHRvbSI6MC4wfSwiUGFkZGluZyI6eyIkaWQiOiIxNDYwIiwiVG9wIjowLjAsIkxlZnQiOjAuMCwiUmlnaHQiOjAuMCwiQm90dG9tIjowLjB9LCJCYWNrZ3JvdW5kIjpudWxsLCJJc1Zpc2libGUiOnRydWUsIldpZHRoIjowLjAsIkhlaWdodCI6MC4wLCJCb3JkZXJTdHlsZSI6bnVsbCwiUGFyZW50U3R5bGUiOm51bGx9LCJTaGFwZVN0eWxlIjp7IiRpZCI6IjE0NjEiLCJNYXJnaW4iOnsiJGlkIjoiMTQ2MiIsIlRvcCI6MC4wLCJMZWZ0Ijo0LjAsIlJpZ2h0Ijo0LjAsIkJvdHRvbSI6MC4wfSwiUGFkZGluZyI6eyIkaWQiOiIxNDYzIiwiVG9wIjowLjAsIkxlZnQiOjAuMCwiUmlnaHQiOjAuMCwiQm90dG9tIjowLjB9LCJCYWNrZ3JvdW5kIjp7IiRpZCI6IjE0NjQiLCJDb2xvciI6eyIkaWQiOiIxNDY1IiwiQSI6MjU1LCJSIjoyNTUsIkciOjE5MiwiQiI6MH19LCJJc1Zpc2libGUiOnRydWUsIldpZHRoIjoxNjYuMCwiSGVpZ2h0IjoxMC4wLCJCb3JkZXJTdHlsZSI6eyIkaWQiOiIxNDY2IiwiTGluZUNvbG9yIjp7IiRpZCI6IjE0NjciLCIkdHlwZSI6Ik5MUkUuQ29tbW9uLkRvbS5Tb2xpZENvbG9yQnJ1c2gsIE5MUkUuQ29tbW9uIiwiQ29sb3IiOnsiJGlkIjoiMTQ2OCIsIkEiOjI1NSwiUiI6MjU1LCJHIjoyNTUsIkIiOjI1NX19LCJMaW5lV2VpZ2h0IjowLjAsIkxpbmVUeXBlIjowLCJQYXJlbnRTdHlsZSI6bnVsbH0sIlBhcmVudFN0eWxlIjpudWxsfSwiVGl0bGVTdHlsZSI6eyIkaWQiOiIxNDY5IiwiRm9udFNldHRpbmdzIjp7IiRpZCI6IjE0NzAiLCJGb250U2l6ZSI6MTAsIkZvbnROYW1lIjoiQ2FsaWJyaSIsIklzQm9sZCI6dHJ1ZSwiSXNJdGFsaWMiOmZhbHNlLCJJc1VuZGVybGluZWQiOmZhbHNlLCJQYXJlbnRTdHlsZSI6bnVsbH0sIkF1dG9TaXplIjowLCJGb3JlZ3JvdW5kIjp7IiRpZCI6IjE0NzEiLCJDb2xvciI6eyIkaWQiOiIxNDcy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E0NzMiLCJUb3AiOjAuMCwiTGVmdCI6MC4wLCJSaWdodCI6MC4wLCJCb3R0b20iOjAuMH0sIlBhZGRpbmciOnsiJGlkIjoiMTQ3NCIsIlRvcCI6MC4wLCJMZWZ0IjowLjAsIlJpZ2h0IjowLjAsIkJvdHRvbSI6MC4wfSwiQmFja2dyb3VuZCI6eyIkaWQiOiIxNDc1IiwiQ29sb3IiOnsiJGlkIjoiMTQ3NiIsIkEiOjAsIlIiOjI1NSwiRyI6MjU1LCJCIjoyNTV9fSwiSXNWaXNpYmxlIjp0cnVlLCJXaWR0aCI6MC4wLCJIZWlnaHQiOjAuMCwiQm9yZGVyU3R5bGUiOnsiJGlkIjoiMTQ3NyIsIkxpbmVDb2xvciI6bnVsbCwiTGluZVdlaWdodCI6MC4wLCJMaW5lVHlwZSI6MCwiUGFyZW50U3R5bGUiOm51bGx9LCJQYXJlbnRTdHlsZSI6bnVsbH0sIkRhdGVTdHlsZSI6eyIkaWQiOiIxNDc4IiwiRm9udFNldHRpbmdzIjp7IiRpZCI6IjE0NzkiLCJGb250U2l6ZSI6OSwiRm9udE5hbWUiOiJDYWxpYnJpIiwiSXNCb2xkIjpmYWxzZSwiSXNJdGFsaWMiOmZhbHNlLCJJc1VuZGVybGluZWQiOmZhbHNlLCJQYXJlbnRTdHlsZSI6bnVsbH0sIkF1dG9TaXplIjowLCJGb3JlZ3JvdW5kIjp7IiRpZCI6IjE0ODAiLCJDb2xvciI6eyIkaWQiOiIxNDg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NDgyIiwiVG9wIjowLjAsIkxlZnQiOjAuMCwiUmlnaHQiOjAuMCwiQm90dG9tIjowLjB9LCJQYWRkaW5nIjp7IiRpZCI6IjE0ODMiLCJUb3AiOjAuMCwiTGVmdCI6MC4wLCJSaWdodCI6MC4wLCJCb3R0b20iOjAuMH0sIkJhY2tncm91bmQiOnsiJGlkIjoiMTQ4NCIsIkNvbG9yIjp7IiRpZCI6IjE0ODUiLCJBIjowLCJSIjoyNTUsIkciOjI1NSwiQiI6MjU1fX0sIklzVmlzaWJsZSI6dHJ1ZSwiV2lkdGgiOjAuMCwiSGVpZ2h0IjowLjAsIkJvcmRlclN0eWxlIjp7IiRpZCI6IjE0ODYiLCJMaW5lQ29sb3IiOm51bGwsIkxpbmVXZWlnaHQiOjAuMCwiTGluZVR5cGUiOjAsIlBhcmVudFN0eWxlIjpudWxsfSwiUGFyZW50U3R5bGUiOm51bGx9LCJEYXRlRm9ybWF0Ijp7IiRpZCI6IjE0O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4OCIsIkZvcm1hdCI6MCwiSXNWaXNpYmxlIjpmYWxzZSwiTGFzdEtub3duVmlzaWJpbGl0eVN0YXRlIjpmYWxzZX0sIklzVmlzaWJsZSI6dHJ1ZSwiVmFyaWFuY2VTdHlsZSI6eyIkaWQiOiIxNDg5IiwiVGV4dFN0eWxlIjp7IiRpZCI6IjE0OTAiLCJGb250U2V0dGluZ3MiOnsiJGlkIjoiMTQ5MSIsIkZvbnRTaXplIjoxMSwiRm9udE5hbWUiOiJDYWxpYnJpIiwiSXNCb2xkIjpmYWxzZSwiSXNJdGFsaWMiOmZhbHNlLCJJc1VuZGVybGluZWQiOmZhbHNlLCJQYXJlbnRTdHlsZSI6bnVsbH0sIkF1dG9TaXplIjowLCJGb3JlZ3JvdW5kIjp7IiRpZCI6IjE0OTIiLCJDb2xvciI6eyIkaWQiOiIxNDk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0OTQiLCJUb3AiOjAuMCwiTGVmdCI6MC4wLCJSaWdodCI6MC4wLCJCb3R0b20iOjAuMH0sIlBhZGRpbmciOnsiJGlkIjoiMTQ5NSIsIlRvcCI6MC4wLCJMZWZ0IjowLjAsIlJpZ2h0IjowLjAsIkJvdHRvbSI6MC4wfSwiQmFja2dyb3VuZCI6eyIkaWQiOiIxNDk2IiwiQ29sb3IiOnsiJGlkIjoiMTQ5NyIsIkEiOjAsIlIiOjAsIkciOjAsIkIiOjB9fSwiSXNWaXNpYmxlIjp0cnVlLCJXaWR0aCI6MC4wLCJIZWlnaHQiOjAuMCwiQm9yZGVyU3R5bGUiOnsiJGlkIjoiMTQ5OCIsIkxpbmVDb2xvciI6bnVsbCwiTGluZVdlaWdodCI6MC4wLCJMaW5lVHlwZSI6MCwiUGFyZW50U3R5bGUiOm51bGx9LCJQYXJlbnRTdHlsZSI6bnVsbH0sIlBhcmVudFN0eWxlIjpudWxsfSwiUGFyZW50U3R5bGUiOm51bGx9LCJJbmRleCI6MjAsIlNtYXJ0RHVyYXRpb25BY3RpdmF0ZWQiOmZhbHNlLCJEYXRlRm9ybWF0Ijp7IiRyZWYiOiIxNDg3In0sIldlZWtOdW1iZXJpbmciOnsiJGlkIjoiMTQ5OSIsIkZvcm1hdCI6MCwiSXNWaXNpYmxlIjpmYWxzZSwiTGFzdEtub3duVmlzaWJpbGl0eVN0YXRlIjpmYWxzZX0sIkJhc2VsaW5lRGF0YSI6eyIkaWQiOiIxNTAwIiwiU3RhcnREYXRlIjoiMjAyNy0wMi0wMVQwMDowMDowMCIsIkVuZERhdGUiOiIyMDI3LTAyLTIxVDIzOjU5OjAwIn0sIklkIjoiNDFjNDdkOGEtYTYzNy00ZDM2LWI2NTItNThiYTJiNzNiNTQ4IiwiSW1wb3J0SWQiOm51bGwsIlRpdGxlIjoiRm9yaGFuZGxpbmdzbcO4ZGVyIGdlbm5lbWbDuHJlcyIsIk5vdGUiOm51bGwsIkh5cGVybGluayI6eyIkaWQiOiIxNTAxIiwiQWRkcmVzcyI6bnVsbCwiU3ViQWRkcmVzcyI6bnVsbH0sIklzQ2hhbmdlZCI6ZmFsc2UsIklzTmV3IjpmYWxzZX19XSwiX21pbGVzdG9uZXMiOltdLCJJZCI6IjAwMDAwMDAwLTAwMDAtMDAwMC0wMDAwLTAwMDAwMDAwMDAwMCIsIklzU2luZ2xlSXRlbVJvdyI6dHJ1ZX0seyIkaWQiOiIxNTAyIiwiX3Rhc2tzIjpbeyIkaWQiOiIxNTAzIiwiX2F0dGFjaGVkTWlsZXN0b25lcyI6W10sIlRhc2tEZWZpbml0aW9uIjp7IiRpZCI6IjE1MDQiLCJHcm91cE5hbWUiOm51bGwsIlN0YXJ0RGF0ZSI6IjIwMjctMDItMjJUMDA6MDA6MDBaIiwiRW5kRGF0ZSI6IjIwMjctMDMtMDRUMjM6NTk6MDBaIiwiUGVyY2VudGFnZUNvbXBsZXRlIjpudWxsLCJTdHlsZSI6eyIkaWQiOiIxNTA1IiwiU2hhcGUiOjEsIlNoYXBlVGhpY2tuZXNzIjowLCJEdXJhdGlvbkZvcm1hdCI6MCwiSW5jbHVkZU5vbldvcmtpbmdEYXlzSW5EdXJhdGlvbiI6ZmFsc2UsIlBlcmNlbnRhZ2VDb21wbGV0ZVN0eWxlIjp7IiRpZCI6IjE1MDYiLCJGb250U2V0dGluZ3MiOnsiJGlkIjoiMTUwNyIsIkZvbnRTaXplIjoxMCwiRm9udE5hbWUiOiJDYWxpYnJpIiwiSXNCb2xkIjpmYWxzZSwiSXNJdGFsaWMiOmZhbHNlLCJJc1VuZGVybGluZWQiOmZhbHNlLCJQYXJlbnRTdHlsZSI6bnVsbH0sIkF1dG9TaXplIjowLCJGb3JlZ3JvdW5kIjp7IiRpZCI6IjE1MDgiLCJDb2xvciI6eyIkaWQiOiIxNTA5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TUxMCIsIlRvcCI6MC4wLCJMZWZ0IjowLjAsIlJpZ2h0IjowLjAsIkJvdHRvbSI6MC4wfSwiUGFkZGluZyI6eyIkaWQiOiIxNTExIiwiVG9wIjowLjAsIkxlZnQiOjAuMCwiUmlnaHQiOjAuMCwiQm90dG9tIjowLjB9LCJCYWNrZ3JvdW5kIjp7IiRpZCI6IjE1MTIiLCJDb2xvciI6eyIkaWQiOiIxNTEzIiwiQSI6ODksIlIiOjAsIkciOjAsIkIiOjB9fSwiSXNWaXNpYmxlIjp0cnVlLCJXaWR0aCI6MC4wLCJIZWlnaHQiOjAuMCwiQm9yZGVyU3R5bGUiOnsiJGlkIjoiMTUxNCIsIkxpbmVDb2xvciI6bnVsbCwiTGluZVdlaWdodCI6MC4wLCJMaW5lVHlwZSI6MCwiUGFyZW50U3R5bGUiOm51bGx9LCJQYXJlbnRTdHlsZSI6bnVsbH0sIkR1cmF0aW9uU3R5bGUiOnsiJGlkIjoiMTUxNSIsIkZvbnRTZXR0aW5ncyI6eyIkaWQiOiIxNTE2IiwiRm9udFNpemUiOjEwLCJGb250TmFtZSI6IkNhbGlicmkiLCJJc0JvbGQiOmZhbHNlLCJJc0l0YWxpYyI6ZmFsc2UsIklzVW5kZXJsaW5lZCI6ZmFsc2UsIlBhcmVudFN0eWxlIjpudWxsfSwiQXV0b1NpemUiOjAsIkZvcmVncm91bmQiOnsiJGlkIjoiMTUxNyIsIkNvbG9yIjp7IiRpZCI6IjE1MT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NTE5IiwiVG9wIjowLjAsIkxlZnQiOjAuMCwiUmlnaHQiOjAuMCwiQm90dG9tIjowLjB9LCJQYWRkaW5nIjp7IiRpZCI6IjE1MjAiLCJUb3AiOjAuMCwiTGVmdCI6MC4wLCJSaWdodCI6MC4wLCJCb3R0b20iOjAuMH0sIkJhY2tncm91bmQiOnsiJGlkIjoiMTUyMSIsIkNvbG9yIjp7IiRpZCI6IjE1MjIiLCJBIjowLCJSIjowLCJHIjowLCJCIjowfX0sIklzVmlzaWJsZSI6dHJ1ZSwiV2lkdGgiOjAuMCwiSGVpZ2h0IjowLjAsIkJvcmRlclN0eWxlIjp7IiRpZCI6IjE1MjMiLCJMaW5lQ29sb3IiOm51bGwsIkxpbmVXZWlnaHQiOjAuMCwiTGluZVR5cGUiOjAsIlBhcmVudFN0eWxlIjpudWxsfSwiUGFyZW50U3R5bGUiOm51bGx9LCJIb3Jpem9udGFsQ29ubmVjdG9yU3R5bGUiOnsiJGlkIjoiMTUyNCIsIkxpbmVDb2xvciI6eyIkaWQiOiIxNTI1IiwiJHR5cGUiOiJOTFJFLkNvbW1vbi5Eb20uU29saWRDb2xvckJydXNoLCBOTFJFLkNvbW1vbiIsIkNvbG9yIjp7IiRpZCI6IjE1MjYiLCJBIjoyNTUsIlIiOjIwNCwiRyI6MjA0LCJCIjoyMDR9fSwiTGluZVdlaWdodCI6MS4wLCJMaW5lVHlwZSI6MCwiUGFyZW50U3R5bGUiOm51bGx9LCJWZXJ0aWNhbENvbm5lY3RvclN0eWxlIjp7IiRpZCI6IjE1MjciLCJMaW5lQ29sb3IiOnsiJGlkIjoiMTUyOCIsIiR0eXBlIjoiTkxSRS5Db21tb24uRG9tLlNvbGlkQ29sb3JCcnVzaCwgTkxSRS5Db21tb24iLCJDb2xvciI6eyIkaWQiOiIxNTI5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xNTMwIiwiU2hhcGVTdHlsZSI6eyIkaWQiOiIxNTMxIiwiTWFyZ2luIjp7IiRpZCI6IjE1MzIiLCJUb3AiOjAuMCwiTGVmdCI6MC4wLCJSaWdodCI6MC4wLCJCb3R0b20iOjAuMH0sIlBhZGRpbmciOnsiJGlkIjoiMTUzMyIsIlRvcCI6MC4wLCJMZWZ0IjowLjAsIlJpZ2h0IjowLjAsIkJvdHRvbSI6MC4wfSwiQmFja2dyb3VuZCI6eyIkaWQiOiIxNTM0IiwiQ29sb3IiOnsiJGlkIjoiMTUzNSIsIkEiOjE1MywiUiI6MCwiRyI6MCwiQiI6MH19LCJJc1Zpc2libGUiOnRydWUsIldpZHRoIjowLjAsIkhlaWdodCI6MC4wLCJCb3JkZXJTdHlsZSI6bnVsbCwiUGFyZW50U3R5bGUiOm51bGx9LCJNYXJnaW4iOnsiJGlkIjoiMTUzNiIsIlRvcCI6MC4wLCJMZWZ0IjowLjAsIlJpZ2h0IjowLjAsIkJvdHRvbSI6MC4wfSwiUGFkZGluZyI6eyIkaWQiOiIxNTM3IiwiVG9wIjowLjAsIkxlZnQiOjAuMCwiUmlnaHQiOjAuMCwiQm90dG9tIjowLjB9LCJCYWNrZ3JvdW5kIjpudWxsLCJJc1Zpc2libGUiOnRydWUsIldpZHRoIjowLjAsIkhlaWdodCI6MC4wLCJCb3JkZXJTdHlsZSI6bnVsbCwiUGFyZW50U3R5bGUiOm51bGx9LCJTaGFwZVN0eWxlIjp7IiRpZCI6IjE1MzgiLCJNYXJnaW4iOnsiJGlkIjoiMTUzOSIsIlRvcCI6MC4wLCJMZWZ0Ijo0LjAsIlJpZ2h0Ijo0LjAsIkJvdHRvbSI6MC4wfSwiUGFkZGluZyI6eyIkaWQiOiIxNTQwIiwiVG9wIjowLjAsIkxlZnQiOjAuMCwiUmlnaHQiOjAuMCwiQm90dG9tIjowLjB9LCJCYWNrZ3JvdW5kIjp7IiRpZCI6IjE1NDEiLCJDb2xvciI6eyIkaWQiOiIxNTQyIiwiQSI6MjU1LCJSIjoyNTUsIkciOjAsIkIiOjB9fSwiSXNWaXNpYmxlIjp0cnVlLCJXaWR0aCI6MTY2LjAsIkhlaWdodCI6MTAuMCwiQm9yZGVyU3R5bGUiOnsiJGlkIjoiMTU0MyIsIkxpbmVDb2xvciI6eyIkaWQiOiIxNTQ0IiwiJHR5cGUiOiJOTFJFLkNvbW1vbi5Eb20uU29saWRDb2xvckJydXNoLCBOTFJFLkNvbW1vbiIsIkNvbG9yIjp7IiRpZCI6IjE1NDUiLCJBIjoyNTUsIlIiOjI1NSwiRyI6MjU1LCJCIjoyNTV9fSwiTGluZVdlaWdodCI6MC4wLCJMaW5lVHlwZSI6MCwiUGFyZW50U3R5bGUiOm51bGx9LCJQYXJlbnRTdHlsZSI6bnVsbH0sIlRpdGxlU3R5bGUiOnsiJGlkIjoiMTU0NiIsIkZvbnRTZXR0aW5ncyI6eyIkaWQiOiIxNTQ3IiwiRm9udFNpemUiOjEwLCJGb250TmFtZSI6IkNhbGlicmkiLCJJc0JvbGQiOnRydWUsIklzSXRhbGljIjpmYWxzZSwiSXNVbmRlcmxpbmVkIjpmYWxzZSwiUGFyZW50U3R5bGUiOm51bGx9LCJBdXRvU2l6ZSI6MCwiRm9yZWdyb3VuZCI6eyIkaWQiOiIxNTQ4IiwiQ29sb3IiOnsiJGlkIjoiMTU0OS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xNTUwIiwiVG9wIjowLjAsIkxlZnQiOjAuMCwiUmlnaHQiOjAuMCwiQm90dG9tIjowLjB9LCJQYWRkaW5nIjp7IiRpZCI6IjE1NTEiLCJUb3AiOjAuMCwiTGVmdCI6MC4wLCJSaWdodCI6MC4wLCJCb3R0b20iOjAuMH0sIkJhY2tncm91bmQiOnsiJGlkIjoiMTU1MiIsIkNvbG9yIjp7IiRpZCI6IjE1NTMiLCJBIjowLCJSIjoyNTUsIkciOjI1NSwiQiI6MjU1fX0sIklzVmlzaWJsZSI6dHJ1ZSwiV2lkdGgiOjAuMCwiSGVpZ2h0IjowLjAsIkJvcmRlclN0eWxlIjp7IiRpZCI6IjE1NTQiLCJMaW5lQ29sb3IiOm51bGwsIkxpbmVXZWlnaHQiOjAuMCwiTGluZVR5cGUiOjAsIlBhcmVudFN0eWxlIjpudWxsfSwiUGFyZW50U3R5bGUiOm51bGx9LCJEYXRlU3R5bGUiOnsiJGlkIjoiMTU1NSIsIkZvbnRTZXR0aW5ncyI6eyIkaWQiOiIxNTU2IiwiRm9udFNpemUiOjksIkZvbnROYW1lIjoiQ2FsaWJyaSIsIklzQm9sZCI6ZmFsc2UsIklzSXRhbGljIjpmYWxzZSwiSXNVbmRlcmxpbmVkIjpmYWxzZSwiUGFyZW50U3R5bGUiOm51bGx9LCJBdXRvU2l6ZSI6MCwiRm9yZWdyb3VuZCI6eyIkaWQiOiIxNTU3IiwiQ29sb3IiOnsiJGlkIjoiMTU1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U1OSIsIlRvcCI6MC4wLCJMZWZ0IjowLjAsIlJpZ2h0IjowLjAsIkJvdHRvbSI6MC4wfSwiUGFkZGluZyI6eyIkaWQiOiIxNTYwIiwiVG9wIjowLjAsIkxlZnQiOjAuMCwiUmlnaHQiOjAuMCwiQm90dG9tIjowLjB9LCJCYWNrZ3JvdW5kIjp7IiRpZCI6IjE1NjEiLCJDb2xvciI6eyIkaWQiOiIxNTYyIiwiQSI6MCwiUiI6MjU1LCJHIjoyNTUsIkIiOjI1NX19LCJJc1Zpc2libGUiOnRydWUsIldpZHRoIjowLjAsIkhlaWdodCI6MC4wLCJCb3JkZXJTdHlsZSI6eyIkaWQiOiIxNTYzIiwiTGluZUNvbG9yIjpudWxsLCJMaW5lV2VpZ2h0IjowLjAsIkxpbmVUeXBlIjowLCJQYXJlbnRTdHlsZSI6bnVsbH0sIlBhcmVudFN0eWxlIjpudWxsfSwiRGF0ZUZvcm1hdCI6eyIkaWQiOiIxNTY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1NjUiLCJGb3JtYXQiOjAsIklzVmlzaWJsZSI6ZmFsc2UsIkxhc3RLbm93blZpc2liaWxpdHlTdGF0ZSI6ZmFsc2V9LCJJc1Zpc2libGUiOnRydWUsIlZhcmlhbmNlU3R5bGUiOnsiJGlkIjoiMTU2NiIsIlRleHRTdHlsZSI6eyIkaWQiOiIxNTY3IiwiRm9udFNldHRpbmdzIjp7IiRpZCI6IjE1NjgiLCJGb250U2l6ZSI6MTEsIkZvbnROYW1lIjoiQ2FsaWJyaSIsIklzQm9sZCI6ZmFsc2UsIklzSXRhbGljIjpmYWxzZSwiSXNVbmRlcmxpbmVkIjpmYWxzZSwiUGFyZW50U3R5bGUiOm51bGx9LCJBdXRvU2l6ZSI6MCwiRm9yZWdyb3VuZCI6eyIkaWQiOiIxNTY5IiwiQ29sb3IiOnsiJGlkIjoiMTU3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TcxIiwiVG9wIjowLjAsIkxlZnQiOjAuMCwiUmlnaHQiOjAuMCwiQm90dG9tIjowLjB9LCJQYWRkaW5nIjp7IiRpZCI6IjE1NzIiLCJUb3AiOjAuMCwiTGVmdCI6MC4wLCJSaWdodCI6MC4wLCJCb3R0b20iOjAuMH0sIkJhY2tncm91bmQiOnsiJGlkIjoiMTU3MyIsIkNvbG9yIjp7IiRpZCI6IjE1NzQiLCJBIjowLCJSIjowLCJHIjowLCJCIjowfX0sIklzVmlzaWJsZSI6dHJ1ZSwiV2lkdGgiOjAuMCwiSGVpZ2h0IjowLjAsIkJvcmRlclN0eWxlIjp7IiRpZCI6IjE1NzUiLCJMaW5lQ29sb3IiOm51bGwsIkxpbmVXZWlnaHQiOjAuMCwiTGluZVR5cGUiOjAsIlBhcmVudFN0eWxlIjpudWxsfSwiUGFyZW50U3R5bGUiOm51bGx9LCJQYXJlbnRTdHlsZSI6bnVsbH0sIlBhcmVudFN0eWxlIjpudWxsfSwiSW5kZXgiOjIxLCJTbWFydER1cmF0aW9uQWN0aXZhdGVkIjpmYWxzZSwiRGF0ZUZvcm1hdCI6eyIkcmVmIjoiMTU2NCJ9LCJXZWVrTnVtYmVyaW5nIjp7IiRpZCI6IjE1NzYiLCJGb3JtYXQiOjAsIklzVmlzaWJsZSI6ZmFsc2UsIkxhc3RLbm93blZpc2liaWxpdHlTdGF0ZSI6ZmFsc2V9LCJCYXNlbGluZURhdGEiOnsiJGlkIjoiMTU3NyIsIlN0YXJ0RGF0ZSI6IjIwMjctMDItMjJUMDA6MDA6MDAiLCJFbmREYXRlIjoiMjAyNy0wMy0wNFQyMzo1OTowMCJ9LCJJZCI6Ijg5ZmRkZjk4LWYxNWMtNGFlZi1hYWNkLTg4NDYxMDkxYmQ4MyIsIkltcG9ydElkIjpudWxsLCJUaXRsZSI6IlJldmlkZXJpbmcgYWYgdWRidWRzbWF0ZXJpYWxlIiwiTm90ZSI6bnVsbCwiSHlwZXJsaW5rIjp7IiRpZCI6IjE1NzgiLCJBZGRyZXNzIjpudWxsLCJTdWJBZGRyZXNzIjpudWxsfSwiSXNDaGFuZ2VkIjpmYWxzZSwiSXNOZXciOmZhbHNlfX1dLCJfbWlsZXN0b25lcyI6W10sIklkIjoiMDAwMDAwMDAtMDAwMC0wMDAwLTAwMDAtMDAwMDAwMDAwMDAwIiwiSXNTaW5nbGVJdGVtUm93Ijp0cnVlfV0sIkluZGV4IjoxMywiSWQiOiI3YmUwNjZhZC03OWY0LTRkZTQtYWRhNy05YjViZjRkNjVhN2QiLCJIZWFkZXJUZXh0IjpudWxsLCJJc0RlZmF1bHQiOnRydWUsIlN0eWxlIjp7IiRpZCI6IjE1NzkiLCJIZWFkZXJTdHlsZSI6eyIkaWQiOiIxNTgwIiwiVGV4dFN0eWxlIjp7IiRpZCI6IjE1ODEiLCJGb250U2V0dGluZ3MiOnsiJGlkIjoiMTU4MiIsIkZvbnRTaXplIjoxMSwiRm9udE5hbWUiOiJDYWxpYnJpIiwiSXNCb2xkIjpmYWxzZSwiSXNJdGFsaWMiOmZhbHNlLCJJc1VuZGVybGluZWQiOmZhbHNlLCJQYXJlbnRTdHlsZSI6bnVsbH0sIkF1dG9TaXplIjoyLCJGb3JlZ3JvdW5kIjp7IiRpZCI6IjE1ODMiLCJDb2xvciI6eyIkaWQiOiIxNTg0IiwiQSI6MjU1LCJSIjowLCJHIjowLCJCIjowfX0sIk1heFdpZHRoIjowLjAsIk1heEhlaWdodCI6IkluZmluaXR5IiwiU21hcnRGb3JlZ3JvdW5kSXNBY3RpdmUiOmZhbHNlLCJIb3Jpem9udGFsQWxpZ25tZW50IjowLCJWZXJ0aWNhbEFsaWdubWVudCI6MCwiU21hcnRGb3JlZ3JvdW5kIjpudWxsLCJCYWNrZ3JvdW5kRmlsbFR5cGUiOjAsIk1hcmdpbiI6eyIkaWQiOiIxNTg1IiwiVG9wIjowLjAsIkxlZnQiOjAuMCwiUmlnaHQiOjAuMCwiQm90dG9tIjowLjB9LCJQYWRkaW5nIjp7IiRpZCI6IjE1ODYiLCJUb3AiOjAuMCwiTGVmdCI6MC4wLCJSaWdodCI6MC4wLCJCb3R0b20iOjAuMH0sIkJhY2tncm91bmQiOm51bGwsIklzVmlzaWJsZSI6dHJ1ZSwiV2lkdGgiOjAuMCwiSGVpZ2h0IjowLjAsIkJvcmRlclN0eWxlIjpudWxsLCJQYXJlbnRTdHlsZSI6bnVsbH0sIlJlY3RhbmdsZVN0eWxlIjp7IiRpZCI6IjE1ODciLCJNYXJnaW4iOnsiJGlkIjoiMTU4OCIsIlRvcCI6MC4wLCJMZWZ0IjowLjAsIlJpZ2h0IjowLjAsIkJvdHRvbSI6MC4wfSwiUGFkZGluZyI6eyIkaWQiOiIxNTg5IiwiVG9wIjowLjAsIkxlZnQiOjAuMCwiUmlnaHQiOjAuMCwiQm90dG9tIjowLjB9LCJCYWNrZ3JvdW5kIjp7IiRpZCI6IjE1OTAiLCJDb2xvciI6eyIkaWQiOiIxNTkxIiwiQSI6NjMsIlIiOjAsIkciOjkyLCJCIjoxNDF9fSwiSXNWaXNpYmxlIjp0cnVlLCJXaWR0aCI6MC4wLCJIZWlnaHQiOjAuMCwiQm9yZGVyU3R5bGUiOnsiJGlkIjoiMTU5MiIsIkxpbmVDb2xvciI6eyIkaWQiOiIxNTkzIiwiJHR5cGUiOiJOTFJFLkNvbW1vbi5Eb20uU29saWRDb2xvckJydXNoLCBOTFJFLkNvbW1vbiIsIkNvbG9yIjp7IiRpZCI6IjE1OTQiLCJBIjoyNTUsIlIiOjI1NSwiRyI6MCwiQiI6MH19LCJMaW5lV2VpZ2h0IjowLjAsIkxpbmVUeXBlIjowLCJQYXJlbnRTdHlsZSI6bnVsbH0sIlBhcmVudFN0eWxlIjpudWxsfSwiTWFyZ2luIjp7IiRpZCI6IjE1OTUiLCJUb3AiOjAuMCwiTGVmdCI6MC4wLCJSaWdodCI6MC4wLCJCb3R0b20iOjAuMH0sIlBhZGRpbmciOnsiJGlkIjoiMTU5NiIsIlRvcCI6MC4wLCJMZWZ0IjowLjAsIlJpZ2h0IjowLjAsIkJvdHRvbSI6MC4wfSwiQmFja2dyb3VuZCI6bnVsbCwiSXNWaXNpYmxlIjp0cnVlLCJXaWR0aCI6MC4wLCJIZWlnaHQiOjAuMCwiQm9yZGVyU3R5bGUiOm51bGwsIlBhcmVudFN0eWxlIjpudWxsfSwiQmFja2dyb3VuZFN0eWxlIjp7IiRpZCI6IjE1OTciLCJNYXJnaW4iOnsiJGlkIjoiMTU5OCIsIlRvcCI6MC4wLCJMZWZ0IjowLjAsIlJpZ2h0IjowLjAsIkJvdHRvbSI6MC4wfSwiUGFkZGluZyI6eyIkaWQiOiIxNTk5IiwiVG9wIjowLjAsIkxlZnQiOjAuMCwiUmlnaHQiOjAuMCwiQm90dG9tIjowLjB9LCJCYWNrZ3JvdW5kIjp7IiRpZCI6IjE2MDAiLCJDb2xvciI6eyIkaWQiOiIxNjAxIiwiQSI6NTEsIlIiOjU0LCJHIjoxNjksIkIiOjIyNX19LCJJc1Zpc2libGUiOnRydWUsIldpZHRoIjowLjAsIkhlaWdodCI6MC4wLCJCb3JkZXJTdHlsZSI6eyIkaWQiOiIxNjAyIiwiTGluZUNvbG9yIjp7IiRpZCI6IjE2MDMiLCIkdHlwZSI6Ik5MUkUuQ29tbW9uLkRvbS5Tb2xpZENvbG9yQnJ1c2gsIE5MUkUuQ29tbW9uIiwiQ29sb3IiOnsiJGlkIjoiMTYwNCIsIkEiOjI1NSwiUiI6MjM0LCJHIjoyMiwiQiI6MzB9fSwiTGluZVdlaWdodCI6MC4wLCJMaW5lVHlwZSI6MCwiUGFyZW50U3R5bGUiOm51bGx9LCJQYXJlbnRTdHlsZSI6bnVsbH0sIk1hcmdpbiI6eyIkaWQiOiIxNjA1IiwiVG9wIjowLjAsIkxlZnQiOjAuMCwiUmlnaHQiOjAuMCwiQm90dG9tIjowLjB9LCJQYWRkaW5nIjp7IiRpZCI6IjE2MDYiLCJUb3AiOjAuMCwiTGVmdCI6MC4wLCJSaWdodCI6MC4wLCJCb3R0b20iOjAuMH0sIklzVmlzaWJsZSI6dHJ1ZSwiV2lkdGgiOjAuMCwiSGVpZ2h0IjowLjAsIkJvcmRlclN0eWxlIjp7IiRpZCI6IjE2MDciLCJMaW5lQ29sb3IiOm51bGwsIkxpbmVXZWlnaHQiOjAuMCwiTGluZVR5cGUiOjAsIlBhcmVudFN0eWxlIjpudWxsfSwiUGFyZW50U3R5bGUiOm51bGx9fV0sIklkIjoiNDJhYjAwZmQtYmUwNi00MzI0LWI5MjAtNjU4NmEyNWY4OTIwIiwiSW5kZXgiOjEzLCJIZWFkZXJUZXh0IjoiVGlsYnVkc2Zhc2VuKGluZGxlZGVuZGUgdGlsYnVkKSIsIlN0eWxlIjp7IiRpZCI6IjE2MDgiLCJTdHlsZUlkIjoiMDAwMDAwMDAtMDAwMC0wMDAwLTAwMDAtMDAwMDAwMDAwMDAwIiwiSGVhZGVyU3R5bGUiOnsiJGlkIjoiMTYwOSIsIlRleHRJc1ZlcnRpY2FsIjpmYWxzZSwiVGV4dFN0eWxlIjp7IiRpZCI6IjE2MTAiLCJGb250U2V0dGluZ3MiOnsiJGlkIjoiMTYxMSIsIkZvbnRTaXplIjoxMSwiRm9udE5hbWUiOiJDYWxpYnJpIiwiSXNCb2xkIjpmYWxzZSwiSXNJdGFsaWMiOmZhbHNlLCJJc1VuZGVybGluZWQiOmZhbHNlLCJQYXJlbnRTdHlsZSI6bnVsbH0sIkF1dG9TaXplIjoyLCJGb3JlZ3JvdW5kIjp7IiRpZCI6IjE2MTIiLCJDb2xvciI6eyIkaWQiOiIxNjEz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MTYxNCIsIlRvcCI6MC4wLCJMZWZ0IjowLjAsIlJpZ2h0IjowLjAsIkJvdHRvbSI6MC4wfSwiUGFkZGluZyI6eyIkaWQiOiIxNjE1IiwiVG9wIjowLjAsIkxlZnQiOjAuMCwiUmlnaHQiOjAuMCwiQm90dG9tIjowLjB9LCJCYWNrZ3JvdW5kIjpudWxsLCJJc1Zpc2libGUiOnRydWUsIldpZHRoIjowLjAsIkhlaWdodCI6MC4wLCJCb3JkZXJTdHlsZSI6bnVsbCwiUGFyZW50U3R5bGUiOm51bGx9LCJSZWN0YW5nbGVTdHlsZSI6eyIkaWQiOiIxNjE2IiwiTWFyZ2luIjp7IiRpZCI6IjE2MTciLCJUb3AiOjAuMCwiTGVmdCI6MC4wLCJSaWdodCI6MC4wLCJCb3R0b20iOjAuMH0sIlBhZGRpbmciOnsiJGlkIjoiMTYxOCIsIlRvcCI6MC4wLCJMZWZ0IjowLjAsIlJpZ2h0IjowLjAsIkJvdHRvbSI6MC4wfSwiQmFja2dyb3VuZCI6eyIkaWQiOiIxNjE5IiwiQ29sb3IiOnsiJGlkIjoiMTYyMCIsIkEiOjI1NSwiUiI6MCwiRyI6OTIsIkIiOjE0MX19LCJJc1Zpc2libGUiOnRydWUsIldpZHRoIjowLjAsIkhlaWdodCI6MC4wLCJCb3JkZXJTdHlsZSI6eyIkaWQiOiIxNjIxIiwiTGluZUNvbG9yIjp7IiRpZCI6IjE2MjIiLCIkdHlwZSI6Ik5MUkUuQ29tbW9uLkRvbS5Tb2xpZENvbG9yQnJ1c2gsIE5MUkUuQ29tbW9uIiwiQ29sb3IiOnsiJGlkIjoiMTYyMyIsIkEiOjI1NSwiUiI6MjU1LCJHIjowLCJCIjowfX0sIkxpbmVXZWlnaHQiOjAuMCwiTGluZVR5cGUiOjAsIlBhcmVudFN0eWxlIjpudWxsfSwiUGFyZW50U3R5bGUiOm51bGx9LCJNYXJnaW4iOnsiJGlkIjoiMTYyNCIsIlRvcCI6MC4wLCJMZWZ0IjowLjAsIlJpZ2h0IjowLjAsIkJvdHRvbSI6MC4wfSwiUGFkZGluZyI6eyIkaWQiOiIxNjI1IiwiVG9wIjowLjAsIkxlZnQiOjAuMCwiUmlnaHQiOjAuMCwiQm90dG9tIjowLjB9LCJCYWNrZ3JvdW5kIjpudWxsLCJJc1Zpc2libGUiOnRydWUsIldpZHRoIjowLjAsIkhlaWdodCI6MC4wLCJCb3JkZXJTdHlsZSI6bnVsbCwiUGFyZW50U3R5bGUiOm51bGx9LCJCYWNrZ3JvdW5kU3R5bGUiOnsiJGlkIjoiMTYyNiIsIk1hcmdpbiI6eyIkaWQiOiIxNjI3IiwiVG9wIjowLjAsIkxlZnQiOjAuMCwiUmlnaHQiOjAuMCwiQm90dG9tIjowLjB9LCJQYWRkaW5nIjp7IiRpZCI6IjE2MjgiLCJUb3AiOjAuMCwiTGVmdCI6MC4wLCJSaWdodCI6MC4wLCJCb3R0b20iOjAuMH0sIkJhY2tncm91bmQiOnsiJGlkIjoiMTYyOSIsIkNvbG9yIjp7IiRpZCI6IjE2MzAiLCJBIjo1MSwiUiI6NTQsIkciOjE2OSwiQiI6MjI1fX0sIklzVmlzaWJsZSI6dHJ1ZSwiV2lkdGgiOjAuMCwiSGVpZ2h0IjowLjAsIkJvcmRlclN0eWxlIjp7IiRpZCI6IjE2MzEiLCJMaW5lQ29sb3IiOnsiJGlkIjoiMTYzMiIsIiR0eXBlIjoiTkxSRS5Db21tb24uRG9tLlNvbGlkQ29sb3JCcnVzaCwgTkxSRS5Db21tb24iLCJDb2xvciI6eyIkaWQiOiIxNjMzIiwiQSI6MjU1LCJSIjoyNTUsIkciOjAsIkIiOjB9fSwiTGluZVdlaWdodCI6MC4wLCJMaW5lVHlwZSI6MCwiUGFyZW50U3R5bGUiOm51bGx9LCJQYXJlbnRTdHlsZSI6bnVsbH0sIklzQWJvdmVUaW1lYmFuZCI6ZmFsc2UsIlNwYWNpbmciOjIsIkRlZmF1bHRTd2ltbGFuZVRhc2tTdHlsZSI6eyIkaWQiOiIxNjM0IiwiJHR5cGUiOiJOTFJFLkNvbW1vbi5Eb20uU3R5bGVzLkV4cGxpY2l0U2V0YWJsZVRhc2tTdHlsZSwgTkxSRS5Db21tb24iLCJTaGFwZSI6MSwiU2hhcGVUaGlja25lc3MiOjAsIkR1cmF0aW9uRm9ybWF0IjowLCJJbmNsdWRlTm9uV29ya2luZ0RheXNJbkR1cmF0aW9uIjpmYWxzZSwiUGVyY2VudGFnZUNvbXBsZXRlU3R5bGUiOnsiJGlkIjoiMTYzNSIsIkZvbnRTZXR0aW5ncyI6eyIkaWQiOiIxNjM2IiwiRm9udFNpemUiOjEwLCJGb250TmFtZSI6IkNhbGlicmkiLCJJc0JvbGQiOmZhbHNlLCJJc0l0YWxpYyI6ZmFsc2UsIklzVW5kZXJsaW5lZCI6ZmFsc2UsIlBhcmVudFN0eWxlIjpudWxsfSwiQXV0b1NpemUiOjAsIkZvcmVncm91bmQiOnsiJGlkIjoiMTYzNyIsIkNvbG9yIjp7IiRpZCI6IjE2MzgiLCJBIjoyNTUsIlIiOjIzNywiRyI6MTI1LCJCIjo0OX19LCJNYXhXaWR0aCI6MjAwLjAsIk1heEhlaWdodCI6IkluZmluaXR5IiwiU21hcnRGb3JlZ3JvdW5kSXNBY3RpdmUiOmZhbHNlLCJIb3Jpem9udGFsQWxpZ25tZW50IjoxLCJWZXJ0aWNhbEFsaWdubWVudCI6MCwiU21hcnRGb3JlZ3JvdW5kIjpudWxsLCJCYWNrZ3JvdW5kRmlsbFR5cGUiOjAsIk1hcmdpbiI6eyIkaWQiOiIxNjM5IiwiVG9wIjowLjAsIkxlZnQiOjAuMCwiUmlnaHQiOjAuMCwiQm90dG9tIjowLjB9LCJQYWRkaW5nIjp7IiRpZCI6IjE2NDAiLCJUb3AiOjAuMCwiTGVmdCI6MC4wLCJSaWdodCI6MC4wLCJCb3R0b20iOjAuMH0sIkJhY2tncm91bmQiOnsiJGlkIjoiMTY0MSIsIkNvbG9yIjp7IiRpZCI6IjE2NDIiLCJBIjo4OSwiUiI6MCwiRyI6MCwiQiI6MH19LCJJc1Zpc2libGUiOnRydWUsIldpZHRoIjowLjAsIkhlaWdodCI6MC4wLCJCb3JkZXJTdHlsZSI6eyIkaWQiOiIxNjQzIiwiTGluZUNvbG9yIjpudWxsLCJMaW5lV2VpZ2h0IjowLjAsIkxpbmVUeXBlIjowLCJQYXJlbnRTdHlsZSI6bnVsbH0sIlBhcmVudFN0eWxlIjpudWxsfSwiRHVyYXRpb25TdHlsZSI6eyIkaWQiOiIxNjQ0IiwiRm9udFNldHRpbmdzIjp7IiRpZCI6IjE2NDUiLCJGb250U2l6ZSI6MTAsIkZvbnROYW1lIjoiQ2FsaWJyaSIsIklzQm9sZCI6ZmFsc2UsIklzSXRhbGljIjpmYWxzZSwiSXNVbmRlcmxpbmVkIjpmYWxzZSwiUGFyZW50U3R5bGUiOm51bGx9LCJBdXRvU2l6ZSI6MCwiRm9yZWdyb3VuZCI6eyIkaWQiOiIxNjQ2IiwiQ29sb3IiOnsiJGlkIjoiMTY0N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2NDgiLCJUb3AiOjAuMCwiTGVmdCI6MC4wLCJSaWdodCI6MC4wLCJCb3R0b20iOjAuMH0sIlBhZGRpbmciOnsiJGlkIjoiMTY0OSIsIlRvcCI6MC4wLCJMZWZ0IjowLjAsIlJpZ2h0IjowLjAsIkJvdHRvbSI6MC4wfSwiQmFja2dyb3VuZCI6eyIkaWQiOiIxNjUwIiwiQ29sb3IiOnsiJGlkIjoiMTY1MSIsIkEiOjAsIlIiOjAsIkciOjAsIkIiOjB9fSwiSXNWaXNpYmxlIjp0cnVlLCJXaWR0aCI6MC4wLCJIZWlnaHQiOjAuMCwiQm9yZGVyU3R5bGUiOnsiJGlkIjoiMTY1MiIsIkxpbmVDb2xvciI6bnVsbCwiTGluZVdlaWdodCI6MC4wLCJMaW5lVHlwZSI6MCwiUGFyZW50U3R5bGUiOm51bGx9LCJQYXJlbnRTdHlsZSI6bnVsbH0sIkhvcml6b250YWxDb25uZWN0b3JTdHlsZSI6eyIkaWQiOiIxNjUzIiwiTGluZUNvbG9yIjp7IiRpZCI6IjE2NTQiLCIkdHlwZSI6Ik5MUkUuQ29tbW9uLkRvbS5Tb2xpZENvbG9yQnJ1c2gsIE5MUkUuQ29tbW9uIiwiQ29sb3IiOnsiJGlkIjoiMTY1NSIsIkEiOjI1NSwiUiI6MjA0LCJHIjoyMDQsIkIiOjIwNH19LCJMaW5lV2VpZ2h0IjoxLjAsIkxpbmVUeXBlIjowLCJQYXJlbnRTdHlsZSI6bnVsbH0sIlZlcnRpY2FsQ29ubmVjdG9yU3R5bGUiOnsiJGlkIjoiMTY1NiIsIkxpbmVDb2xvciI6eyIkaWQiOiIxNjU3IiwiJHR5cGUiOiJOTFJFLkNvbW1vbi5Eb20uU29saWRDb2xvckJydXNoLCBOTFJFLkNvbW1vbiIsIkNvbG9yIjp7IiRpZCI6IjE2NTg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2NTkiLCJTaGFwZVN0eWxlIjp7IiRpZCI6IjE2NjAiLCJNYXJnaW4iOnsiJGlkIjoiMTY2MSIsIlRvcCI6MC4wLCJMZWZ0IjowLjAsIlJpZ2h0IjowLjAsIkJvdHRvbSI6MC4wfSwiUGFkZGluZyI6eyIkaWQiOiIxNjYyIiwiVG9wIjowLjAsIkxlZnQiOjAuMCwiUmlnaHQiOjAuMCwiQm90dG9tIjowLjB9LCJCYWNrZ3JvdW5kIjp7IiRpZCI6IjE2NjMiLCJDb2xvciI6eyIkaWQiOiIxNjY0IiwiQSI6MTUzLCJSIjowLCJHIjowLCJCIjowfX0sIklzVmlzaWJsZSI6dHJ1ZSwiV2lkdGgiOjAuMCwiSGVpZ2h0IjowLjAsIkJvcmRlclN0eWxlIjp7IiRpZCI6IjE2NjUiLCJMaW5lQ29sb3IiOm51bGwsIkxpbmVXZWlnaHQiOjAuMCwiTGluZVR5cGUiOjAsIlBhcmVudFN0eWxlIjpudWxsfSwiUGFyZW50U3R5bGUiOm51bGx9LCJNYXJnaW4iOnsiJGlkIjoiMTY2NiIsIlRvcCI6MC4wLCJMZWZ0IjowLjAsIlJpZ2h0IjowLjAsIkJvdHRvbSI6MC4wfSwiUGFkZGluZyI6eyIkaWQiOiIxNjY3IiwiVG9wIjowLjAsIkxlZnQiOjAuMCwiUmlnaHQiOjAuMCwiQm90dG9tIjowLjB9LCJCYWNrZ3JvdW5kIjpudWxsLCJJc1Zpc2libGUiOnRydWUsIldpZHRoIjowLjAsIkhlaWdodCI6MC4wLCJCb3JkZXJTdHlsZSI6bnVsbCwiUGFyZW50U3R5bGUiOm51bGx9LCJTaGFwZVN0eWxlIjp7IiRpZCI6IjE2NjgiLCJNYXJnaW4iOnsiJGlkIjoiMTY2OSIsIlRvcCI6MC4wLCJMZWZ0Ijo0LjAsIlJpZ2h0Ijo0LjAsIkJvdHRvbSI6MC4wfSwiUGFkZGluZyI6eyIkaWQiOiIxNjcwIiwiVG9wIjowLjAsIkxlZnQiOjAuMCwiUmlnaHQiOjAuMCwiQm90dG9tIjowLjB9LCJCYWNrZ3JvdW5kIjp7IiRpZCI6IjE2NzEiLCJDb2xvciI6eyIkaWQiOiIxNjcyIiwiQSI6MjU1LCJSIjoyNiwiRyI6MTcwLCJCIjo2Nn19LCJJc1Zpc2libGUiOnRydWUsIldpZHRoIjoxNjYuMCwiSGVpZ2h0IjoxMC4wLCJCb3JkZXJTdHlsZSI6eyIkaWQiOiIxNjczIiwiTGluZUNvbG9yIjp7IiRpZCI6IjE2NzQiLCIkdHlwZSI6Ik5MUkUuQ29tbW9uLkRvbS5Tb2xpZENvbG9yQnJ1c2gsIE5MUkUuQ29tbW9uIiwiQ29sb3IiOnsiJGlkIjoiMTY3NSIsIkEiOjI1NSwiUiI6MjM0LCJHIjoyMiwiQiI6MzB9fSwiTGluZVdlaWdodCI6MC4wLCJMaW5lVHlwZSI6MCwiUGFyZW50U3R5bGUiOm51bGx9LCJQYXJlbnRTdHlsZSI6bnVsbH0sIlRpdGxlU3R5bGUiOnsiJGlkIjoiMTY3NiIsIkZvbnRTZXR0aW5ncyI6eyIkaWQiOiIxNjc3IiwiRm9udFNpemUiOjExLCJGb250TmFtZSI6IkNhbGlicmkiLCJJc0JvbGQiOnRydWUsIklzSXRhbGljIjpmYWxzZSwiSXNVbmRlcmxpbmVkIjpmYWxzZSwiUGFyZW50U3R5bGUiOm51bGx9LCJBdXRvU2l6ZSI6MCwiRm9yZWdyb3VuZCI6eyIkaWQiOiIxNjc4IiwiQ29sb3IiOnsiJGlkIjoiMTY3O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NjgwIiwiVG9wIjowLjAsIkxlZnQiOjAuMCwiUmlnaHQiOjAuMCwiQm90dG9tIjowLjB9LCJQYWRkaW5nIjp7IiRpZCI6IjE2ODEiLCJUb3AiOjAuMCwiTGVmdCI6MC4wLCJSaWdodCI6MC4wLCJCb3R0b20iOjAuMH0sIkJhY2tncm91bmQiOnsiJGlkIjoiMTY4MiIsIkNvbG9yIjp7IiRpZCI6IjE2ODMiLCJBIjowLCJSIjoyNTUsIkciOjI1NSwiQiI6MjU1fX0sIklzVmlzaWJsZSI6dHJ1ZSwiV2lkdGgiOjAuMCwiSGVpZ2h0IjowLjAsIkJvcmRlclN0eWxlIjp7IiRpZCI6IjE2ODQiLCJMaW5lQ29sb3IiOm51bGwsIkxpbmVXZWlnaHQiOjAuMCwiTGluZVR5cGUiOjAsIlBhcmVudFN0eWxlIjpudWxsfSwiUGFyZW50U3R5bGUiOm51bGx9LCJEYXRlU3R5bGUiOnsiJGlkIjoiMTY4NSIsIkZvbnRTZXR0aW5ncyI6eyIkaWQiOiIxNjg2IiwiRm9udFNpemUiOjEwLCJGb250TmFtZSI6IkNhbGlicmkiLCJJc0JvbGQiOmZhbHNlLCJJc0l0YWxpYyI6ZmFsc2UsIklzVW5kZXJsaW5lZCI6ZmFsc2UsIlBhcmVudFN0eWxlIjpudWxsfSwiQXV0b1NpemUiOjAsIkZvcmVncm91bmQiOnsiJGlkIjoiMTY4NyIsIkNvbG9yIjp7IiRpZCI6IjE2ODg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2ODkiLCJUb3AiOjAuMCwiTGVmdCI6MC4wLCJSaWdodCI6MC4wLCJCb3R0b20iOjAuMH0sIlBhZGRpbmciOnsiJGlkIjoiMTY5MCIsIlRvcCI6MC4wLCJMZWZ0IjowLjAsIlJpZ2h0IjowLjAsIkJvdHRvbSI6MC4wfSwiQmFja2dyb3VuZCI6eyIkaWQiOiIxNjkxIiwiQ29sb3IiOnsiJGlkIjoiMTY5MiIsIkEiOjAsIlIiOjI1NSwiRyI6MjU1LCJCIjoyNTV9fSwiSXNWaXNpYmxlIjp0cnVlLCJXaWR0aCI6MC4wLCJIZWlnaHQiOjAuMCwiQm9yZGVyU3R5bGUiOnsiJGlkIjoiMTY5MyIsIkxpbmVDb2xvciI6bnVsbCwiTGluZVdlaWdodCI6MC4wLCJMaW5lVHlwZSI6MCwiUGFyZW50U3R5bGUiOm51bGx9LCJQYXJlbnRTdHlsZSI6bnVsbH0sIkRhdGVGb3JtYXQiOnsiJGlkIjoiMTY5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k1IiwiRm9ybWF0IjowLCJJc1Zpc2libGUiOmZhbHNlLCJMYXN0S25vd25WaXNpYmlsaXR5U3RhdGUiOmZhbHNlfSwiSXNWaXNpYmxlIjp0cnVlLCJWYXJpYW5jZVN0eWxlIjp7IiRpZCI6IjE2OTYiLCJUZXh0U3R5bGUiOnsiJGlkIjoiMTY5NyIsIkZvbnRTZXR0aW5ncyI6eyIkaWQiOiIxNjk4IiwiRm9udFNpemUiOjExLCJGb250TmFtZSI6IkNhbGlicmkiLCJJc0JvbGQiOmZhbHNlLCJJc0l0YWxpYyI6ZmFsc2UsIklzVW5kZXJsaW5lZCI6ZmFsc2UsIlBhcmVudFN0eWxlIjpudWxsfSwiQXV0b1NpemUiOjAsIkZvcmVncm91bmQiOnsiJGlkIjoiMTY5OSIsIkNvbG9yIjp7IiRpZCI6IjE3MD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wMSIsIlRvcCI6MC4wLCJMZWZ0IjowLjAsIlJpZ2h0IjowLjAsIkJvdHRvbSI6MC4wfSwiUGFkZGluZyI6eyIkaWQiOiIxNzAyIiwiVG9wIjowLjAsIkxlZnQiOjAuMCwiUmlnaHQiOjAuMCwiQm90dG9tIjowLjB9LCJCYWNrZ3JvdW5kIjp7IiRpZCI6IjE3MDMiLCJDb2xvciI6eyIkaWQiOiIxNzA0IiwiQSI6MCwiUiI6MCwiRyI6MCwiQiI6MH19LCJJc1Zpc2libGUiOnRydWUsIldpZHRoIjowLjAsIkhlaWdodCI6MC4wLCJCb3JkZXJTdHlsZSI6eyIkaWQiOiIxNzA1IiwiTGluZUNvbG9yIjpudWxsLCJMaW5lV2VpZ2h0IjowLjAsIkxpbmVUeXBlIjowLCJQYXJlbnRTdHlsZSI6bnVsbH0sIlBhcmVudFN0eWxlIjpudWxsfSwiUGFyZW50U3R5bGUiOm51bGx9LCJQYXJlbnRTdHlsZSI6bnVsbCwiX2V4cGxpY2l0bHlTZXQiOnsiJGlkIjoiMTcwN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3MDciLCJTaGFwZSI6MiwiQ29ubmVjdG9yTWFyZ2luIjp7IiRpZCI6IjE3MDgiLCJUb3AiOjAuMCwiTGVmdCI6Mi4wLCJSaWdodCI6Mi4wLCJCb3R0b20iOjAuMH0sIkNvbm5lY3RvclN0eWxlIjp7IiRpZCI6IjE3MDkiLCJMaW5lQ29sb3IiOnsiJGlkIjoiMTcxMCIsIiR0eXBlIjoiTkxSRS5Db21tb24uRG9tLlNvbGlkQ29sb3JCcnVzaCwgTkxSRS5Db21tb24iLCJDb2xvciI6eyIkaWQiOiIxNzExIiwiQSI6MTI3LCJSIjo3OSwiRyI6MTI5LCJCIjoxODl9fSwiTGluZVdlaWdodCI6MS4wLCJMaW5lVHlwZSI6MCwiUGFyZW50U3R5bGUiOm51bGx9LCJJc0JlbG93VGltZWJhbmQiOmZhbHNlLCJQb3NpdGlvbk9uVGFzayI6MSwiSGlkZURhdGUiOmZhbHNlLCJTaGFwZVNpemUiOjEsIlNwYWNpbmciOjAuMCwiUGFkZGluZyI6eyIkaWQiOiIxNzEyIiwiVG9wIjo1LjAsIkxlZnQiOjMuMCwiUmlnaHQiOjAuMCwiQm90dG9tIjoyLjB9LCJTaGFwZVN0eWxlIjp7IiRpZCI6IjE3MTMiLCJNYXJnaW4iOnsiJGlkIjoiMTcxNCIsIlRvcCI6MC4wLCJMZWZ0IjowLjAsIlJpZ2h0IjowLjAsIkJvdHRvbSI6MC4wfSwiUGFkZGluZyI6eyIkaWQiOiIxNzE1IiwiVG9wIjowLjAsIkxlZnQiOjAuMCwiUmlnaHQiOjAuMCwiQm90dG9tIjowLjB9LCJCYWNrZ3JvdW5kIjp7IiRpZCI6IjE3MTYiLCJDb2xvciI6eyIkaWQiOiIxNzE3IiwiQSI6MjU1LCJSIjowLCJHIjo5MiwiQiI6MTQxfX0sIklzVmlzaWJsZSI6dHJ1ZSwiV2lkdGgiOjEzLjAsIkhlaWdodCI6MTMuMCwiQm9yZGVyU3R5bGUiOnsiJGlkIjoiMTcxOCIsIkxpbmVDb2xvciI6eyIkaWQiOiIxNzE5IiwiJHR5cGUiOiJOTFJFLkNvbW1vbi5Eb20uU29saWRDb2xvckJydXNoLCBOTFJFLkNvbW1vbiIsIkNvbG9yIjp7IiRpZCI6IjE3MjAiLCJBIjoyNTUsIlIiOjIzNCwiRyI6MjIsIkIiOjMwfX0sIkxpbmVXZWlnaHQiOjAuMCwiTGluZVR5cGUiOjAsIlBhcmVudFN0eWxlIjpudWxsfSwiUGFyZW50U3R5bGUiOm51bGx9LCJUaXRsZVN0eWxlIjp7IiRpZCI6IjE3MjEiLCJGb250U2V0dGluZ3MiOnsiJGlkIjoiMTcyMiIsIkZvbnRTaXplIjoxMSwiRm9udE5hbWUiOiJDYWxpYnJpIiwiSXNCb2xkIjp0cnVlLCJJc0l0YWxpYyI6ZmFsc2UsIklzVW5kZXJsaW5lZCI6ZmFsc2UsIlBhcmVudFN0eWxlIjpudWxsfSwiQXV0b1NpemUiOjAsIkZvcmVncm91bmQiOnsiJGlkIjoiMTcyMyIsIkNvbG9yIjp7IiRpZCI6IjE3MjQ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cyNSIsIlRvcCI6MC4wLCJMZWZ0IjowLjAsIlJpZ2h0IjowLjAsIkJvdHRvbSI6MC4wfSwiUGFkZGluZyI6eyIkaWQiOiIxNzI2IiwiVG9wIjowLjAsIkxlZnQiOjAuMCwiUmlnaHQiOjAuMCwiQm90dG9tIjowLjB9LCJCYWNrZ3JvdW5kIjp7IiRpZCI6IjE3MjciLCJDb2xvciI6eyIkaWQiOiIxNzI4IiwiQSI6MCwiUiI6MCwiRyI6MCwiQiI6MH19LCJJc1Zpc2libGUiOnRydWUsIldpZHRoIjowLjAsIkhlaWdodCI6MC4wLCJCb3JkZXJTdHlsZSI6eyIkaWQiOiIxNzI5IiwiTGluZUNvbG9yIjpudWxsLCJMaW5lV2VpZ2h0IjowLjAsIkxpbmVUeXBlIjowLCJQYXJlbnRTdHlsZSI6bnVsbH0sIlBhcmVudFN0eWxlIjpudWxsfSwiRGF0ZVN0eWxlIjp7IiRpZCI6IjE3MzAiLCJGb250U2V0dGluZ3MiOnsiJGlkIjoiMTczMSIsIkZvbnRTaXplIjoxMCwiRm9udE5hbWUiOiJDYWxpYnJpIiwiSXNCb2xkIjpmYWxzZSwiSXNJdGFsaWMiOmZhbHNlLCJJc1VuZGVybGluZWQiOmZhbHNlLCJQYXJlbnRTdHlsZSI6bnVsbH0sIkF1dG9TaXplIjowLCJGb3JlZ3JvdW5kIjp7IiRpZCI6IjE3MzIiLCJDb2xvciI6eyIkaWQiOiIxNzM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zM0IiwiVG9wIjowLjAsIkxlZnQiOjAuMCwiUmlnaHQiOjAuMCwiQm90dG9tIjowLjB9LCJQYWRkaW5nIjp7IiRpZCI6IjE3MzUiLCJUb3AiOjAuMCwiTGVmdCI6MC4wLCJSaWdodCI6MC4wLCJCb3R0b20iOjAuMH0sIkJhY2tncm91bmQiOnsiJGlkIjoiMTczNiIsIkNvbG9yIjp7IiRpZCI6IjE3MzciLCJBIjowLCJSIjowLCJHIjowLCJCIjowfX0sIklzVmlzaWJsZSI6dHJ1ZSwiV2lkdGgiOjAuMCwiSGVpZ2h0IjowLjAsIkJvcmRlclN0eWxlIjp7IiRpZCI6IjE3MzgiLCJMaW5lQ29sb3IiOm51bGwsIkxpbmVXZWlnaHQiOjAuMCwiTGluZVR5cGUiOjAsIlBhcmVudFN0eWxlIjpudWxsfSwiUGFyZW50U3R5bGUiOm51bGx9LCJEYXRlRm9ybWF0Ijp7IiRpZCI6IjE3Mz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c0MCIsIkZvcm1hdCI6MCwiSXNWaXNpYmxlIjpmYWxzZSwiTGFzdEtub3duVmlzaWJpbGl0eVN0YXRlIjpmYWxzZX0sIklzVmlzaWJsZSI6dHJ1ZSwiVmFyaWFuY2VTdHlsZSI6eyIkaWQiOiIxNzQxIiwiVGV4dFN0eWxlIjp7IiRpZCI6IjE3NDIiLCJGb250U2V0dGluZ3MiOnsiJGlkIjoiMTc0MyIsIkZvbnRTaXplIjoxMSwiRm9udE5hbWUiOiJDYWxpYnJpIiwiSXNCb2xkIjpmYWxzZSwiSXNJdGFsaWMiOmZhbHNlLCJJc1VuZGVybGluZWQiOmZhbHNlLCJQYXJlbnRTdHlsZSI6bnVsbH0sIkF1dG9TaXplIjowLCJGb3JlZ3JvdW5kIjp7IiRpZCI6IjE3NDQiLCJDb2xvciI6eyIkaWQiOiIxNzQ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3NDYiLCJUb3AiOjAuMCwiTGVmdCI6MC4wLCJSaWdodCI6MC4wLCJCb3R0b20iOjAuMH0sIlBhZGRpbmciOnsiJGlkIjoiMTc0NyIsIlRvcCI6MC4wLCJMZWZ0IjowLjAsIlJpZ2h0IjowLjAsIkJvdHRvbSI6MC4wfSwiQmFja2dyb3VuZCI6eyIkaWQiOiIxNzQ4IiwiQ29sb3IiOnsiJGlkIjoiMTc0OSIsIkEiOjAsIlIiOjAsIkciOjAsIkIiOjB9fSwiSXNWaXNpYmxlIjpmYWxzZSwiV2lkdGgiOjAuMCwiSGVpZ2h0IjowLjAsIkJvcmRlclN0eWxlIjp7IiRpZCI6IjE3NTAiLCJMaW5lQ29sb3IiOm51bGwsIkxpbmVXZWlnaHQiOjAuMCwiTGluZVR5cGUiOjAsIlBhcmVudFN0eWxlIjpudWxsfSwiUGFyZW50U3R5bGUiOm51bGx9LCJQYXJlbnRTdHlsZSI6bnVsbH0sIlBhcmVudFN0eWxlIjpudWxsfSwiRGVmYXVsdFN3aW1sYW5lTWlsZXN0b25lU3R5bGUiOnsiJGlkIjoiMTc1MSIsIlRpdGxlUG9zaXRpb24iOiJSaWdodCIsIkRhdGVQb3NpdGlvbiI6IkxlZnQiLCJWYXJpYW5jZVBvc2l0aW9uIjoiTGVmdCIsIlNoYXBlVHlwZSI6MiwiU2hhcGVTaXplIjoxLCJTcGFjaW5nIjo1LCJTaGFwZVN0eWxlIjp7IiRpZCI6IjE3NTIiLCJNYXJnaW4iOnsiJGlkIjoiMTc1MyIsIlRvcCI6MC4wLCJMZWZ0IjowLjAsIlJpZ2h0IjowLjAsIkJvdHRvbSI6MC4wfSwiUGFkZGluZyI6eyIkaWQiOiIxNzU0IiwiVG9wIjowLjAsIkxlZnQiOjAuMCwiUmlnaHQiOjAuMCwiQm90dG9tIjowLjB9LCJCYWNrZ3JvdW5kIjp7IiRpZCI6IjE3NTUiLCJDb2xvciI6eyIkaWQiOiIxNzU2IiwiQSI6MjU1LCJSIjowLCJHIjo5MiwiQiI6MTQxfX0sIklzVmlzaWJsZSI6dHJ1ZSwiV2lkdGgiOjEzLjAsIkhlaWdodCI6MTMuMCwiQm9yZGVyU3R5bGUiOnsiJGlkIjoiMTc1NyIsIkxpbmVDb2xvciI6eyIkaWQiOiIxNzU4IiwiJHR5cGUiOiJOTFJFLkNvbW1vbi5Eb20uU29saWRDb2xvckJydXNoLCBOTFJFLkNvbW1vbiIsIkNvbG9yIjp7IiRpZCI6IjE3NTkiLCJBIjoyNTUsIlIiOjIzNCwiRyI6MjIsIkIiOjMwfX0sIkxpbmVXZWlnaHQiOjAuMCwiTGluZVR5cGUiOjAsIlBhcmVudFN0eWxlIjpudWxsfSwiUGFyZW50U3R5bGUiOm51bGx9LCJUaXRsZVN0eWxlIjp7IiRpZCI6IjE3NjAiLCJGb250U2V0dGluZ3MiOnsiJGlkIjoiMTc2MSIsIkZvbnRTaXplIjoxMSwiRm9udE5hbWUiOiJDYWxpYnJpIiwiSXNCb2xkIjp0cnVlLCJJc0l0YWxpYyI6ZmFsc2UsIklzVW5kZXJsaW5lZCI6ZmFsc2UsIlBhcmVudFN0eWxlIjpudWxsfSwiQXV0b1NpemUiOjAsIkZvcmVncm91bmQiOnsiJGlkIjoiMTc2MiIsIkNvbG9yIjp7IiRpZCI6IjE3NjM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Tc2NCIsIlRvcCI6MC4wLCJMZWZ0IjowLjAsIlJpZ2h0IjowLjAsIkJvdHRvbSI6MC4wfSwiUGFkZGluZyI6eyIkaWQiOiIxNzY1IiwiVG9wIjowLjAsIkxlZnQiOjAuMCwiUmlnaHQiOjAuMCwiQm90dG9tIjowLjB9LCJCYWNrZ3JvdW5kIjp7IiRpZCI6IjE3NjYiLCJDb2xvciI6eyIkaWQiOiIxNzY3IiwiQSI6MCwiUiI6MCwiRyI6MCwiQiI6MH19LCJJc1Zpc2libGUiOnRydWUsIldpZHRoIjowLjAsIkhlaWdodCI6MC4wLCJCb3JkZXJTdHlsZSI6eyIkaWQiOiIxNzY4IiwiTGluZUNvbG9yIjpudWxsLCJMaW5lV2VpZ2h0IjowLjAsIkxpbmVUeXBlIjowLCJQYXJlbnRTdHlsZSI6bnVsbH0sIlBhcmVudFN0eWxlIjpudWxsfSwiRGF0ZVN0eWxlIjp7IiRpZCI6IjE3NjkiLCJGb250U2V0dGluZ3MiOnsiJGlkIjoiMTc3MCIsIkZvbnRTaXplIjoxMCwiRm9udE5hbWUiOiJDYWxpYnJpIiwiSXNCb2xkIjpmYWxzZSwiSXNJdGFsaWMiOmZhbHNlLCJJc1VuZGVybGluZWQiOmZhbHNlLCJQYXJlbnRTdHlsZSI6bnVsbH0sIkF1dG9TaXplIjowLCJGb3JlZ3JvdW5kIjp7IiRpZCI6IjE3NzEiLCJDb2xvciI6eyIkaWQiOiIxNzcy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NzczIiwiVG9wIjowLjAsIkxlZnQiOjAuMCwiUmlnaHQiOjAuMCwiQm90dG9tIjowLjB9LCJQYWRkaW5nIjp7IiRpZCI6IjE3NzQiLCJUb3AiOjAuMCwiTGVmdCI6MC4wLCJSaWdodCI6MC4wLCJCb3R0b20iOjAuMH0sIkJhY2tncm91bmQiOnsiJGlkIjoiMTc3NSIsIkNvbG9yIjp7IiRpZCI6IjE3NzYiLCJBIjowLCJSIjowLCJHIjowLCJCIjowfX0sIklzVmlzaWJsZSI6dHJ1ZSwiV2lkdGgiOjAuMCwiSGVpZ2h0IjowLjAsIkJvcmRlclN0eWxlIjp7IiRpZCI6IjE3NzciLCJMaW5lQ29sb3IiOm51bGwsIkxpbmVXZWlnaHQiOjAuMCwiTGluZVR5cGUiOjAsIlBhcmVudFN0eWxlIjpudWxsfSwiUGFyZW50U3R5bGUiOm51bGx9LCJEYXRlRm9ybWF0Ijp7IiRpZCI6IjE3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c3OSIsIkZvcm1hdCI6MCwiSXNWaXNpYmxlIjpmYWxzZSwiTGFzdEtub3duVmlzaWJpbGl0eVN0YXRlIjpmYWxzZX0sIklzVmlzaWJsZSI6dHJ1ZSwiVmFyaWFuY2VTdHlsZSI6eyIkaWQiOiIxNzgwIiwiVGV4dFN0eWxlIjp7IiRpZCI6IjE3ODEiLCJGb250U2V0dGluZ3MiOnsiJGlkIjoiMTc4MiIsIkZvbnRTaXplIjoxMSwiRm9udE5hbWUiOiJDYWxpYnJpIiwiSXNCb2xkIjpmYWxzZSwiSXNJdGFsaWMiOmZhbHNlLCJJc1VuZGVybGluZWQiOmZhbHNlLCJQYXJlbnRTdHlsZSI6bnVsbH0sIkF1dG9TaXplIjowLCJGb3JlZ3JvdW5kIjp7IiRpZCI6IjE3ODMiLCJDb2xvciI6eyIkaWQiOiIxNz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3ODUiLCJUb3AiOjAuMCwiTGVmdCI6MC4wLCJSaWdodCI6MC4wLCJCb3R0b20iOjAuMH0sIlBhZGRpbmciOnsiJGlkIjoiMTc4NiIsIlRvcCI6MC4wLCJMZWZ0IjowLjAsIlJpZ2h0IjowLjAsIkJvdHRvbSI6MC4wfSwiQmFja2dyb3VuZCI6eyIkaWQiOiIxNzg3IiwiQ29sb3IiOnsiJGlkIjoiMTc4OCIsIkEiOjAsIlIiOjAsIkciOjAsIkIiOjB9fSwiSXNWaXNpYmxlIjp0cnVlLCJXaWR0aCI6MC4wLCJIZWlnaHQiOjAuMCwiQm9yZGVyU3R5bGUiOnsiJGlkIjoiMTc4OSIsIkxpbmVDb2xvciI6bnVsbCwiTGluZVdlaWdodCI6MC4wLCJMaW5lVHlwZSI6MCwiUGFyZW50U3R5bGUiOm51bGx9LCJQYXJlbnRTdHlsZSI6bnVsbH0sIlBhcmVudFN0eWxlIjpudWxsfSwiUGFyZW50U3R5bGUiOm51bGx9LCJEZWZhdWx0U3dpbWxhbmVBY3Rpdml0eVN0eWxlIjp7IiRpZCI6IjE3OTAiLCJIZWFkZXJTdHlsZSI6eyIkaWQiOiIxNzkxIiwiVGV4dFN0eWxlIjp7IiRpZCI6IjE3OTIiLCJGb250U2V0dGluZ3MiOnsiJGlkIjoiMTc5MyIsIkZvbnRTaXplIjoxMSwiRm9udE5hbWUiOiJDYWxpYnJpIiwiSXNCb2xkIjpmYWxzZSwiSXNJdGFsaWMiOmZhbHNlLCJJc1VuZGVybGluZWQiOmZhbHNlLCJQYXJlbnRTdHlsZSI6bnVsbH0sIkF1dG9TaXplIjoyLCJGb3JlZ3JvdW5kIjp7IiRpZCI6IjE3OTQiLCJDb2xvciI6eyIkaWQiOiIxNzk1IiwiQSI6MjU1LCJSIjowLCJHIjowLCJCIjowfX0sIk1heFdpZHRoIjowLjAsIk1heEhlaWdodCI6IkluZmluaXR5IiwiU21hcnRGb3JlZ3JvdW5kSXNBY3RpdmUiOmZhbHNlLCJIb3Jpem9udGFsQWxpZ25tZW50IjowLCJWZXJ0aWNhbEFsaWdubWVudCI6MCwiU21hcnRGb3JlZ3JvdW5kIjpudWxsLCJCYWNrZ3JvdW5kRmlsbFR5cGUiOjAsIk1hcmdpbiI6eyIkaWQiOiIxNzk2IiwiVG9wIjowLjAsIkxlZnQiOjAuMCwiUmlnaHQiOjAuMCwiQm90dG9tIjowLjB9LCJQYWRkaW5nIjp7IiRpZCI6IjE3OTciLCJUb3AiOjAuMCwiTGVmdCI6MC4wLCJSaWdodCI6MC4wLCJCb3R0b20iOjAuMH0sIkJhY2tncm91bmQiOm51bGwsIklzVmlzaWJsZSI6dHJ1ZSwiV2lkdGgiOjAuMCwiSGVpZ2h0IjowLjAsIkJvcmRlclN0eWxlIjpudWxsLCJQYXJlbnRTdHlsZSI6bnVsbH0sIlJlY3RhbmdsZVN0eWxlIjp7IiRpZCI6IjE3OTgiLCJNYXJnaW4iOnsiJGlkIjoiMTc5OSIsIlRvcCI6MC4wLCJMZWZ0IjowLjAsIlJpZ2h0IjowLjAsIkJvdHRvbSI6MC4wfSwiUGFkZGluZyI6eyIkaWQiOiIxODAwIiwiVG9wIjowLjAsIkxlZnQiOjAuMCwiUmlnaHQiOjAuMCwiQm90dG9tIjowLjB9LCJCYWNrZ3JvdW5kIjp7IiRpZCI6IjE4MDEiLCJDb2xvciI6eyIkaWQiOiIxODAyIiwiQSI6NjMsIlIiOjAsIkciOjkyLCJCIjoxNDF9fSwiSXNWaXNpYmxlIjp0cnVlLCJXaWR0aCI6MC4wLCJIZWlnaHQiOjAuMCwiQm9yZGVyU3R5bGUiOnsiJGlkIjoiMTgwMyIsIkxpbmVDb2xvciI6eyIkaWQiOiIxODA0IiwiJHR5cGUiOiJOTFJFLkNvbW1vbi5Eb20uU29saWRDb2xvckJydXNoLCBOTFJFLkNvbW1vbiIsIkNvbG9yIjp7IiRpZCI6IjE4MDUiLCJBIjoyNTUsIlIiOjI1NSwiRyI6MCwiQiI6MH19LCJMaW5lV2VpZ2h0IjowLjAsIkxpbmVUeXBlIjowLCJQYXJlbnRTdHlsZSI6bnVsbH0sIlBhcmVudFN0eWxlIjpudWxsfSwiTWFyZ2luIjp7IiRpZCI6IjE4MDYiLCJUb3AiOjAuMCwiTGVmdCI6MC4wLCJSaWdodCI6MC4wLCJCb3R0b20iOjAuMH0sIlBhZGRpbmciOnsiJGlkIjoiMTgwNyIsIlRvcCI6MC4wLCJMZWZ0IjowLjAsIlJpZ2h0IjowLjAsIkJvdHRvbSI6MC4wfSwiQmFja2dyb3VuZCI6bnVsbCwiSXNWaXNpYmxlIjp0cnVlLCJXaWR0aCI6MC4wLCJIZWlnaHQiOjAuMCwiQm9yZGVyU3R5bGUiOm51bGwsIlBhcmVudFN0eWxlIjpudWxsfSwiQmFja2dyb3VuZFN0eWxlIjp7IiRpZCI6IjE4MDgiLCJNYXJnaW4iOnsiJGlkIjoiMTgwOSIsIlRvcCI6MC4wLCJMZWZ0IjowLjAsIlJpZ2h0IjowLjAsIkJvdHRvbSI6MC4wfSwiUGFkZGluZyI6eyIkaWQiOiIxODEwIiwiVG9wIjowLjAsIkxlZnQiOjAuMCwiUmlnaHQiOjAuMCwiQm90dG9tIjowLjB9LCJCYWNrZ3JvdW5kIjp7IiRpZCI6IjE4MTEiLCJDb2xvciI6eyIkaWQiOiIxODEyIiwiQSI6NTEsIlIiOjU0LCJHIjoxNjksIkIiOjIyNX19LCJJc1Zpc2libGUiOnRydWUsIldpZHRoIjowLjAsIkhlaWdodCI6MC4wLCJCb3JkZXJTdHlsZSI6eyIkaWQiOiIxODEzIiwiTGluZUNvbG9yIjp7IiRpZCI6IjE4MTQiLCIkdHlwZSI6Ik5MUkUuQ29tbW9uLkRvbS5Tb2xpZENvbG9yQnJ1c2gsIE5MUkUuQ29tbW9uIiwiQ29sb3IiOnsiJGlkIjoiMTgxNSIsIkEiOjI1NSwiUiI6MjM0LCJHIjoyMiwiQiI6MzB9fSwiTGluZVdlaWdodCI6MC4wLCJMaW5lVHlwZSI6MCwiUGFyZW50U3R5bGUiOm51bGx9LCJQYXJlbnRTdHlsZSI6bnVsbH0sIk1hcmdpbiI6eyIkaWQiOiIxODE2IiwiVG9wIjowLjAsIkxlZnQiOjAuMCwiUmlnaHQiOjAuMCwiQm90dG9tIjowLjB9LCJQYWRkaW5nIjp7IiRpZCI6IjE4MTciLCJUb3AiOjAuMCwiTGVmdCI6MC4wLCJSaWdodCI6MC4wLCJCb3R0b20iOjAuMH0sIklzVmlzaWJsZSI6dHJ1ZSwiV2lkdGgiOjAuMCwiSGVpZ2h0IjowLjAsIkJvcmRlclN0eWxlIjp7IiRpZCI6IjE4MTgiLCJMaW5lQ29sb3IiOm51bGwsIkxpbmVXZWlnaHQiOjAuMCwiTGluZVR5cGUiOjAsIlBhcmVudFN0eWxlIjpudWxsfSwiUGFyZW50U3R5bGUiOm51bGx9LCJNYXJnaW4iOnsiJGlkIjoiMTgxOSIsIlRvcCI6MC4wLCJMZWZ0IjowLjAsIlJpZ2h0IjowLjAsIkJvdHRvbSI6MC4wfSwiUGFkZGluZyI6eyIkaWQiOiIxODIwIiwiVG9wIjowLjAsIkxlZnQiOjAuMCwiUmlnaHQiOjAuMCwiQm90dG9tIjowLjB9LCJJc1Zpc2libGUiOnRydWUsIldpZHRoIjowLjAsIkhlaWdodCI6MC4wLCJCb3JkZXJTdHlsZSI6eyIkaWQiOiIxODIxIiwiTGluZUNvbG9yIjpudWxsLCJMaW5lV2VpZ2h0IjowLjAsIkxpbmVUeXBlIjowLCJQYXJlbnRTdHlsZSI6bnVsbH0sIlBhcmVudFN0eWxlIjpudWxsfX0seyIkaWQiOiIxODIyIiwiX2FjdGl2aXRpZXMiOlt7IiRpZCI6IjE4MjMiLCJfcm93cyI6W3siJGlkIjoiMTgyNCIsIl90YXNrcyI6W3siJGlkIjoiMTgyNSIsIl9hdHRhY2hlZE1pbGVzdG9uZXMiOltdLCJUYXNrRGVmaW5pdGlvbiI6eyIkaWQiOiIxODI2IiwiR3JvdXBOYW1lIjpudWxsLCJTdGFydERhdGUiOiIyMDI3LTAzLTA0VDAwOjAwOjAwWiIsIkVuZERhdGUiOiIyMDI3LTA0LTE4VDIzOjU5OjAwWiIsIlBlcmNlbnRhZ2VDb21wbGV0ZSI6bnVsbCwiU3R5bGUiOnsiJGlkIjoiMTgyNyIsIlNoYXBlIjoxLCJTaGFwZVRoaWNrbmVzcyI6MCwiRHVyYXRpb25Gb3JtYXQiOjAsIkluY2x1ZGVOb25Xb3JraW5nRGF5c0luRHVyYXRpb24iOmZhbHNlLCJQZXJjZW50YWdlQ29tcGxldGVTdHlsZSI6eyIkaWQiOiIxODI4IiwiRm9udFNldHRpbmdzIjp7IiRpZCI6IjE4MjkiLCJGb250U2l6ZSI6MTAsIkZvbnROYW1lIjoiQ2FsaWJyaSIsIklzQm9sZCI6ZmFsc2UsIklzSXRhbGljIjpmYWxzZSwiSXNVbmRlcmxpbmVkIjpmYWxzZSwiUGFyZW50U3R5bGUiOm51bGx9LCJBdXRvU2l6ZSI6MCwiRm9yZWdyb3VuZCI6eyIkaWQiOiIxODMwIiwiQ29sb3IiOnsiJGlkIjoiMTgzMSIsIkEiOjI1NSwiUiI6MjM3LCJHIjoxMjUsIkIiOjQ5fX0sIk1heFdpZHRoIjoyMDAuMCwiTWF4SGVpZ2h0IjoiSW5maW5pdHkiLCJTbWFydEZvcmVncm91bmRJc0FjdGl2ZSI6ZmFsc2UsIkhvcml6b250YWxBbGlnbm1lbnQiOjEsIlZlcnRpY2FsQWxpZ25tZW50IjowLCJTbWFydEZvcmVncm91bmQiOm51bGwsIkJhY2tncm91bmRGaWxsVHlwZSI6MCwiTWFyZ2luIjp7IiRpZCI6IjE4MzIiLCJUb3AiOjAuMCwiTGVmdCI6MC4wLCJSaWdodCI6MC4wLCJCb3R0b20iOjAuMH0sIlBhZGRpbmciOnsiJGlkIjoiMTgzMyIsIlRvcCI6MC4wLCJMZWZ0IjowLjAsIlJpZ2h0IjowLjAsIkJvdHRvbSI6MC4wfSwiQmFja2dyb3VuZCI6eyIkaWQiOiIxODM0IiwiQ29sb3IiOnsiJGlkIjoiMTgzNSIsIkEiOjg5LCJSIjowLCJHIjowLCJCIjowfX0sIklzVmlzaWJsZSI6dHJ1ZSwiV2lkdGgiOjAuMCwiSGVpZ2h0IjowLjAsIkJvcmRlclN0eWxlIjp7IiRpZCI6IjE4MzYiLCJMaW5lQ29sb3IiOm51bGwsIkxpbmVXZWlnaHQiOjAuMCwiTGluZVR5cGUiOjAsIlBhcmVudFN0eWxlIjpudWxsfSwiUGFyZW50U3R5bGUiOm51bGx9LCJEdXJhdGlvblN0eWxlIjp7IiRpZCI6IjE4MzciLCJGb250U2V0dGluZ3MiOnsiJGlkIjoiMTgzOCIsIkZvbnRTaXplIjoxMCwiRm9udE5hbWUiOiJDYWxpYnJpIiwiSXNCb2xkIjpmYWxzZSwiSXNJdGFsaWMiOmZhbHNlLCJJc1VuZGVybGluZWQiOmZhbHNlLCJQYXJlbnRTdHlsZSI6bnVsbH0sIkF1dG9TaXplIjowLCJGb3JlZ3JvdW5kIjp7IiRpZCI6IjE4MzkiLCJDb2xvciI6eyIkaWQiOiIxODQ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g0MSIsIlRvcCI6MC4wLCJMZWZ0IjowLjAsIlJpZ2h0IjowLjAsIkJvdHRvbSI6MC4wfSwiUGFkZGluZyI6eyIkaWQiOiIxODQyIiwiVG9wIjowLjAsIkxlZnQiOjAuMCwiUmlnaHQiOjAuMCwiQm90dG9tIjowLjB9LCJCYWNrZ3JvdW5kIjp7IiRpZCI6IjE4NDMiLCJDb2xvciI6eyIkaWQiOiIxODQ0IiwiQSI6MCwiUiI6MCwiRyI6MCwiQiI6MH19LCJJc1Zpc2libGUiOnRydWUsIldpZHRoIjowLjAsIkhlaWdodCI6MC4wLCJCb3JkZXJTdHlsZSI6eyIkaWQiOiIxODQ1IiwiTGluZUNvbG9yIjpudWxsLCJMaW5lV2VpZ2h0IjowLjAsIkxpbmVUeXBlIjowLCJQYXJlbnRTdHlsZSI6bnVsbH0sIlBhcmVudFN0eWxlIjpudWxsfSwiSG9yaXpvbnRhbENvbm5lY3RvclN0eWxlIjp7IiRpZCI6IjE4NDYiLCJMaW5lQ29sb3IiOnsiJGlkIjoiMTg0NyIsIiR0eXBlIjoiTkxSRS5Db21tb24uRG9tLlNvbGlkQ29sb3JCcnVzaCwgTkxSRS5Db21tb24iLCJDb2xvciI6eyIkaWQiOiIxODQ4IiwiQSI6MjU1LCJSIjoyMDQsIkciOjIwNCwiQiI6MjA0fX0sIkxpbmVXZWlnaHQiOjEuMCwiTGluZVR5cGUiOjAsIlBhcmVudFN0eWxlIjpudWxsfSwiVmVydGljYWxDb25uZWN0b3JTdHlsZSI6eyIkaWQiOiIxODQ5IiwiTGluZUNvbG9yIjp7IiRpZCI6IjE4NTAiLCIkdHlwZSI6Ik5MUkUuQ29tbW9uLkRvbS5Tb2xpZENvbG9yQnJ1c2gsIE5MUkUuQ29tbW9uIiwiQ29sb3IiOnsiJGlkIjoiMTg1MS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Tg1MiIsIlNoYXBlU3R5bGUiOnsiJGlkIjoiMTg1MyIsIk1hcmdpbiI6eyIkaWQiOiIxODU0IiwiVG9wIjowLjAsIkxlZnQiOjAuMCwiUmlnaHQiOjAuMCwiQm90dG9tIjowLjB9LCJQYWRkaW5nIjp7IiRpZCI6IjE4NTUiLCJUb3AiOjAuMCwiTGVmdCI6MC4wLCJSaWdodCI6MC4wLCJCb3R0b20iOjAuMH0sIkJhY2tncm91bmQiOnsiJGlkIjoiMTg1NiIsIkNvbG9yIjp7IiRpZCI6IjE4NTciLCJBIjoxNTMsIlIiOjAsIkciOjAsIkIiOjB9fSwiSXNWaXNpYmxlIjp0cnVlLCJXaWR0aCI6MC4wLCJIZWlnaHQiOjAuMCwiQm9yZGVyU3R5bGUiOm51bGwsIlBhcmVudFN0eWxlIjpudWxsfSwiTWFyZ2luIjp7IiRpZCI6IjE4NTgiLCJUb3AiOjAuMCwiTGVmdCI6MC4wLCJSaWdodCI6MC4wLCJCb3R0b20iOjAuMH0sIlBhZGRpbmciOnsiJGlkIjoiMTg1OSIsIlRvcCI6MC4wLCJMZWZ0IjowLjAsIlJpZ2h0IjowLjAsIkJvdHRvbSI6MC4wfSwiQmFja2dyb3VuZCI6bnVsbCwiSXNWaXNpYmxlIjp0cnVlLCJXaWR0aCI6MC4wLCJIZWlnaHQiOjAuMCwiQm9yZGVyU3R5bGUiOm51bGwsIlBhcmVudFN0eWxlIjpudWxsfSwiU2hhcGVTdHlsZSI6eyIkaWQiOiIxODYwIiwiTWFyZ2luIjp7IiRpZCI6IjE4NjEiLCJUb3AiOjAuMCwiTGVmdCI6NC4wLCJSaWdodCI6NC4wLCJCb3R0b20iOjAuMH0sIlBhZGRpbmciOnsiJGlkIjoiMTg2MiIsIlRvcCI6MC4wLCJMZWZ0IjowLjAsIlJpZ2h0IjowLjAsIkJvdHRvbSI6MC4wfSwiQmFja2dyb3VuZCI6eyIkaWQiOiIxODYzIiwiQ29sb3IiOnsiJGlkIjoiMTg2NCIsIkEiOjI1NSwiUiI6MjYsIkciOjE3MCwiQiI6NjZ9fSwiSXNWaXNpYmxlIjp0cnVlLCJXaWR0aCI6MjM4LjAsIkhlaWdodCI6MTAuMCwiQm9yZGVyU3R5bGUiOnsiJGlkIjoiMTg2NSIsIkxpbmVDb2xvciI6eyIkaWQiOiIxODY2IiwiJHR5cGUiOiJOTFJFLkNvbW1vbi5Eb20uU29saWRDb2xvckJydXNoLCBOTFJFLkNvbW1vbiIsIkNvbG9yIjp7IiRpZCI6IjE4NjciLCJBIjoyNTUsIlIiOjIzNCwiRyI6MjIsIkIiOjMwfX0sIkxpbmVXZWlnaHQiOjAuMCwiTGluZVR5cGUiOjAsIlBhcmVudFN0eWxlIjpudWxsfSwiUGFyZW50U3R5bGUiOm51bGx9LCJUaXRsZVN0eWxlIjp7IiRpZCI6IjE4NjgiLCJGb250U2V0dGluZ3MiOnsiJGlkIjoiMTg2OSIsIkZvbnRTaXplIjoxMCwiRm9udE5hbWUiOiJDYWxpYnJpIiwiSXNCb2xkIjp0cnVlLCJJc0l0YWxpYyI6ZmFsc2UsIklzVW5kZXJsaW5lZCI6ZmFsc2UsIlBhcmVudFN0eWxlIjpudWxsfSwiQXV0b1NpemUiOjAsIkZvcmVncm91bmQiOnsiJGlkIjoiMTg3MCIsIkNvbG9yIjp7IiRpZCI6IjE4NzE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MTg3MiIsIlRvcCI6MC4wLCJMZWZ0IjowLjAsIlJpZ2h0IjowLjAsIkJvdHRvbSI6MC4wfSwiUGFkZGluZyI6eyIkaWQiOiIxODczIiwiVG9wIjowLjAsIkxlZnQiOjAuMCwiUmlnaHQiOjAuMCwiQm90dG9tIjowLjB9LCJCYWNrZ3JvdW5kIjp7IiRpZCI6IjE4NzQiLCJDb2xvciI6eyIkaWQiOiIxODc1IiwiQSI6MCwiUiI6MjU1LCJHIjoyNTUsIkIiOjI1NX19LCJJc1Zpc2libGUiOnRydWUsIldpZHRoIjowLjAsIkhlaWdodCI6MC4wLCJCb3JkZXJTdHlsZSI6eyIkaWQiOiIxODc2IiwiTGluZUNvbG9yIjpudWxsLCJMaW5lV2VpZ2h0IjowLjAsIkxpbmVUeXBlIjowLCJQYXJlbnRTdHlsZSI6bnVsbH0sIlBhcmVudFN0eWxlIjpudWxsfSwiRGF0ZVN0eWxlIjp7IiRpZCI6IjE4NzciLCJGb250U2V0dGluZ3MiOnsiJGlkIjoiMTg3OCIsIkZvbnRTaXplIjo5LCJGb250TmFtZSI6IkNhbGlicmkiLCJJc0JvbGQiOmZhbHNlLCJJc0l0YWxpYyI6ZmFsc2UsIklzVW5kZXJsaW5lZCI6ZmFsc2UsIlBhcmVudFN0eWxlIjpudWxsfSwiQXV0b1NpemUiOjAsIkZvcmVncm91bmQiOnsiJGlkIjoiMTg3OSIsIkNvbG9yIjp7IiRpZCI6IjE4OD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4ODEiLCJUb3AiOjAuMCwiTGVmdCI6MC4wLCJSaWdodCI6MC4wLCJCb3R0b20iOjAuMH0sIlBhZGRpbmciOnsiJGlkIjoiMTg4MiIsIlRvcCI6MC4wLCJMZWZ0IjowLjAsIlJpZ2h0IjowLjAsIkJvdHRvbSI6MC4wfSwiQmFja2dyb3VuZCI6eyIkaWQiOiIxODgzIiwiQ29sb3IiOnsiJGlkIjoiMTg4NCIsIkEiOjAsIlIiOjI1NSwiRyI6MjU1LCJCIjoyNTV9fSwiSXNWaXNpYmxlIjp0cnVlLCJXaWR0aCI6MC4wLCJIZWlnaHQiOjAuMCwiQm9yZGVyU3R5bGUiOnsiJGlkIjoiMTg4NSIsIkxpbmVDb2xvciI6bnVsbCwiTGluZVdlaWdodCI6MC4wLCJMaW5lVHlwZSI6MCwiUGFyZW50U3R5bGUiOm51bGx9LCJQYXJlbnRTdHlsZSI6bnVsbH0sIkRhdGVGb3JtYXQiOnsiJGlkIjoiMTg4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Dg3IiwiRm9ybWF0IjowLCJJc1Zpc2libGUiOmZhbHNlLCJMYXN0S25vd25WaXNpYmlsaXR5U3RhdGUiOmZhbHNlfSwiSXNWaXNpYmxlIjp0cnVlLCJWYXJpYW5jZVN0eWxlIjp7IiRpZCI6IjE4ODgiLCJUZXh0U3R5bGUiOnsiJGlkIjoiMTg4OSIsIkZvbnRTZXR0aW5ncyI6eyIkaWQiOiIxODkwIiwiRm9udFNpemUiOjExLCJGb250TmFtZSI6IkNhbGlicmkiLCJJc0JvbGQiOmZhbHNlLCJJc0l0YWxpYyI6ZmFsc2UsIklzVW5kZXJsaW5lZCI6ZmFsc2UsIlBhcmVudFN0eWxlIjpudWxsfSwiQXV0b1NpemUiOjAsIkZvcmVncm91bmQiOnsiJGlkIjoiMTg5MSIsIkNvbG9yIjp7IiRpZCI6IjE4OT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g5MyIsIlRvcCI6MC4wLCJMZWZ0IjowLjAsIlJpZ2h0IjowLjAsIkJvdHRvbSI6MC4wfSwiUGFkZGluZyI6eyIkaWQiOiIxODk0IiwiVG9wIjowLjAsIkxlZnQiOjAuMCwiUmlnaHQiOjAuMCwiQm90dG9tIjowLjB9LCJCYWNrZ3JvdW5kIjp7IiRpZCI6IjE4OTUiLCJDb2xvciI6eyIkaWQiOiIxODk2IiwiQSI6MCwiUiI6MCwiRyI6MCwiQiI6MH19LCJJc1Zpc2libGUiOnRydWUsIldpZHRoIjowLjAsIkhlaWdodCI6MC4wLCJCb3JkZXJTdHlsZSI6eyIkaWQiOiIxODk3IiwiTGluZUNvbG9yIjpudWxsLCJMaW5lV2VpZ2h0IjowLjAsIkxpbmVUeXBlIjowLCJQYXJlbnRTdHlsZSI6bnVsbH0sIlBhcmVudFN0eWxlIjpudWxsfSwiUGFyZW50U3R5bGUiOm51bGx9LCJQYXJlbnRTdHlsZSI6bnVsbH0sIkluZGV4IjoyMywiU21hcnREdXJhdGlvbkFjdGl2YXRlZCI6ZmFsc2UsIkRhdGVGb3JtYXQiOnsiJHJlZiI6IjE4ODYifSwiV2Vla051bWJlcmluZyI6eyIkaWQiOiIxODk4IiwiRm9ybWF0IjowLCJJc1Zpc2libGUiOmZhbHNlLCJMYXN0S25vd25WaXNpYmlsaXR5U3RhdGUiOmZhbHNlfSwiQmFzZWxpbmVEYXRhIjp7IiRpZCI6IjE4OTkiLCJTdGFydERhdGUiOiIyMDI3LTAzLTA0VDAwOjAwOjAwIiwiRW5kRGF0ZSI6IjIwMjctMDQtMThUMjM6NTk6MDAifSwiSWQiOiI1YjljOTRkZS05Yjg0LTQ5ODAtYTUzOS0xMTg1OWMzZmViODIiLCJJbXBvcnRJZCI6bnVsbCwiVGl0bGUiOiJUaWxidWRzZ2l2ZXIgdWRhcmJlamRlciAgZW5kZWxpZ3QgdGlsYnVkIiwiTm90ZSI6bnVsbCwiSHlwZXJsaW5rIjp7IiRpZCI6IjE5MDAiLCJBZGRyZXNzIjpudWxsLCJTdWJBZGRyZXNzIjpudWxsfSwiSXNDaGFuZ2VkIjpmYWxzZSwiSXNOZXciOmZhbHNlfX1dLCJfbWlsZXN0b25lcyI6W10sIklkIjoiMDAwMDAwMDAtMDAwMC0wMDAwLTAwMDAtMDAwMDAwMDAwMDAwIiwiSXNTaW5nbGVJdGVtUm93Ijp0cnVlfSx7IiRpZCI6IjE5MDEiLCJfdGFza3MiOlt7IiRpZCI6IjE5MDIiLCJfYXR0YWNoZWRNaWxlc3RvbmVzIjpbXSwiVGFza0RlZmluaXRpb24iOnsiJGlkIjoiMTkwMyIsIkdyb3VwTmFtZSI6bnVsbCwiU3RhcnREYXRlIjoiMjAyNy0wNC0xOVQwMDowMDowMFoiLCJFbmREYXRlIjoiMjAyNy0wNS0wNVQyMzo1OTowMFoiLCJQZXJjZW50YWdlQ29tcGxldGUiOm51bGwsIlN0eWxlIjp7IiRpZCI6IjE5MDQiLCJTaGFwZSI6MSwiU2hhcGVUaGlja25lc3MiOjAsIkR1cmF0aW9uRm9ybWF0IjowLCJJbmNsdWRlTm9uV29ya2luZ0RheXNJbkR1cmF0aW9uIjpmYWxzZSwiUGVyY2VudGFnZUNvbXBsZXRlU3R5bGUiOnsiJGlkIjoiMTkwNSIsIkZvbnRTZXR0aW5ncyI6eyIkaWQiOiIxOTA2IiwiRm9udFNpemUiOjEwLCJGb250TmFtZSI6IkNhbGlicmkiLCJJc0JvbGQiOmZhbHNlLCJJc0l0YWxpYyI6ZmFsc2UsIklzVW5kZXJsaW5lZCI6ZmFsc2UsIlBhcmVudFN0eWxlIjpudWxsfSwiQXV0b1NpemUiOjAsIkZvcmVncm91bmQiOnsiJGlkIjoiMTkwNyIsIkNvbG9yIjp7IiRpZCI6IjE5MDgiLCJBIjoyNTUsIlIiOjIzNywiRyI6MTI1LCJCIjo0OX19LCJNYXhXaWR0aCI6MjAwLjAsIk1heEhlaWdodCI6IkluZmluaXR5IiwiU21hcnRGb3JlZ3JvdW5kSXNBY3RpdmUiOmZhbHNlLCJIb3Jpem9udGFsQWxpZ25tZW50IjoxLCJWZXJ0aWNhbEFsaWdubWVudCI6MCwiU21hcnRGb3JlZ3JvdW5kIjpudWxsLCJCYWNrZ3JvdW5kRmlsbFR5cGUiOjAsIk1hcmdpbiI6eyIkaWQiOiIxOTA5IiwiVG9wIjowLjAsIkxlZnQiOjAuMCwiUmlnaHQiOjAuMCwiQm90dG9tIjowLjB9LCJQYWRkaW5nIjp7IiRpZCI6IjE5MTAiLCJUb3AiOjAuMCwiTGVmdCI6MC4wLCJSaWdodCI6MC4wLCJCb3R0b20iOjAuMH0sIkJhY2tncm91bmQiOnsiJGlkIjoiMTkxMSIsIkNvbG9yIjp7IiRpZCI6IjE5MTIiLCJBIjo4OSwiUiI6MCwiRyI6MCwiQiI6MH19LCJJc1Zpc2libGUiOnRydWUsIldpZHRoIjowLjAsIkhlaWdodCI6MC4wLCJCb3JkZXJTdHlsZSI6eyIkaWQiOiIxOTEzIiwiTGluZUNvbG9yIjpudWxsLCJMaW5lV2VpZ2h0IjowLjAsIkxpbmVUeXBlIjowLCJQYXJlbnRTdHlsZSI6bnVsbH0sIlBhcmVudFN0eWxlIjpudWxsfSwiRHVyYXRpb25TdHlsZSI6eyIkaWQiOiIxOTE0IiwiRm9udFNldHRpbmdzIjp7IiRpZCI6IjE5MTUiLCJGb250U2l6ZSI6MTAsIkZvbnROYW1lIjoiQ2FsaWJyaSIsIklzQm9sZCI6ZmFsc2UsIklzSXRhbGljIjpmYWxzZSwiSXNVbmRlcmxpbmVkIjpmYWxzZSwiUGFyZW50U3R5bGUiOm51bGx9LCJBdXRvU2l6ZSI6MCwiRm9yZWdyb3VuZCI6eyIkaWQiOiIxOTE2IiwiQ29sb3IiOnsiJGlkIjoiMTkxN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5MTgiLCJUb3AiOjAuMCwiTGVmdCI6MC4wLCJSaWdodCI6MC4wLCJCb3R0b20iOjAuMH0sIlBhZGRpbmciOnsiJGlkIjoiMTkxOSIsIlRvcCI6MC4wLCJMZWZ0IjowLjAsIlJpZ2h0IjowLjAsIkJvdHRvbSI6MC4wfSwiQmFja2dyb3VuZCI6eyIkaWQiOiIxOTIwIiwiQ29sb3IiOnsiJGlkIjoiMTkyMSIsIkEiOjAsIlIiOjAsIkciOjAsIkIiOjB9fSwiSXNWaXNpYmxlIjp0cnVlLCJXaWR0aCI6MC4wLCJIZWlnaHQiOjAuMCwiQm9yZGVyU3R5bGUiOnsiJGlkIjoiMTkyMiIsIkxpbmVDb2xvciI6bnVsbCwiTGluZVdlaWdodCI6MC4wLCJMaW5lVHlwZSI6MCwiUGFyZW50U3R5bGUiOm51bGx9LCJQYXJlbnRTdHlsZSI6bnVsbH0sIkhvcml6b250YWxDb25uZWN0b3JTdHlsZSI6eyIkaWQiOiIxOTIzIiwiTGluZUNvbG9yIjp7IiRpZCI6IjE5MjQiLCIkdHlwZSI6Ik5MUkUuQ29tbW9uLkRvbS5Tb2xpZENvbG9yQnJ1c2gsIE5MUkUuQ29tbW9uIiwiQ29sb3IiOnsiJGlkIjoiMTkyNSIsIkEiOjI1NSwiUiI6MjA0LCJHIjoyMDQsIkIiOjIwNH19LCJMaW5lV2VpZ2h0IjoxLjAsIkxpbmVUeXBlIjowLCJQYXJlbnRTdHlsZSI6bnVsbH0sIlZlcnRpY2FsQ29ubmVjdG9yU3R5bGUiOnsiJGlkIjoiMTkyNiIsIkxpbmVDb2xvciI6eyIkaWQiOiIxOTI3IiwiJHR5cGUiOiJOTFJFLkNvbW1vbi5Eb20uU29saWRDb2xvckJydXNoLCBOTFJFLkNvbW1vbiIsIkNvbG9yIjp7IiRpZCI6IjE5Mjg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E5MjkiLCJTaGFwZVN0eWxlIjp7IiRpZCI6IjE5MzAiLCJNYXJnaW4iOnsiJGlkIjoiMTkzMSIsIlRvcCI6MC4wLCJMZWZ0IjowLjAsIlJpZ2h0IjowLjAsIkJvdHRvbSI6MC4wfSwiUGFkZGluZyI6eyIkaWQiOiIxOTMyIiwiVG9wIjowLjAsIkxlZnQiOjAuMCwiUmlnaHQiOjAuMCwiQm90dG9tIjowLjB9LCJCYWNrZ3JvdW5kIjp7IiRpZCI6IjE5MzMiLCJDb2xvciI6eyIkaWQiOiIxOTM0IiwiQSI6MTUzLCJSIjowLCJHIjowLCJCIjowfX0sIklzVmlzaWJsZSI6dHJ1ZSwiV2lkdGgiOjAuMCwiSGVpZ2h0IjowLjAsIkJvcmRlclN0eWxlIjpudWxsLCJQYXJlbnRTdHlsZSI6bnVsbH0sIk1hcmdpbiI6eyIkaWQiOiIxOTM1IiwiVG9wIjowLjAsIkxlZnQiOjAuMCwiUmlnaHQiOjAuMCwiQm90dG9tIjowLjB9LCJQYWRkaW5nIjp7IiRpZCI6IjE5MzYiLCJUb3AiOjAuMCwiTGVmdCI6MC4wLCJSaWdodCI6MC4wLCJCb3R0b20iOjAuMH0sIkJhY2tncm91bmQiOm51bGwsIklzVmlzaWJsZSI6dHJ1ZSwiV2lkdGgiOjAuMCwiSGVpZ2h0IjowLjAsIkJvcmRlclN0eWxlIjpudWxsLCJQYXJlbnRTdHlsZSI6bnVsbH0sIlNoYXBlU3R5bGUiOnsiJGlkIjoiMTkzNyIsIk1hcmdpbiI6eyIkaWQiOiIxOTM4IiwiVG9wIjowLjAsIkxlZnQiOjQuMCwiUmlnaHQiOjQuMCwiQm90dG9tIjowLjB9LCJQYWRkaW5nIjp7IiRpZCI6IjE5MzkiLCJUb3AiOjAuMCwiTGVmdCI6MC4wLCJSaWdodCI6MC4wLCJCb3R0b20iOjAuMH0sIkJhY2tncm91bmQiOnsiJGlkIjoiMTk0MCIsIkNvbG9yIjp7IiRpZCI6IjE5NDEiLCJBIjoyNTUsIlIiOjI1NSwiRyI6MCwiQiI6MH19LCJJc1Zpc2libGUiOnRydWUsIldpZHRoIjoyMzguMCwiSGVpZ2h0IjoxMC4wLCJCb3JkZXJTdHlsZSI6eyIkaWQiOiIxOTQyIiwiTGluZUNvbG9yIjp7IiRpZCI6IjE5NDMiLCIkdHlwZSI6Ik5MUkUuQ29tbW9uLkRvbS5Tb2xpZENvbG9yQnJ1c2gsIE5MUkUuQ29tbW9uIiwiQ29sb3IiOnsiJGlkIjoiMTk0NCIsIkEiOjI1NSwiUiI6MjU1LCJHIjoyNTUsIkIiOjI1NX19LCJMaW5lV2VpZ2h0IjowLjAsIkxpbmVUeXBlIjowLCJQYXJlbnRTdHlsZSI6bnVsbH0sIlBhcmVudFN0eWxlIjpudWxsfSwiVGl0bGVTdHlsZSI6eyIkaWQiOiIxOTQ1IiwiRm9udFNldHRpbmdzIjp7IiRpZCI6IjE5NDYiLCJGb250U2l6ZSI6MTAsIkZvbnROYW1lIjoiQ2FsaWJyaSIsIklzQm9sZCI6dHJ1ZSwiSXNJdGFsaWMiOmZhbHNlLCJJc1VuZGVybGluZWQiOmZhbHNlLCJQYXJlbnRTdHlsZSI6bnVsbH0sIkF1dG9TaXplIjowLCJGb3JlZ3JvdW5kIjp7IiRpZCI6IjE5NDciLCJDb2xvciI6eyIkaWQiOiIxOTQ4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E5NDkiLCJUb3AiOjAuMCwiTGVmdCI6MC4wLCJSaWdodCI6MC4wLCJCb3R0b20iOjAuMH0sIlBhZGRpbmciOnsiJGlkIjoiMTk1MCIsIlRvcCI6MC4wLCJMZWZ0IjowLjAsIlJpZ2h0IjowLjAsIkJvdHRvbSI6MC4wfSwiQmFja2dyb3VuZCI6eyIkaWQiOiIxOTUxIiwiQ29sb3IiOnsiJGlkIjoiMTk1MiIsIkEiOjAsIlIiOjI1NSwiRyI6MjU1LCJCIjoyNTV9fSwiSXNWaXNpYmxlIjp0cnVlLCJXaWR0aCI6MC4wLCJIZWlnaHQiOjAuMCwiQm9yZGVyU3R5bGUiOnsiJGlkIjoiMTk1MyIsIkxpbmVDb2xvciI6bnVsbCwiTGluZVdlaWdodCI6MC4wLCJMaW5lVHlwZSI6MCwiUGFyZW50U3R5bGUiOm51bGx9LCJQYXJlbnRTdHlsZSI6bnVsbH0sIkRhdGVTdHlsZSI6eyIkaWQiOiIxOTU0IiwiRm9udFNldHRpbmdzIjp7IiRpZCI6IjE5NTUiLCJGb250U2l6ZSI6OSwiRm9udE5hbWUiOiJDYWxpYnJpIiwiSXNCb2xkIjpmYWxzZSwiSXNJdGFsaWMiOmZhbHNlLCJJc1VuZGVybGluZWQiOmZhbHNlLCJQYXJlbnRTdHlsZSI6bnVsbH0sIkF1dG9TaXplIjowLCJGb3JlZ3JvdW5kIjp7IiRpZCI6IjE5NTYiLCJDb2xvciI6eyIkaWQiOiIxOTU3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OTU4IiwiVG9wIjowLjAsIkxlZnQiOjAuMCwiUmlnaHQiOjAuMCwiQm90dG9tIjowLjB9LCJQYWRkaW5nIjp7IiRpZCI6IjE5NTkiLCJUb3AiOjAuMCwiTGVmdCI6MC4wLCJSaWdodCI6MC4wLCJCb3R0b20iOjAuMH0sIkJhY2tncm91bmQiOnsiJGlkIjoiMTk2MCIsIkNvbG9yIjp7IiRpZCI6IjE5NjEiLCJBIjowLCJSIjoyNTUsIkciOjI1NSwiQiI6MjU1fX0sIklzVmlzaWJsZSI6dHJ1ZSwiV2lkdGgiOjAuMCwiSGVpZ2h0IjowLjAsIkJvcmRlclN0eWxlIjp7IiRpZCI6IjE5NjIiLCJMaW5lQ29sb3IiOm51bGwsIkxpbmVXZWlnaHQiOjAuMCwiTGluZVR5cGUiOjAsIlBhcmVudFN0eWxlIjpudWxsfSwiUGFyZW50U3R5bGUiOm51bGx9LCJEYXRlRm9ybWF0Ijp7IiRpZCI6IjE5Nj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k2NCIsIkZvcm1hdCI6MCwiSXNWaXNpYmxlIjpmYWxzZSwiTGFzdEtub3duVmlzaWJpbGl0eVN0YXRlIjpmYWxzZX0sIklzVmlzaWJsZSI6dHJ1ZSwiVmFyaWFuY2VTdHlsZSI6eyIkaWQiOiIxOTY1IiwiVGV4dFN0eWxlIjp7IiRpZCI6IjE5NjYiLCJGb250U2V0dGluZ3MiOnsiJGlkIjoiMTk2NyIsIkZvbnRTaXplIjoxMSwiRm9udE5hbWUiOiJDYWxpYnJpIiwiSXNCb2xkIjpmYWxzZSwiSXNJdGFsaWMiOmZhbHNlLCJJc1VuZGVybGluZWQiOmZhbHNlLCJQYXJlbnRTdHlsZSI6bnVsbH0sIkF1dG9TaXplIjowLCJGb3JlZ3JvdW5kIjp7IiRpZCI6IjE5NjgiLCJDb2xvciI6eyIkaWQiOiIxOTY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5NzAiLCJUb3AiOjAuMCwiTGVmdCI6MC4wLCJSaWdodCI6MC4wLCJCb3R0b20iOjAuMH0sIlBhZGRpbmciOnsiJGlkIjoiMTk3MSIsIlRvcCI6MC4wLCJMZWZ0IjowLjAsIlJpZ2h0IjowLjAsIkJvdHRvbSI6MC4wfSwiQmFja2dyb3VuZCI6eyIkaWQiOiIxOTcyIiwiQ29sb3IiOnsiJGlkIjoiMTk3MyIsIkEiOjAsIlIiOjAsIkciOjAsIkIiOjB9fSwiSXNWaXNpYmxlIjp0cnVlLCJXaWR0aCI6MC4wLCJIZWlnaHQiOjAuMCwiQm9yZGVyU3R5bGUiOnsiJGlkIjoiMTk3NCIsIkxpbmVDb2xvciI6bnVsbCwiTGluZVdlaWdodCI6MC4wLCJMaW5lVHlwZSI6MCwiUGFyZW50U3R5bGUiOm51bGx9LCJQYXJlbnRTdHlsZSI6bnVsbH0sIlBhcmVudFN0eWxlIjpudWxsfSwiUGFyZW50U3R5bGUiOm51bGx9LCJJbmRleCI6MjQsIlNtYXJ0RHVyYXRpb25BY3RpdmF0ZWQiOmZhbHNlLCJEYXRlRm9ybWF0Ijp7IiRyZWYiOiIxOTYzIn0sIldlZWtOdW1iZXJpbmciOnsiJGlkIjoiMTk3NSIsIkZvcm1hdCI6MCwiSXNWaXNpYmxlIjpmYWxzZSwiTGFzdEtub3duVmlzaWJpbGl0eVN0YXRlIjpmYWxzZX0sIkJhc2VsaW5lRGF0YSI6eyIkaWQiOiIxOTc2IiwiU3RhcnREYXRlIjoiMjAyNy0wNC0xOVQwMDowMDowMCIsIkVuZERhdGUiOiIyMDI3LTA1LTA1VDIzOjU5OjAwIn0sIklkIjoiODkwYjJhN2UtNWEwYi00Mjk1LWE1YjEtMzczMDcxNjNmNzIyIiwiSW1wb3J0SWQiOm51bGwsIlRpdGxlIjoiRXZhbHVlcmluZyBhZiBlbmRlbGlndCB0aWxidWQiLCJOb3RlIjpudWxsLCJIeXBlcmxpbmsiOnsiJGlkIjoiMTk3NyIsIkFkZHJlc3MiOm51bGwsIlN1YkFkZHJlc3MiOm51bGx9LCJJc0NoYW5nZWQiOmZhbHNlLCJJc05ldyI6ZmFsc2V9fV0sIl9taWxlc3RvbmVzIjpbXSwiSWQiOiIwMDAwMDAwMC0wMDAwLTAwMDAtMDAwMC0wMDAwMDAwMDAwMDAiLCJJc1NpbmdsZUl0ZW1Sb3ciOnRydWV9LHsiJGlkIjoiMTk3OCIsIl90YXNrcyI6W3siJGlkIjoiMTk3OSIsIl9hdHRhY2hlZE1pbGVzdG9uZXMiOltdLCJUYXNrRGVmaW5pdGlvbiI6eyIkaWQiOiIxOTgwIiwiR3JvdXBOYW1lIjpudWxsLCJTdGFydERhdGUiOiIyMDI3LTA1LTA2VDIzOjU5OjAwWiIsIkVuZERhdGUiOiIyMDI3LTA1LTExVDIzOjU5OjAwWiIsIlBlcmNlbnRhZ2VDb21wbGV0ZSI6bnVsbCwiU3R5bGUiOnsiJGlkIjoiMTk4MSIsIlNoYXBlIjoxLCJTaGFwZVRoaWNrbmVzcyI6MCwiRHVyYXRpb25Gb3JtYXQiOjAsIkluY2x1ZGVOb25Xb3JraW5nRGF5c0luRHVyYXRpb24iOmZhbHNlLCJQZXJjZW50YWdlQ29tcGxldGVTdHlsZSI6eyIkaWQiOiIxOTgyIiwiRm9udFNldHRpbmdzIjp7IiRpZCI6IjE5ODMiLCJGb250U2l6ZSI6MTAsIkZvbnROYW1lIjoiQ2FsaWJyaSIsIklzQm9sZCI6ZmFsc2UsIklzSXRhbGljIjpmYWxzZSwiSXNVbmRlcmxpbmVkIjpmYWxzZSwiUGFyZW50U3R5bGUiOm51bGx9LCJBdXRvU2l6ZSI6MCwiRm9yZWdyb3VuZCI6eyIkaWQiOiIxOTg0IiwiQ29sb3IiOnsiJGlkIjoiMTk4NSIsIkEiOjI1NSwiUiI6MjM3LCJHIjoxMjUsIkIiOjQ5fX0sIk1heFdpZHRoIjoyMDAuMCwiTWF4SGVpZ2h0IjoiSW5maW5pdHkiLCJTbWFydEZvcmVncm91bmRJc0FjdGl2ZSI6ZmFsc2UsIkhvcml6b250YWxBbGlnbm1lbnQiOjEsIlZlcnRpY2FsQWxpZ25tZW50IjowLCJTbWFydEZvcmVncm91bmQiOm51bGwsIkJhY2tncm91bmRGaWxsVHlwZSI6MCwiTWFyZ2luIjp7IiRpZCI6IjE5ODYiLCJUb3AiOjAuMCwiTGVmdCI6MC4wLCJSaWdodCI6MC4wLCJCb3R0b20iOjAuMH0sIlBhZGRpbmciOnsiJGlkIjoiMTk4NyIsIlRvcCI6MC4wLCJMZWZ0IjowLjAsIlJpZ2h0IjowLjAsIkJvdHRvbSI6MC4wfSwiQmFja2dyb3VuZCI6eyIkaWQiOiIxOTg4IiwiQ29sb3IiOnsiJGlkIjoiMTk4OSIsIkEiOjg5LCJSIjowLCJHIjowLCJCIjowfX0sIklzVmlzaWJsZSI6dHJ1ZSwiV2lkdGgiOjAuMCwiSGVpZ2h0IjowLjAsIkJvcmRlclN0eWxlIjp7IiRpZCI6IjE5OTAiLCJMaW5lQ29sb3IiOm51bGwsIkxpbmVXZWlnaHQiOjAuMCwiTGluZVR5cGUiOjAsIlBhcmVudFN0eWxlIjpudWxsfSwiUGFyZW50U3R5bGUiOm51bGx9LCJEdXJhdGlvblN0eWxlIjp7IiRpZCI6IjE5OTEiLCJGb250U2V0dGluZ3MiOnsiJGlkIjoiMTk5MiIsIkZvbnRTaXplIjoxMCwiRm9udE5hbWUiOiJDYWxpYnJpIiwiSXNCb2xkIjpmYWxzZSwiSXNJdGFsaWMiOmZhbHNlLCJJc1VuZGVybGluZWQiOmZhbHNlLCJQYXJlbnRTdHlsZSI6bnVsbH0sIkF1dG9TaXplIjowLCJGb3JlZ3JvdW5kIjp7IiRpZCI6IjE5OTMiLCJDb2xvciI6eyIkaWQiOiIxOTk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k5NSIsIlRvcCI6MC4wLCJMZWZ0IjowLjAsIlJpZ2h0IjowLjAsIkJvdHRvbSI6MC4wfSwiUGFkZGluZyI6eyIkaWQiOiIxOTk2IiwiVG9wIjowLjAsIkxlZnQiOjAuMCwiUmlnaHQiOjAuMCwiQm90dG9tIjowLjB9LCJCYWNrZ3JvdW5kIjp7IiRpZCI6IjE5OTciLCJDb2xvciI6eyIkaWQiOiIxOTk4IiwiQSI6MCwiUiI6MCwiRyI6MCwiQiI6MH19LCJJc1Zpc2libGUiOnRydWUsIldpZHRoIjowLjAsIkhlaWdodCI6MC4wLCJCb3JkZXJTdHlsZSI6eyIkaWQiOiIxOTk5IiwiTGluZUNvbG9yIjpudWxsLCJMaW5lV2VpZ2h0IjowLjAsIkxpbmVUeXBlIjowLCJQYXJlbnRTdHlsZSI6bnVsbH0sIlBhcmVudFN0eWxlIjpudWxsfSwiSG9yaXpvbnRhbENvbm5lY3RvclN0eWxlIjp7IiRpZCI6IjIwMDAiLCJMaW5lQ29sb3IiOnsiJGlkIjoiMjAwMSIsIiR0eXBlIjoiTkxSRS5Db21tb24uRG9tLlNvbGlkQ29sb3JCcnVzaCwgTkxSRS5Db21tb24iLCJDb2xvciI6eyIkaWQiOiIyMDAyIiwiQSI6MjU1LCJSIjoyMDQsIkciOjIwNCwiQiI6MjA0fX0sIkxpbmVXZWlnaHQiOjEuMCwiTGluZVR5cGUiOjAsIlBhcmVudFN0eWxlIjpudWxsfSwiVmVydGljYWxDb25uZWN0b3JTdHlsZSI6eyIkaWQiOiIyMDAzIiwiTGluZUNvbG9yIjp7IiRpZCI6IjIwMDQiLCIkdHlwZSI6Ik5MUkUuQ29tbW9uLkRvbS5Tb2xpZENvbG9yQnJ1c2gsIE5MUkUuQ29tbW9uIiwiQ29sb3IiOnsiJGlkIjoiMjAwNS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jAwNiIsIlNoYXBlU3R5bGUiOnsiJGlkIjoiMjAwNyIsIk1hcmdpbiI6eyIkaWQiOiIyMDA4IiwiVG9wIjowLjAsIkxlZnQiOjAuMCwiUmlnaHQiOjAuMCwiQm90dG9tIjowLjB9LCJQYWRkaW5nIjp7IiRpZCI6IjIwMDkiLCJUb3AiOjAuMCwiTGVmdCI6MC4wLCJSaWdodCI6MC4wLCJCb3R0b20iOjAuMH0sIkJhY2tncm91bmQiOnsiJGlkIjoiMjAxMCIsIkNvbG9yIjp7IiRpZCI6IjIwMTEiLCJBIjoxNTMsIlIiOjAsIkciOjAsIkIiOjB9fSwiSXNWaXNpYmxlIjp0cnVlLCJXaWR0aCI6MC4wLCJIZWlnaHQiOjAuMCwiQm9yZGVyU3R5bGUiOm51bGwsIlBhcmVudFN0eWxlIjpudWxsfSwiTWFyZ2luIjp7IiRpZCI6IjIwMTIiLCJUb3AiOjAuMCwiTGVmdCI6MC4wLCJSaWdodCI6MC4wLCJCb3R0b20iOjAuMH0sIlBhZGRpbmciOnsiJGlkIjoiMjAxMyIsIlRvcCI6MC4wLCJMZWZ0IjowLjAsIlJpZ2h0IjowLjAsIkJvdHRvbSI6MC4wfSwiQmFja2dyb3VuZCI6bnVsbCwiSXNWaXNpYmxlIjp0cnVlLCJXaWR0aCI6MC4wLCJIZWlnaHQiOjAuMCwiQm9yZGVyU3R5bGUiOm51bGwsIlBhcmVudFN0eWxlIjpudWxsfSwiU2hhcGVTdHlsZSI6eyIkaWQiOiIyMDE0IiwiTWFyZ2luIjp7IiRpZCI6IjIwMTUiLCJUb3AiOjAuMCwiTGVmdCI6NC4wLCJSaWdodCI6NC4wLCJCb3R0b20iOjAuMH0sIlBhZGRpbmciOnsiJGlkIjoiMjAxNiIsIlRvcCI6MC4wLCJMZWZ0IjowLjAsIlJpZ2h0IjowLjAsIkJvdHRvbSI6MC4wfSwiQmFja2dyb3VuZCI6eyIkaWQiOiIyMDE3IiwiQ29sb3IiOnsiJGlkIjoiMjAxOCIsIkEiOjI1NSwiUiI6MjYsIkciOjE3MCwiQiI6NjZ9fSwiSXNWaXNpYmxlIjp0cnVlLCJXaWR0aCI6MjM4LjAsIkhlaWdodCI6MTAuMCwiQm9yZGVyU3R5bGUiOnsiJGlkIjoiMjAxOSIsIkxpbmVDb2xvciI6eyIkaWQiOiIyMDIwIiwiJHR5cGUiOiJOTFJFLkNvbW1vbi5Eb20uU29saWRDb2xvckJydXNoLCBOTFJFLkNvbW1vbiIsIkNvbG9yIjp7IiRpZCI6IjIwMjEiLCJBIjoyNTUsIlIiOjI1NSwiRyI6MCwiQiI6MH19LCJMaW5lV2VpZ2h0IjowLjAsIkxpbmVUeXBlIjowLCJQYXJlbnRTdHlsZSI6bnVsbH0sIlBhcmVudFN0eWxlIjpudWxsfSwiVGl0bGVTdHlsZSI6eyIkaWQiOiIyMDIyIiwiRm9udFNldHRpbmdzIjp7IiRpZCI6IjIwMjMiLCJGb250U2l6ZSI6MTAsIkZvbnROYW1lIjoiQ2FsaWJyaSIsIklzQm9sZCI6dHJ1ZSwiSXNJdGFsaWMiOmZhbHNlLCJJc1VuZGVybGluZWQiOmZhbHNlLCJQYXJlbnRTdHlsZSI6bnVsbH0sIkF1dG9TaXplIjowLCJGb3JlZ3JvdW5kIjp7IiRpZCI6IjIwMjQiLCJDb2xvciI6eyIkaWQiOiIyMDI1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IwMjYiLCJUb3AiOjAuMCwiTGVmdCI6MC4wLCJSaWdodCI6MC4wLCJCb3R0b20iOjAuMH0sIlBhZGRpbmciOnsiJGlkIjoiMjAyNyIsIlRvcCI6MC4wLCJMZWZ0IjowLjAsIlJpZ2h0IjowLjAsIkJvdHRvbSI6MC4wfSwiQmFja2dyb3VuZCI6eyIkaWQiOiIyMDI4IiwiQ29sb3IiOnsiJGlkIjoiMjAyOSIsIkEiOjAsIlIiOjI1NSwiRyI6MjU1LCJCIjoyNTV9fSwiSXNWaXNpYmxlIjp0cnVlLCJXaWR0aCI6MC4wLCJIZWlnaHQiOjAuMCwiQm9yZGVyU3R5bGUiOnsiJGlkIjoiMjAzMCIsIkxpbmVDb2xvciI6bnVsbCwiTGluZVdlaWdodCI6MC4wLCJMaW5lVHlwZSI6MCwiUGFyZW50U3R5bGUiOm51bGx9LCJQYXJlbnRTdHlsZSI6bnVsbH0sIkRhdGVTdHlsZSI6eyIkaWQiOiIyMDMxIiwiRm9udFNldHRpbmdzIjp7IiRpZCI6IjIwMzIiLCJGb250U2l6ZSI6OSwiRm9udE5hbWUiOiJDYWxpYnJpIiwiSXNCb2xkIjpmYWxzZSwiSXNJdGFsaWMiOmZhbHNlLCJJc1VuZGVybGluZWQiOmZhbHNlLCJQYXJlbnRTdHlsZSI6bnVsbH0sIkF1dG9TaXplIjowLCJGb3JlZ3JvdW5kIjp7IiRpZCI6IjIwMzMiLCJDb2xvciI6eyIkaWQiOiIyMDM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DM1IiwiVG9wIjowLjAsIkxlZnQiOjAuMCwiUmlnaHQiOjAuMCwiQm90dG9tIjowLjB9LCJQYWRkaW5nIjp7IiRpZCI6IjIwMzYiLCJUb3AiOjAuMCwiTGVmdCI6MC4wLCJSaWdodCI6MC4wLCJCb3R0b20iOjAuMH0sIkJhY2tncm91bmQiOnsiJGlkIjoiMjAzNyIsIkNvbG9yIjp7IiRpZCI6IjIwMzgiLCJBIjowLCJSIjoyNTUsIkciOjI1NSwiQiI6MjU1fX0sIklzVmlzaWJsZSI6dHJ1ZSwiV2lkdGgiOjAuMCwiSGVpZ2h0IjowLjAsIkJvcmRlclN0eWxlIjp7IiRpZCI6IjIwMzkiLCJMaW5lQ29sb3IiOm51bGwsIkxpbmVXZWlnaHQiOjAuMCwiTGluZVR5cGUiOjAsIlBhcmVudFN0eWxlIjpudWxsfSwiUGFyZW50U3R5bGUiOm51bGx9LCJEYXRlRm9ybWF0Ijp7IiRpZCI6IjIwN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0MSIsIkZvcm1hdCI6MCwiSXNWaXNpYmxlIjpmYWxzZSwiTGFzdEtub3duVmlzaWJpbGl0eVN0YXRlIjpmYWxzZX0sIklzVmlzaWJsZSI6dHJ1ZSwiVmFyaWFuY2VTdHlsZSI6eyIkaWQiOiIyMDQyIiwiVGV4dFN0eWxlIjp7IiRpZCI6IjIwNDMiLCJGb250U2V0dGluZ3MiOnsiJGlkIjoiMjA0NCIsIkZvbnRTaXplIjoxMSwiRm9udE5hbWUiOiJDYWxpYnJpIiwiSXNCb2xkIjpmYWxzZSwiSXNJdGFsaWMiOmZhbHNlLCJJc1VuZGVybGluZWQiOmZhbHNlLCJQYXJlbnRTdHlsZSI6bnVsbH0sIkF1dG9TaXplIjowLCJGb3JlZ3JvdW5kIjp7IiRpZCI6IjIwNDUiLCJDb2xvciI6eyIkaWQiOiIyMDQ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wNDciLCJUb3AiOjAuMCwiTGVmdCI6MC4wLCJSaWdodCI6MC4wLCJCb3R0b20iOjAuMH0sIlBhZGRpbmciOnsiJGlkIjoiMjA0OCIsIlRvcCI6MC4wLCJMZWZ0IjowLjAsIlJpZ2h0IjowLjAsIkJvdHRvbSI6MC4wfSwiQmFja2dyb3VuZCI6eyIkaWQiOiIyMDQ5IiwiQ29sb3IiOnsiJGlkIjoiMjA1MCIsIkEiOjAsIlIiOjAsIkciOjAsIkIiOjB9fSwiSXNWaXNpYmxlIjp0cnVlLCJXaWR0aCI6MC4wLCJIZWlnaHQiOjAuMCwiQm9yZGVyU3R5bGUiOnsiJGlkIjoiMjA1MSIsIkxpbmVDb2xvciI6bnVsbCwiTGluZVdlaWdodCI6MC4wLCJMaW5lVHlwZSI6MCwiUGFyZW50U3R5bGUiOm51bGx9LCJQYXJlbnRTdHlsZSI6bnVsbH0sIlBhcmVudFN0eWxlIjpudWxsfSwiUGFyZW50U3R5bGUiOm51bGx9LCJJbmRleCI6MjUsIlNtYXJ0RHVyYXRpb25BY3RpdmF0ZWQiOmZhbHNlLCJEYXRlRm9ybWF0Ijp7IiRyZWYiOiIyMDQwIn0sIldlZWtOdW1iZXJpbmciOnsiJGlkIjoiMjA1MiIsIkZvcm1hdCI6MCwiSXNWaXNpYmxlIjpmYWxzZSwiTGFzdEtub3duVmlzaWJpbGl0eVN0YXRlIjpmYWxzZX0sIkJhc2VsaW5lRGF0YSI6eyIkaWQiOiIyMDUzIiwiU3RhcnREYXRlIjoiMjAyNy0wNS0wNlQyMzo1OTowMCIsIkVuZERhdGUiOiIyMDI3LTA1LTExVDIzOjU5OjAwIn0sIklkIjoiNTMzNTZjYjYtZmM2OS00NTA5LWIwNmItNmY5OGQyNjljM2I4IiwiSW1wb3J0SWQiOm51bGwsIlRpdGxlIjoiVWRhcmJlamRlbHNlIGFmIGluZHN0aWxpbmdzbm90YXQiLCJOb3RlIjpudWxsLCJIeXBlcmxpbmsiOnsiJGlkIjoiMjA1NCIsIkFkZHJlc3MiOm51bGwsIlN1YkFkZHJlc3MiOm51bGx9LCJJc0NoYW5nZWQiOmZhbHNlLCJJc05ldyI6ZmFsc2V9fV0sIl9taWxlc3RvbmVzIjpbXSwiSWQiOiIwMDAwMDAwMC0wMDAwLTAwMDAtMDAwMC0wMDAwMDAwMDAwMDAiLCJJc1NpbmdsZUl0ZW1Sb3ciOnRydWV9LHsiJGlkIjoiMjA1NSIsIl90YXNrcyI6W3siJGlkIjoiMjA1NiIsIl9hdHRhY2hlZE1pbGVzdG9uZXMiOltdLCJUYXNrRGVmaW5pdGlvbiI6eyIkaWQiOiIyMDU3IiwiR3JvdXBOYW1lIjpudWxsLCJTdGFydERhdGUiOiIyMDI3LTA1LTEyVDIzOjU5OjAwWiIsIkVuZERhdGUiOiIyMDI3LTA2LTIzVDIzOjU5OjAwWiIsIlBlcmNlbnRhZ2VDb21wbGV0ZSI6bnVsbCwiU3R5bGUiOnsiJGlkIjoiMjA1OCIsIlNoYXBlIjoxLCJTaGFwZVRoaWNrbmVzcyI6MCwiRHVyYXRpb25Gb3JtYXQiOjAsIkluY2x1ZGVOb25Xb3JraW5nRGF5c0luRHVyYXRpb24iOmZhbHNlLCJQZXJjZW50YWdlQ29tcGxldGVTdHlsZSI6eyIkaWQiOiIyMDU5IiwiRm9udFNldHRpbmdzIjp7IiRpZCI6IjIwNjAiLCJGb250U2l6ZSI6MTAsIkZvbnROYW1lIjoiQ2FsaWJyaSIsIklzQm9sZCI6ZmFsc2UsIklzSXRhbGljIjpmYWxzZSwiSXNVbmRlcmxpbmVkIjpmYWxzZSwiUGFyZW50U3R5bGUiOm51bGx9LCJBdXRvU2l6ZSI6MCwiRm9yZWdyb3VuZCI6eyIkaWQiOiIyMDYxIiwiQ29sb3IiOnsiJGlkIjoiMjA2MiIsIkEiOjI1NSwiUiI6MjM3LCJHIjoxMjUsIkIiOjQ5fX0sIk1heFdpZHRoIjoyMDAuMCwiTWF4SGVpZ2h0IjoiSW5maW5pdHkiLCJTbWFydEZvcmVncm91bmRJc0FjdGl2ZSI6ZmFsc2UsIkhvcml6b250YWxBbGlnbm1lbnQiOjEsIlZlcnRpY2FsQWxpZ25tZW50IjowLCJTbWFydEZvcmVncm91bmQiOm51bGwsIkJhY2tncm91bmRGaWxsVHlwZSI6MCwiTWFyZ2luIjp7IiRpZCI6IjIwNjMiLCJUb3AiOjAuMCwiTGVmdCI6MC4wLCJSaWdodCI6MC4wLCJCb3R0b20iOjAuMH0sIlBhZGRpbmciOnsiJGlkIjoiMjA2NCIsIlRvcCI6MC4wLCJMZWZ0IjowLjAsIlJpZ2h0IjowLjAsIkJvdHRvbSI6MC4wfSwiQmFja2dyb3VuZCI6eyIkaWQiOiIyMDY1IiwiQ29sb3IiOnsiJGlkIjoiMjA2NiIsIkEiOjg5LCJSIjowLCJHIjowLCJCIjowfX0sIklzVmlzaWJsZSI6dHJ1ZSwiV2lkdGgiOjAuMCwiSGVpZ2h0IjowLjAsIkJvcmRlclN0eWxlIjp7IiRpZCI6IjIwNjciLCJMaW5lQ29sb3IiOm51bGwsIkxpbmVXZWlnaHQiOjAuMCwiTGluZVR5cGUiOjAsIlBhcmVudFN0eWxlIjpudWxsfSwiUGFyZW50U3R5bGUiOm51bGx9LCJEdXJhdGlvblN0eWxlIjp7IiRpZCI6IjIwNjgiLCJGb250U2V0dGluZ3MiOnsiJGlkIjoiMjA2OSIsIkZvbnRTaXplIjoxMCwiRm9udE5hbWUiOiJDYWxpYnJpIiwiSXNCb2xkIjpmYWxzZSwiSXNJdGFsaWMiOmZhbHNlLCJJc1VuZGVybGluZWQiOmZhbHNlLCJQYXJlbnRTdHlsZSI6bnVsbH0sIkF1dG9TaXplIjowLCJGb3JlZ3JvdW5kIjp7IiRpZCI6IjIwNzAiLCJDb2xvciI6eyIkaWQiOiIyMDc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A3MiIsIlRvcCI6MC4wLCJMZWZ0IjowLjAsIlJpZ2h0IjowLjAsIkJvdHRvbSI6MC4wfSwiUGFkZGluZyI6eyIkaWQiOiIyMDczIiwiVG9wIjowLjAsIkxlZnQiOjAuMCwiUmlnaHQiOjAuMCwiQm90dG9tIjowLjB9LCJCYWNrZ3JvdW5kIjp7IiRpZCI6IjIwNzQiLCJDb2xvciI6eyIkaWQiOiIyMDc1IiwiQSI6MCwiUiI6MCwiRyI6MCwiQiI6MH19LCJJc1Zpc2libGUiOnRydWUsIldpZHRoIjowLjAsIkhlaWdodCI6MC4wLCJCb3JkZXJTdHlsZSI6eyIkaWQiOiIyMDc2IiwiTGluZUNvbG9yIjpudWxsLCJMaW5lV2VpZ2h0IjowLjAsIkxpbmVUeXBlIjowLCJQYXJlbnRTdHlsZSI6bnVsbH0sIlBhcmVudFN0eWxlIjpudWxsfSwiSG9yaXpvbnRhbENvbm5lY3RvclN0eWxlIjp7IiRpZCI6IjIwNzciLCJMaW5lQ29sb3IiOnsiJGlkIjoiMjA3OCIsIiR0eXBlIjoiTkxSRS5Db21tb24uRG9tLlNvbGlkQ29sb3JCcnVzaCwgTkxSRS5Db21tb24iLCJDb2xvciI6eyIkaWQiOiIyMDc5IiwiQSI6MjU1LCJSIjoyMDQsIkciOjIwNCwiQiI6MjA0fX0sIkxpbmVXZWlnaHQiOjEuMCwiTGluZVR5cGUiOjAsIlBhcmVudFN0eWxlIjpudWxsfSwiVmVydGljYWxDb25uZWN0b3JTdHlsZSI6eyIkaWQiOiIyMDgwIiwiTGluZUNvbG9yIjp7IiRpZCI6IjIwODEiLCIkdHlwZSI6Ik5MUkUuQ29tbW9uLkRvbS5Tb2xpZENvbG9yQnJ1c2gsIE5MUkUuQ29tbW9uIiwiQ29sb3IiOnsiJGlkIjoiMjA4Mi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MjA4MyIsIlNoYXBlU3R5bGUiOnsiJGlkIjoiMjA4NCIsIk1hcmdpbiI6eyIkaWQiOiIyMDg1IiwiVG9wIjowLjAsIkxlZnQiOjAuMCwiUmlnaHQiOjAuMCwiQm90dG9tIjowLjB9LCJQYWRkaW5nIjp7IiRpZCI6IjIwODYiLCJUb3AiOjAuMCwiTGVmdCI6MC4wLCJSaWdodCI6MC4wLCJCb3R0b20iOjAuMH0sIkJhY2tncm91bmQiOnsiJGlkIjoiMjA4NyIsIkNvbG9yIjp7IiRpZCI6IjIwODgiLCJBIjoxNTMsIlIiOjAsIkciOjAsIkIiOjB9fSwiSXNWaXNpYmxlIjp0cnVlLCJXaWR0aCI6MC4wLCJIZWlnaHQiOjAuMCwiQm9yZGVyU3R5bGUiOm51bGwsIlBhcmVudFN0eWxlIjpudWxsfSwiTWFyZ2luIjp7IiRpZCI6IjIwODkiLCJUb3AiOjAuMCwiTGVmdCI6MC4wLCJSaWdodCI6MC4wLCJCb3R0b20iOjAuMH0sIlBhZGRpbmciOnsiJGlkIjoiMjA5MCIsIlRvcCI6MC4wLCJMZWZ0IjowLjAsIlJpZ2h0IjowLjAsIkJvdHRvbSI6MC4wfSwiQmFja2dyb3VuZCI6bnVsbCwiSXNWaXNpYmxlIjp0cnVlLCJXaWR0aCI6MC4wLCJIZWlnaHQiOjAuMCwiQm9yZGVyU3R5bGUiOm51bGwsIlBhcmVudFN0eWxlIjpudWxsfSwiU2hhcGVTdHlsZSI6eyIkaWQiOiIyMDkxIiwiTWFyZ2luIjp7IiRpZCI6IjIwOTIiLCJUb3AiOjAuMCwiTGVmdCI6NC4wLCJSaWdodCI6NC4wLCJCb3R0b20iOjAuMH0sIlBhZGRpbmciOnsiJGlkIjoiMjA5MyIsIlRvcCI6MC4wLCJMZWZ0IjowLjAsIlJpZ2h0IjowLjAsIkJvdHRvbSI6MC4wfSwiQmFja2dyb3VuZCI6eyIkaWQiOiIyMDk0IiwiQ29sb3IiOnsiJGlkIjoiMjA5NSIsIkEiOjI1NSwiUiI6MjYsIkciOjE3MCwiQiI6NjZ9fSwiSXNWaXNpYmxlIjp0cnVlLCJXaWR0aCI6MjM4LjAsIkhlaWdodCI6MTAuMCwiQm9yZGVyU3R5bGUiOnsiJGlkIjoiMjA5NiIsIkxpbmVDb2xvciI6eyIkaWQiOiIyMDk3IiwiJHR5cGUiOiJOTFJFLkNvbW1vbi5Eb20uU29saWRDb2xvckJydXNoLCBOTFJFLkNvbW1vbiIsIkNvbG9yIjp7IiRpZCI6IjIwOTgiLCJBIjoyNTUsIlIiOjIzNCwiRyI6MjIsIkIiOjMwfX0sIkxpbmVXZWlnaHQiOjAuMCwiTGluZVR5cGUiOjAsIlBhcmVudFN0eWxlIjpudWxsfSwiUGFyZW50U3R5bGUiOm51bGx9LCJUaXRsZVN0eWxlIjp7IiRpZCI6IjIwOTkiLCJGb250U2V0dGluZ3MiOnsiJGlkIjoiMjEwMCIsIkZvbnRTaXplIjoxMCwiRm9udE5hbWUiOiJDYWxpYnJpIiwiSXNCb2xkIjp0cnVlLCJJc0l0YWxpYyI6ZmFsc2UsIklzVW5kZXJsaW5lZCI6ZmFsc2UsIlBhcmVudFN0eWxlIjpudWxsfSwiQXV0b1NpemUiOjAsIkZvcmVncm91bmQiOnsiJGlkIjoiMjEwMSIsIkNvbG9yIjp7IiRpZCI6IjIxMDI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MjEwMyIsIlRvcCI6MC4wLCJMZWZ0IjowLjAsIlJpZ2h0IjowLjAsIkJvdHRvbSI6MC4wfSwiUGFkZGluZyI6eyIkaWQiOiIyMTA0IiwiVG9wIjowLjAsIkxlZnQiOjAuMCwiUmlnaHQiOjAuMCwiQm90dG9tIjowLjB9LCJCYWNrZ3JvdW5kIjp7IiRpZCI6IjIxMDUiLCJDb2xvciI6eyIkaWQiOiIyMTA2IiwiQSI6MCwiUiI6MjU1LCJHIjoyNTUsIkIiOjI1NX19LCJJc1Zpc2libGUiOnRydWUsIldpZHRoIjowLjAsIkhlaWdodCI6MC4wLCJCb3JkZXJTdHlsZSI6eyIkaWQiOiIyMTA3IiwiTGluZUNvbG9yIjpudWxsLCJMaW5lV2VpZ2h0IjowLjAsIkxpbmVUeXBlIjowLCJQYXJlbnRTdHlsZSI6bnVsbH0sIlBhcmVudFN0eWxlIjpudWxsfSwiRGF0ZVN0eWxlIjp7IiRpZCI6IjIxMDgiLCJGb250U2V0dGluZ3MiOnsiJGlkIjoiMjEwOSIsIkZvbnRTaXplIjo5LCJGb250TmFtZSI6IkNhbGlicmkiLCJJc0JvbGQiOmZhbHNlLCJJc0l0YWxpYyI6ZmFsc2UsIklzVW5kZXJsaW5lZCI6ZmFsc2UsIlBhcmVudFN0eWxlIjpudWxsfSwiQXV0b1NpemUiOjAsIkZvcmVncm91bmQiOnsiJGlkIjoiMjExMCIsIkNvbG9yIjp7IiRpZCI6IjIxMT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xMTIiLCJUb3AiOjAuMCwiTGVmdCI6MC4wLCJSaWdodCI6MC4wLCJCb3R0b20iOjAuMH0sIlBhZGRpbmciOnsiJGlkIjoiMjExMyIsIlRvcCI6MC4wLCJMZWZ0IjowLjAsIlJpZ2h0IjowLjAsIkJvdHRvbSI6MC4wfSwiQmFja2dyb3VuZCI6eyIkaWQiOiIyMTE0IiwiQ29sb3IiOnsiJGlkIjoiMjExNSIsIkEiOjAsIlIiOjI1NSwiRyI6MjU1LCJCIjoyNTV9fSwiSXNWaXNpYmxlIjp0cnVlLCJXaWR0aCI6MC4wLCJIZWlnaHQiOjAuMCwiQm9yZGVyU3R5bGUiOnsiJGlkIjoiMjExNiIsIkxpbmVDb2xvciI6bnVsbCwiTGluZVdlaWdodCI6MC4wLCJMaW5lVHlwZSI6MCwiUGFyZW50U3R5bGUiOm51bGx9LCJQYXJlbnRTdHlsZSI6bnVsbH0sIkRhdGVGb3JtYXQiOnsiJGlkIjoiMjEx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TE4IiwiRm9ybWF0IjowLCJJc1Zpc2libGUiOmZhbHNlLCJMYXN0S25vd25WaXNpYmlsaXR5U3RhdGUiOmZhbHNlfSwiSXNWaXNpYmxlIjp0cnVlLCJWYXJpYW5jZVN0eWxlIjp7IiRpZCI6IjIxMTkiLCJUZXh0U3R5bGUiOnsiJGlkIjoiMjEyMCIsIkZvbnRTZXR0aW5ncyI6eyIkaWQiOiIyMTIxIiwiRm9udFNpemUiOjExLCJGb250TmFtZSI6IkNhbGlicmkiLCJJc0JvbGQiOmZhbHNlLCJJc0l0YWxpYyI6ZmFsc2UsIklzVW5kZXJsaW5lZCI6ZmFsc2UsIlBhcmVudFN0eWxlIjpudWxsfSwiQXV0b1NpemUiOjAsIkZvcmVncm91bmQiOnsiJGlkIjoiMjEyMiIsIkNvbG9yIjp7IiRpZCI6IjIxMjM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EyNCIsIlRvcCI6MC4wLCJMZWZ0IjowLjAsIlJpZ2h0IjowLjAsIkJvdHRvbSI6MC4wfSwiUGFkZGluZyI6eyIkaWQiOiIyMTI1IiwiVG9wIjowLjAsIkxlZnQiOjAuMCwiUmlnaHQiOjAuMCwiQm90dG9tIjowLjB9LCJCYWNrZ3JvdW5kIjp7IiRpZCI6IjIxMjYiLCJDb2xvciI6eyIkaWQiOiIyMTI3IiwiQSI6MCwiUiI6MCwiRyI6MCwiQiI6MH19LCJJc1Zpc2libGUiOnRydWUsIldpZHRoIjowLjAsIkhlaWdodCI6MC4wLCJCb3JkZXJTdHlsZSI6eyIkaWQiOiIyMTI4IiwiTGluZUNvbG9yIjpudWxsLCJMaW5lV2VpZ2h0IjowLjAsIkxpbmVUeXBlIjowLCJQYXJlbnRTdHlsZSI6bnVsbH0sIlBhcmVudFN0eWxlIjpudWxsfSwiUGFyZW50U3R5bGUiOm51bGx9LCJQYXJlbnRTdHlsZSI6bnVsbH0sIkluZGV4IjoyNiwiU21hcnREdXJhdGlvbkFjdGl2YXRlZCI6ZmFsc2UsIkRhdGVGb3JtYXQiOnsiJHJlZiI6IjIxMTcifSwiV2Vla051bWJlcmluZyI6eyIkaWQiOiIyMTI5IiwiRm9ybWF0IjowLCJJc1Zpc2libGUiOmZhbHNlLCJMYXN0S25vd25WaXNpYmlsaXR5U3RhdGUiOmZhbHNlfSwiQmFzZWxpbmVEYXRhIjp7IiRpZCI6IjIxMzAiLCJTdGFydERhdGUiOiIyMDI3LTA1LTEyVDIzOjU5OjAwIiwiRW5kRGF0ZSI6IjIwMjctMDYtMjNUMjM6NTk6MDAifSwiSWQiOiJiMTNjODJlZi1kNmRmLTQwOTYtOGNjYS1lNmFlMTBkMjJiMjQiLCJJbXBvcnRJZCI6bnVsbCwiVGl0bGUiOiJHb2RrZW5kZWxzZSBtZWQgU1RHIG9nIERCIiwiTm90ZSI6bnVsbCwiSHlwZXJsaW5rIjp7IiRpZCI6IjIxMzEiLCJBZGRyZXNzIjpudWxsLCJTdWJBZGRyZXNzIjpudWxsfSwiSXNDaGFuZ2VkIjpmYWxzZSwiSXNOZXciOmZhbHNlfX1dLCJfbWlsZXN0b25lcyI6W10sIklkIjoiMDAwMDAwMDAtMDAwMC0wMDAwLTAwMDAtMDAwMDAwMDAwMDAwIiwiSXNTaW5nbGVJdGVtUm93Ijp0cnVlfSx7IiRpZCI6IjIxMzIiLCJfdGFza3MiOltdLCJfbWlsZXN0b25lcyI6W3siJGlkIjoiMjEzMyIsIklkIjoiOTQ1ZTA5YWMtMDg5Zi00MzEzLTliODQtN2IyZTE0Y2FmYmE5IiwiSW5kZXgiOjI3LCJHcm91cElkIjpudWxsLCJUaXRsZSI6IkRpZ2l0YWxpc2VyaW5nc2JvYXJkKERCKSIsIkRhdGVUaW1lIjoiMjAyNy0wNS0yNlQyMzo1OTowMCIsIlBlcmNlbnRhZ2VDb21wbGV0ZSI6bnVsbCwiTm90ZSI6bnVsbCwiU3R5bGUiOnsiJGlkIjoiMjEzNCIsIlRpdGxlUG9zaXRpb24iOiJSaWdodCIsIkRhdGVQb3NpdGlvbiI6IkxlZnQiLCJWYXJpYW5jZVBvc2l0aW9uIjoiTGVmdCIsIlNoYXBlVHlwZSI6MiwiU2hhcGVTaXplIjoxLCJTcGFjaW5nIjo1LCJTaGFwZVN0eWxlIjp7IiRpZCI6IjIxMzUiLCJNYXJnaW4iOnsiJGlkIjoiMjEzNiIsIlRvcCI6MC4wLCJMZWZ0IjowLjAsIlJpZ2h0IjowLjAsIkJvdHRvbSI6MC4wfSwiUGFkZGluZyI6eyIkaWQiOiIyMTM3IiwiVG9wIjowLjAsIkxlZnQiOjAuMCwiUmlnaHQiOjAuMCwiQm90dG9tIjowLjB9LCJCYWNrZ3JvdW5kIjp7IiRpZCI6IjIxMzgiLCJDb2xvciI6eyIkaWQiOiIyMTM5IiwiQSI6MjU1LCJSIjoyNiwiRyI6MTcwLCJCIjo2Nn19LCJJc1Zpc2libGUiOnRydWUsIldpZHRoIjoxMy4wLCJIZWlnaHQiOjEzLjAsIkJvcmRlclN0eWxlIjp7IiRpZCI6IjIxNDAiLCJMaW5lQ29sb3IiOnsiJGlkIjoiMjE0MSIsIiR0eXBlIjoiTkxSRS5Db21tb24uRG9tLlNvbGlkQ29sb3JCcnVzaCwgTkxSRS5Db21tb24iLCJDb2xvciI6eyIkaWQiOiIyMTQyIiwiQSI6MjU1LCJSIjoyMzQsIkciOjIyLCJCIjozMH19LCJMaW5lV2VpZ2h0IjowLjAsIkxpbmVUeXBlIjowLCJQYXJlbnRTdHlsZSI6bnVsbH0sIlBhcmVudFN0eWxlIjpudWxsfSwiVGl0bGVTdHlsZSI6eyIkaWQiOiIyMTQzIiwiRm9udFNldHRpbmdzIjp7IiRpZCI6IjIxNDQiLCJGb250U2l6ZSI6MTAsIkZvbnROYW1lIjoiQ2FsaWJyaSIsIklzQm9sZCI6dHJ1ZSwiSXNJdGFsaWMiOmZhbHNlLCJJc1VuZGVybGluZWQiOmZhbHNlLCJQYXJlbnRTdHlsZSI6bnVsbH0sIkF1dG9TaXplIjowLCJGb3JlZ3JvdW5kIjp7IiRpZCI6IjIxNDUiLCJDb2xvciI6eyIkaWQiOiIyMTQ2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xNDciLCJUb3AiOjAuMCwiTGVmdCI6MC4wLCJSaWdodCI6MC4wLCJCb3R0b20iOjAuMH0sIlBhZGRpbmciOnsiJGlkIjoiMjE0OCIsIlRvcCI6MC4wLCJMZWZ0IjowLjAsIlJpZ2h0IjowLjAsIkJvdHRvbSI6MC4wfSwiQmFja2dyb3VuZCI6eyIkaWQiOiIyMTQ5IiwiQ29sb3IiOnsiJGlkIjoiMjE1MCIsIkEiOjAsIlIiOjAsIkciOjAsIkIiOjB9fSwiSXNWaXNpYmxlIjp0cnVlLCJXaWR0aCI6MC4wLCJIZWlnaHQiOjAuMCwiQm9yZGVyU3R5bGUiOnsiJGlkIjoiMjE1MSIsIkxpbmVDb2xvciI6bnVsbCwiTGluZVdlaWdodCI6MC4wLCJMaW5lVHlwZSI6MCwiUGFyZW50U3R5bGUiOm51bGx9LCJQYXJlbnRTdHlsZSI6bnVsbH0sIkRhdGVTdHlsZSI6eyIkaWQiOiIyMTUyIiwiRm9udFNldHRpbmdzIjp7IiRpZCI6IjIxNTMiLCJGb250U2l6ZSI6OSwiRm9udE5hbWUiOiJDYWxpYnJpIiwiSXNCb2xkIjpmYWxzZSwiSXNJdGFsaWMiOmZhbHNlLCJJc1VuZGVybGluZWQiOmZhbHNlLCJQYXJlbnRTdHlsZSI6bnVsbH0sIkF1dG9TaXplIjowLCJGb3JlZ3JvdW5kIjp7IiRpZCI6IjIxNTQiLCJDb2xvciI6eyIkaWQiOiIyMTU1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TU2IiwiVG9wIjowLjAsIkxlZnQiOjAuMCwiUmlnaHQiOjAuMCwiQm90dG9tIjowLjB9LCJQYWRkaW5nIjp7IiRpZCI6IjIxNTciLCJUb3AiOjAuMCwiTGVmdCI6MC4wLCJSaWdodCI6MC4wLCJCb3R0b20iOjAuMH0sIkJhY2tncm91bmQiOnsiJGlkIjoiMjE1OCIsIkNvbG9yIjp7IiRpZCI6IjIxNTkiLCJBIjowLCJSIjowLCJHIjowLCJCIjowfX0sIklzVmlzaWJsZSI6dHJ1ZSwiV2lkdGgiOjAuMCwiSGVpZ2h0IjowLjAsIkJvcmRlclN0eWxlIjp7IiRpZCI6IjIxNjAiLCJMaW5lQ29sb3IiOm51bGwsIkxpbmVXZWlnaHQiOjAuMCwiTGluZVR5cGUiOjAsIlBhcmVudFN0eWxlIjpudWxsfSwiUGFyZW50U3R5bGUiOm51bGx9LCJEYXRlRm9ybWF0Ijp7IiRpZCI6IjIxNj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E2MiIsIkZvcm1hdCI6MCwiSXNWaXNpYmxlIjpmYWxzZSwiTGFzdEtub3duVmlzaWJpbGl0eVN0YXRlIjpmYWxzZX0sIklzVmlzaWJsZSI6dHJ1ZSwiVmFyaWFuY2VTdHlsZSI6eyIkaWQiOiIyMTYzIiwiVGV4dFN0eWxlIjp7IiRpZCI6IjIxNjQiLCJGb250U2V0dGluZ3MiOnsiJGlkIjoiMjE2NSIsIkZvbnRTaXplIjoxMSwiRm9udE5hbWUiOiJDYWxpYnJpIiwiSXNCb2xkIjpmYWxzZSwiSXNJdGFsaWMiOmZhbHNlLCJJc1VuZGVybGluZWQiOmZhbHNlLCJQYXJlbnRTdHlsZSI6bnVsbH0sIkF1dG9TaXplIjowLCJGb3JlZ3JvdW5kIjp7IiRpZCI6IjIxNjYiLCJDb2xvciI6eyIkaWQiOiIyMTY3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xNjgiLCJUb3AiOjAuMCwiTGVmdCI6MC4wLCJSaWdodCI6MC4wLCJCb3R0b20iOjAuMH0sIlBhZGRpbmciOnsiJGlkIjoiMjE2OSIsIlRvcCI6MC4wLCJMZWZ0IjowLjAsIlJpZ2h0IjowLjAsIkJvdHRvbSI6MC4wfSwiQmFja2dyb3VuZCI6eyIkaWQiOiIyMTcwIiwiQ29sb3IiOnsiJGlkIjoiMjE3MSIsIkEiOjAsIlIiOjAsIkciOjAsIkIiOjB9fSwiSXNWaXNpYmxlIjp0cnVlLCJXaWR0aCI6MC4wLCJIZWlnaHQiOjAuMCwiQm9yZGVyU3R5bGUiOnsiJGlkIjoiMjE3MiIsIkxpbmVDb2xvciI6bnVsbCwiTGluZVdlaWdodCI6MC4wLCJMaW5lVHlwZSI6MCwiUGFyZW50U3R5bGUiOm51bGx9LCJQYXJlbnRTdHlsZSI6bnVsbH0sIlBhcmVudFN0eWxlIjpudWxsfSwiUGFyZW50U3R5bGUiOm51bGx9LCJIeXBlcmxpbmsiOm51bGwsIkJhc2VsaW5lRGF0YSI6eyIkaWQiOiIyMTczIiwiRGF0ZSI6IjIwMjctMDUtMjZUMjM6NTk6MDAifSwiSW1wb3J0SWQiOiIifV0sIklkIjoiMDAwMDAwMDAtMDAwMC0wMDAwLTAwMDAtMDAwMDAwMDAwMDAwIiwiSXNTaW5nbGVJdGVtUm93Ijp0cnVlfSx7IiRpZCI6IjIxNzQiLCJfdGFza3MiOltdLCJfbWlsZXN0b25lcyI6W3siJGlkIjoiMjE3NSIsIklkIjoiMTFmODAzNjctODRlMS00YmVhLTlmMjMtZjFjZmRhNGNkNzg1IiwiSW5kZXgiOjI4LCJHcm91cElkIjpudWxsLCJUaXRsZSI6IkRpZ2l0YWxpc2VyaW5nc2JvYXJkKERCKSIsIkRhdGVUaW1lIjoiMjAyNy0wNi0yM1QyMzo1OTowMCIsIlBlcmNlbnRhZ2VDb21wbGV0ZSI6bnVsbCwiTm90ZSI6bnVsbCwiU3R5bGUiOnsiJGlkIjoiMjE3NiIsIlRpdGxlUG9zaXRpb24iOiJSaWdodCIsIkRhdGVQb3NpdGlvbiI6IkxlZnQiLCJWYXJpYW5jZVBvc2l0aW9uIjoiTGVmdCIsIlNoYXBlVHlwZSI6MiwiU2hhcGVTaXplIjoxLCJTcGFjaW5nIjo1LCJTaGFwZVN0eWxlIjp7IiRpZCI6IjIxNzciLCJNYXJnaW4iOnsiJGlkIjoiMjE3OCIsIlRvcCI6MC4wLCJMZWZ0IjowLjAsIlJpZ2h0IjowLjAsIkJvdHRvbSI6MC4wfSwiUGFkZGluZyI6eyIkaWQiOiIyMTc5IiwiVG9wIjowLjAsIkxlZnQiOjAuMCwiUmlnaHQiOjAuMCwiQm90dG9tIjowLjB9LCJCYWNrZ3JvdW5kIjp7IiRpZCI6IjIxODAiLCJDb2xvciI6eyIkaWQiOiIyMTgxIiwiQSI6MjU1LCJSIjoyNiwiRyI6MTcwLCJCIjo2Nn19LCJJc1Zpc2libGUiOnRydWUsIldpZHRoIjoxMy4wLCJIZWlnaHQiOjEzLjAsIkJvcmRlclN0eWxlIjp7IiRpZCI6IjIxODIiLCJMaW5lQ29sb3IiOnsiJGlkIjoiMjE4MyIsIiR0eXBlIjoiTkxSRS5Db21tb24uRG9tLlNvbGlkQ29sb3JCcnVzaCwgTkxSRS5Db21tb24iLCJDb2xvciI6eyIkaWQiOiIyMTg0IiwiQSI6MjU1LCJSIjoyMzQsIkciOjIyLCJCIjozMH19LCJMaW5lV2VpZ2h0IjowLjAsIkxpbmVUeXBlIjowLCJQYXJlbnRTdHlsZSI6bnVsbH0sIlBhcmVudFN0eWxlIjpudWxsfSwiVGl0bGVTdHlsZSI6eyIkaWQiOiIyMTg1IiwiRm9udFNldHRpbmdzIjp7IiRpZCI6IjIxODYiLCJGb250U2l6ZSI6MTAsIkZvbnROYW1lIjoiQ2FsaWJyaSIsIklzQm9sZCI6dHJ1ZSwiSXNJdGFsaWMiOmZhbHNlLCJJc1VuZGVybGluZWQiOmZhbHNlLCJQYXJlbnRTdHlsZSI6bnVsbH0sIkF1dG9TaXplIjowLCJGb3JlZ3JvdW5kIjp7IiRpZCI6IjIxODciLCJDb2xvciI6eyIkaWQiOiIyMTg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xODkiLCJUb3AiOjAuMCwiTGVmdCI6MC4wLCJSaWdodCI6MC4wLCJCb3R0b20iOjAuMH0sIlBhZGRpbmciOnsiJGlkIjoiMjE5MCIsIlRvcCI6MC4wLCJMZWZ0IjowLjAsIlJpZ2h0IjowLjAsIkJvdHRvbSI6MC4wfSwiQmFja2dyb3VuZCI6eyIkaWQiOiIyMTkxIiwiQ29sb3IiOnsiJGlkIjoiMjE5MiIsIkEiOjAsIlIiOjAsIkciOjAsIkIiOjB9fSwiSXNWaXNpYmxlIjp0cnVlLCJXaWR0aCI6MC4wLCJIZWlnaHQiOjAuMCwiQm9yZGVyU3R5bGUiOnsiJGlkIjoiMjE5MyIsIkxpbmVDb2xvciI6bnVsbCwiTGluZVdlaWdodCI6MC4wLCJMaW5lVHlwZSI6MCwiUGFyZW50U3R5bGUiOm51bGx9LCJQYXJlbnRTdHlsZSI6bnVsbH0sIkRhdGVTdHlsZSI6eyIkaWQiOiIyMTk0IiwiRm9udFNldHRpbmdzIjp7IiRpZCI6IjIxOTUiLCJGb250U2l6ZSI6OSwiRm9udE5hbWUiOiJDYWxpYnJpIiwiSXNCb2xkIjpmYWxzZSwiSXNJdGFsaWMiOmZhbHNlLCJJc1VuZGVybGluZWQiOmZhbHNlLCJQYXJlbnRTdHlsZSI6bnVsbH0sIkF1dG9TaXplIjowLCJGb3JlZ3JvdW5kIjp7IiRpZCI6IjIxOTYiLCJDb2xvciI6eyIkaWQiOiIyMTk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Tk4IiwiVG9wIjowLjAsIkxlZnQiOjAuMCwiUmlnaHQiOjAuMCwiQm90dG9tIjowLjB9LCJQYWRkaW5nIjp7IiRpZCI6IjIxOTkiLCJUb3AiOjAuMCwiTGVmdCI6MC4wLCJSaWdodCI6MC4wLCJCb3R0b20iOjAuMH0sIkJhY2tncm91bmQiOnsiJGlkIjoiMjIwMCIsIkNvbG9yIjp7IiRpZCI6IjIyMDEiLCJBIjowLCJSIjowLCJHIjowLCJCIjowfX0sIklzVmlzaWJsZSI6dHJ1ZSwiV2lkdGgiOjAuMCwiSGVpZ2h0IjowLjAsIkJvcmRlclN0eWxlIjp7IiRpZCI6IjIyMDIiLCJMaW5lQ29sb3IiOm51bGwsIkxpbmVXZWlnaHQiOjAuMCwiTGluZVR5cGUiOjAsIlBhcmVudFN0eWxlIjpudWxsfSwiUGFyZW50U3R5bGUiOm51bGx9LCJEYXRlRm9ybWF0Ijp7IiRpZCI6IjIyM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wNCIsIkZvcm1hdCI6MCwiSXNWaXNpYmxlIjpmYWxzZSwiTGFzdEtub3duVmlzaWJpbGl0eVN0YXRlIjpmYWxzZX0sIklzVmlzaWJsZSI6dHJ1ZSwiVmFyaWFuY2VTdHlsZSI6eyIkaWQiOiIyMjA1IiwiVGV4dFN0eWxlIjp7IiRpZCI6IjIyMDYiLCJGb250U2V0dGluZ3MiOnsiJGlkIjoiMjIwNyIsIkZvbnRTaXplIjoxMSwiRm9udE5hbWUiOiJDYWxpYnJpIiwiSXNCb2xkIjpmYWxzZSwiSXNJdGFsaWMiOmZhbHNlLCJJc1VuZGVybGluZWQiOmZhbHNlLCJQYXJlbnRTdHlsZSI6bnVsbH0sIkF1dG9TaXplIjowLCJGb3JlZ3JvdW5kIjp7IiRpZCI6IjIyMDgiLCJDb2xvciI6eyIkaWQiOiIyMjA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yMTAiLCJUb3AiOjAuMCwiTGVmdCI6MC4wLCJSaWdodCI6MC4wLCJCb3R0b20iOjAuMH0sIlBhZGRpbmciOnsiJGlkIjoiMjIxMSIsIlRvcCI6MC4wLCJMZWZ0IjowLjAsIlJpZ2h0IjowLjAsIkJvdHRvbSI6MC4wfSwiQmFja2dyb3VuZCI6eyIkaWQiOiIyMjEyIiwiQ29sb3IiOnsiJGlkIjoiMjIxMyIsIkEiOjAsIlIiOjAsIkciOjAsIkIiOjB9fSwiSXNWaXNpYmxlIjp0cnVlLCJXaWR0aCI6MC4wLCJIZWlnaHQiOjAuMCwiQm9yZGVyU3R5bGUiOnsiJGlkIjoiMjIxNCIsIkxpbmVDb2xvciI6bnVsbCwiTGluZVdlaWdodCI6MC4wLCJMaW5lVHlwZSI6MCwiUGFyZW50U3R5bGUiOm51bGx9LCJQYXJlbnRTdHlsZSI6bnVsbH0sIlBhcmVudFN0eWxlIjpudWxsfSwiUGFyZW50U3R5bGUiOm51bGx9LCJIeXBlcmxpbmsiOm51bGwsIkJhc2VsaW5lRGF0YSI6eyIkaWQiOiIyMjE1IiwiRGF0ZSI6IjIwMjctMDYtMjNUMjM6NTk6MDAifSwiSW1wb3J0SWQiOiIifV0sIklkIjoiMDAwMDAwMDAtMDAwMC0wMDAwLTAwMDAtMDAwMDAwMDAwMDAwIiwiSXNTaW5nbGVJdGVtUm93Ijp0cnVlfSx7IiRpZCI6IjIyMTYiLCJfdGFza3MiOlt7IiRpZCI6IjIyMTciLCJfYXR0YWNoZWRNaWxlc3RvbmVzIjpbXSwiVGFza0RlZmluaXRpb24iOnsiJGlkIjoiMjIxOCIsIkdyb3VwTmFtZSI6bnVsbCwiU3RhcnREYXRlIjoiMjAyNy0wNi0yNFQyMzo1OTowMFoiLCJFbmREYXRlIjoiMjAyNy0wNy0wNlQyMzo1OTowMFoiLCJQZXJjZW50YWdlQ29tcGxldGUiOm51bGwsIlN0eWxlIjp7IiRpZCI6IjIyMTkiLCJTaGFwZSI6MSwiU2hhcGVUaGlja25lc3MiOjAsIkR1cmF0aW9uRm9ybWF0IjowLCJJbmNsdWRlTm9uV29ya2luZ0RheXNJbkR1cmF0aW9uIjpmYWxzZSwiUGVyY2VudGFnZUNvbXBsZXRlU3R5bGUiOnsiJGlkIjoiMjIyMCIsIkZvbnRTZXR0aW5ncyI6eyIkaWQiOiIyMjIxIiwiRm9udFNpemUiOjEwLCJGb250TmFtZSI6IkNhbGlicmkiLCJJc0JvbGQiOmZhbHNlLCJJc0l0YWxpYyI6ZmFsc2UsIklzVW5kZXJsaW5lZCI6ZmFsc2UsIlBhcmVudFN0eWxlIjpudWxsfSwiQXV0b1NpemUiOjAsIkZvcmVncm91bmQiOnsiJGlkIjoiMjIyMiIsIkNvbG9yIjp7IiRpZCI6IjIyMjMiLCJBIjoyNTUsIlIiOjIzNywiRyI6MTI1LCJCIjo0OX19LCJNYXhXaWR0aCI6MjAwLjAsIk1heEhlaWdodCI6IkluZmluaXR5IiwiU21hcnRGb3JlZ3JvdW5kSXNBY3RpdmUiOmZhbHNlLCJIb3Jpem9udGFsQWxpZ25tZW50IjoxLCJWZXJ0aWNhbEFsaWdubWVudCI6MCwiU21hcnRGb3JlZ3JvdW5kIjpudWxsLCJCYWNrZ3JvdW5kRmlsbFR5cGUiOjAsIk1hcmdpbiI6eyIkaWQiOiIyMjI0IiwiVG9wIjowLjAsIkxlZnQiOjAuMCwiUmlnaHQiOjAuMCwiQm90dG9tIjowLjB9LCJQYWRkaW5nIjp7IiRpZCI6IjIyMjUiLCJUb3AiOjAuMCwiTGVmdCI6MC4wLCJSaWdodCI6MC4wLCJCb3R0b20iOjAuMH0sIkJhY2tncm91bmQiOnsiJGlkIjoiMjIyNiIsIkNvbG9yIjp7IiRpZCI6IjIyMjciLCJBIjo4OSwiUiI6MCwiRyI6MCwiQiI6MH19LCJJc1Zpc2libGUiOnRydWUsIldpZHRoIjowLjAsIkhlaWdodCI6MC4wLCJCb3JkZXJTdHlsZSI6eyIkaWQiOiIyMjI4IiwiTGluZUNvbG9yIjpudWxsLCJMaW5lV2VpZ2h0IjowLjAsIkxpbmVUeXBlIjowLCJQYXJlbnRTdHlsZSI6bnVsbH0sIlBhcmVudFN0eWxlIjpudWxsfSwiRHVyYXRpb25TdHlsZSI6eyIkaWQiOiIyMjI5IiwiRm9udFNldHRpbmdzIjp7IiRpZCI6IjIyMzAiLCJGb250U2l6ZSI6MTAsIkZvbnROYW1lIjoiQ2FsaWJyaSIsIklzQm9sZCI6ZmFsc2UsIklzSXRhbGljIjpmYWxzZSwiSXNVbmRlcmxpbmVkIjpmYWxzZSwiUGFyZW50U3R5bGUiOm51bGx9LCJBdXRvU2l6ZSI6MCwiRm9yZWdyb3VuZCI6eyIkaWQiOiIyMjMxIiwiQ29sb3IiOnsiJGlkIjoiMjIzM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yMzMiLCJUb3AiOjAuMCwiTGVmdCI6MC4wLCJSaWdodCI6MC4wLCJCb3R0b20iOjAuMH0sIlBhZGRpbmciOnsiJGlkIjoiMjIzNCIsIlRvcCI6MC4wLCJMZWZ0IjowLjAsIlJpZ2h0IjowLjAsIkJvdHRvbSI6MC4wfSwiQmFja2dyb3VuZCI6eyIkaWQiOiIyMjM1IiwiQ29sb3IiOnsiJGlkIjoiMjIzNiIsIkEiOjAsIlIiOjAsIkciOjAsIkIiOjB9fSwiSXNWaXNpYmxlIjp0cnVlLCJXaWR0aCI6MC4wLCJIZWlnaHQiOjAuMCwiQm9yZGVyU3R5bGUiOnsiJGlkIjoiMjIzNyIsIkxpbmVDb2xvciI6bnVsbCwiTGluZVdlaWdodCI6MC4wLCJMaW5lVHlwZSI6MCwiUGFyZW50U3R5bGUiOm51bGx9LCJQYXJlbnRTdHlsZSI6bnVsbH0sIkhvcml6b250YWxDb25uZWN0b3JTdHlsZSI6eyIkaWQiOiIyMjM4IiwiTGluZUNvbG9yIjp7IiRpZCI6IjIyMzkiLCIkdHlwZSI6Ik5MUkUuQ29tbW9uLkRvbS5Tb2xpZENvbG9yQnJ1c2gsIE5MUkUuQ29tbW9uIiwiQ29sb3IiOnsiJGlkIjoiMjI0MCIsIkEiOjI1NSwiUiI6MjA0LCJHIjoyMDQsIkIiOjIwNH19LCJMaW5lV2VpZ2h0IjoxLjAsIkxpbmVUeXBlIjowLCJQYXJlbnRTdHlsZSI6bnVsbH0sIlZlcnRpY2FsQ29ubmVjdG9yU3R5bGUiOnsiJGlkIjoiMjI0MSIsIkxpbmVDb2xvciI6eyIkaWQiOiIyMjQyIiwiJHR5cGUiOiJOTFJFLkNvbW1vbi5Eb20uU29saWRDb2xvckJydXNoLCBOTFJFLkNvbW1vbiIsIkNvbG9yIjp7IiRpZCI6IjIyNDM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NiwiU3BhY2luZyI6MywiSXNCZWxvd1RpbWViYW5kIjp0cnVlLCJQZXJjZW50YWdlQ29tcGxldGVTaGFwZU9wYWNpdHkiOjM1LCJCYXNlbGluZVN0eWxlIjp7IiRpZCI6IjIyNDQiLCJTaGFwZVN0eWxlIjp7IiRpZCI6IjIyNDUiLCJNYXJnaW4iOnsiJGlkIjoiMjI0NiIsIlRvcCI6MC4wLCJMZWZ0IjowLjAsIlJpZ2h0IjowLjAsIkJvdHRvbSI6MC4wfSwiUGFkZGluZyI6eyIkaWQiOiIyMjQ3IiwiVG9wIjowLjAsIkxlZnQiOjAuMCwiUmlnaHQiOjAuMCwiQm90dG9tIjowLjB9LCJCYWNrZ3JvdW5kIjp7IiRpZCI6IjIyNDgiLCJDb2xvciI6eyIkaWQiOiIyMjQ5IiwiQSI6MTUzLCJSIjowLCJHIjowLCJCIjowfX0sIklzVmlzaWJsZSI6dHJ1ZSwiV2lkdGgiOjAuMCwiSGVpZ2h0IjowLjAsIkJvcmRlclN0eWxlIjpudWxsLCJQYXJlbnRTdHlsZSI6bnVsbH0sIk1hcmdpbiI6eyIkaWQiOiIyMjUwIiwiVG9wIjowLjAsIkxlZnQiOjAuMCwiUmlnaHQiOjAuMCwiQm90dG9tIjowLjB9LCJQYWRkaW5nIjp7IiRpZCI6IjIyNTEiLCJUb3AiOjAuMCwiTGVmdCI6MC4wLCJSaWdodCI6MC4wLCJCb3R0b20iOjAuMH0sIkJhY2tncm91bmQiOm51bGwsIklzVmlzaWJsZSI6dHJ1ZSwiV2lkdGgiOjAuMCwiSGVpZ2h0IjowLjAsIkJvcmRlclN0eWxlIjpudWxsLCJQYXJlbnRTdHlsZSI6bnVsbH0sIlNoYXBlU3R5bGUiOnsiJGlkIjoiMjI1MiIsIk1hcmdpbiI6eyIkaWQiOiIyMjUzIiwiVG9wIjowLjAsIkxlZnQiOjQuMCwiUmlnaHQiOjQuMCwiQm90dG9tIjowLjB9LCJQYWRkaW5nIjp7IiRpZCI6IjIyNTQiLCJUb3AiOjAuMCwiTGVmdCI6MC4wLCJSaWdodCI6MC4wLCJCb3R0b20iOjAuMH0sIkJhY2tncm91bmQiOnsiJGlkIjoiMjI1NSIsIkNvbG9yIjp7IiRpZCI6IjIyNTYiLCJBIjoyNTUsIlIiOjI2LCJHIjoxNzAsIkIiOjY2fX0sIklzVmlzaWJsZSI6dHJ1ZSwiV2lkdGgiOjIzOC4wLCJIZWlnaHQiOjEwLjAsIkJvcmRlclN0eWxlIjp7IiRpZCI6IjIyNTciLCJMaW5lQ29sb3IiOnsiJGlkIjoiMjI1OCIsIiR0eXBlIjoiTkxSRS5Db21tb24uRG9tLlNvbGlkQ29sb3JCcnVzaCwgTkxSRS5Db21tb24iLCJDb2xvciI6eyIkaWQiOiIyMjU5IiwiQSI6MjU1LCJSIjoyMzQsIkciOjIyLCJCIjozMH19LCJMaW5lV2VpZ2h0IjowLjAsIkxpbmVUeXBlIjowLCJQYXJlbnRTdHlsZSI6bnVsbH0sIlBhcmVudFN0eWxlIjpudWxsfSwiVGl0bGVTdHlsZSI6eyIkaWQiOiIyMjYwIiwiRm9udFNldHRpbmdzIjp7IiRpZCI6IjIyNjEiLCJGb250U2l6ZSI6MTAsIkZvbnROYW1lIjoiQ2FsaWJyaSIsIklzQm9sZCI6dHJ1ZSwiSXNJdGFsaWMiOmZhbHNlLCJJc1VuZGVybGluZWQiOmZhbHNlLCJQYXJlbnRTdHlsZSI6bnVsbH0sIkF1dG9TaXplIjowLCJGb3JlZ3JvdW5kIjp7IiRpZCI6IjIyNjIiLCJDb2xvciI6eyIkaWQiOiIyMjYz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IyNjQiLCJUb3AiOjAuMCwiTGVmdCI6MC4wLCJSaWdodCI6MC4wLCJCb3R0b20iOjAuMH0sIlBhZGRpbmciOnsiJGlkIjoiMjI2NSIsIlRvcCI6MC4wLCJMZWZ0IjowLjAsIlJpZ2h0IjowLjAsIkJvdHRvbSI6MC4wfSwiQmFja2dyb3VuZCI6eyIkaWQiOiIyMjY2IiwiQ29sb3IiOnsiJGlkIjoiMjI2NyIsIkEiOjAsIlIiOjI1NSwiRyI6MjU1LCJCIjoyNTV9fSwiSXNWaXNpYmxlIjp0cnVlLCJXaWR0aCI6MC4wLCJIZWlnaHQiOjAuMCwiQm9yZGVyU3R5bGUiOnsiJGlkIjoiMjI2OCIsIkxpbmVDb2xvciI6bnVsbCwiTGluZVdlaWdodCI6MC4wLCJMaW5lVHlwZSI6MCwiUGFyZW50U3R5bGUiOm51bGx9LCJQYXJlbnRTdHlsZSI6bnVsbH0sIkRhdGVTdHlsZSI6eyIkaWQiOiIyMjY5IiwiRm9udFNldHRpbmdzIjp7IiRpZCI6IjIyNzAiLCJGb250U2l6ZSI6OSwiRm9udE5hbWUiOiJDYWxpYnJpIiwiSXNCb2xkIjpmYWxzZSwiSXNJdGFsaWMiOmZhbHNlLCJJc1VuZGVybGluZWQiOmZhbHNlLCJQYXJlbnRTdHlsZSI6bnVsbH0sIkF1dG9TaXplIjowLCJGb3JlZ3JvdW5kIjp7IiRpZCI6IjIyNzEiLCJDb2xvciI6eyIkaWQiOiIyMjcy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jczIiwiVG9wIjowLjAsIkxlZnQiOjAuMCwiUmlnaHQiOjAuMCwiQm90dG9tIjowLjB9LCJQYWRkaW5nIjp7IiRpZCI6IjIyNzQiLCJUb3AiOjAuMCwiTGVmdCI6MC4wLCJSaWdodCI6MC4wLCJCb3R0b20iOjAuMH0sIkJhY2tncm91bmQiOnsiJGlkIjoiMjI3NSIsIkNvbG9yIjp7IiRpZCI6IjIyNzYiLCJBIjowLCJSIjoyNTUsIkciOjI1NSwiQiI6MjU1fX0sIklzVmlzaWJsZSI6dHJ1ZSwiV2lkdGgiOjAuMCwiSGVpZ2h0IjowLjAsIkJvcmRlclN0eWxlIjp7IiRpZCI6IjIyNzciLCJMaW5lQ29sb3IiOm51bGwsIkxpbmVXZWlnaHQiOjAuMCwiTGluZVR5cGUiOjAsIlBhcmVudFN0eWxlIjpudWxsfSwiUGFyZW50U3R5bGUiOm51bGx9LCJEYXRlRm9ybWF0Ijp7IiRpZCI6IjIyNz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3OSIsIkZvcm1hdCI6MCwiSXNWaXNpYmxlIjpmYWxzZSwiTGFzdEtub3duVmlzaWJpbGl0eVN0YXRlIjpmYWxzZX0sIklzVmlzaWJsZSI6dHJ1ZSwiVmFyaWFuY2VTdHlsZSI6eyIkaWQiOiIyMjgwIiwiVGV4dFN0eWxlIjp7IiRpZCI6IjIyODEiLCJGb250U2V0dGluZ3MiOnsiJGlkIjoiMjI4MiIsIkZvbnRTaXplIjoxMSwiRm9udE5hbWUiOiJDYWxpYnJpIiwiSXNCb2xkIjpmYWxzZSwiSXNJdGFsaWMiOmZhbHNlLCJJc1VuZGVybGluZWQiOmZhbHNlLCJQYXJlbnRTdHlsZSI6bnVsbH0sIkF1dG9TaXplIjowLCJGb3JlZ3JvdW5kIjp7IiRpZCI6IjIyODMiLCJDb2xvciI6eyIkaWQiOiIyMjg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yODUiLCJUb3AiOjAuMCwiTGVmdCI6MC4wLCJSaWdodCI6MC4wLCJCb3R0b20iOjAuMH0sIlBhZGRpbmciOnsiJGlkIjoiMjI4NiIsIlRvcCI6MC4wLCJMZWZ0IjowLjAsIlJpZ2h0IjowLjAsIkJvdHRvbSI6MC4wfSwiQmFja2dyb3VuZCI6eyIkaWQiOiIyMjg3IiwiQ29sb3IiOnsiJGlkIjoiMjI4OCIsIkEiOjAsIlIiOjAsIkciOjAsIkIiOjB9fSwiSXNWaXNpYmxlIjp0cnVlLCJXaWR0aCI6MC4wLCJIZWlnaHQiOjAuMCwiQm9yZGVyU3R5bGUiOnsiJGlkIjoiMjI4OSIsIkxpbmVDb2xvciI6bnVsbCwiTGluZVdlaWdodCI6MC4wLCJMaW5lVHlwZSI6MCwiUGFyZW50U3R5bGUiOm51bGx9LCJQYXJlbnRTdHlsZSI6bnVsbH0sIlBhcmVudFN0eWxlIjpudWxsfSwiUGFyZW50U3R5bGUiOm51bGx9LCJJbmRleCI6MjksIlNtYXJ0RHVyYXRpb25BY3RpdmF0ZWQiOmZhbHNlLCJEYXRlRm9ybWF0Ijp7IiRyZWYiOiIyMjc4In0sIldlZWtOdW1iZXJpbmciOnsiJGlkIjoiMjI5MCIsIkZvcm1hdCI6MCwiSXNWaXNpYmxlIjpmYWxzZSwiTGFzdEtub3duVmlzaWJpbGl0eVN0YXRlIjpmYWxzZX0sIkJhc2VsaW5lRGF0YSI6eyIkaWQiOiIyMjkxIiwiU3RhcnREYXRlIjoiMjAyNy0wNi0yNFQyMzo1OTowMCIsIkVuZERhdGUiOiIyMDI3LTA3LTA2VDIzOjU5OjAwIn0sIklkIjoiMzQxZDdhNTctMDU4ZS00N2I5LTgyNWMtNmUxY2JmZGEzNzJjIiwiSW1wb3J0SWQiOm51bGwsIlRpdGxlIjoiVmVyaWZpa2F0aW9uIGFmIEVTUEQiLCJOb3RlIjpudWxsLCJIeXBlcmxpbmsiOnsiJGlkIjoiMjI5MiIsIkFkZHJlc3MiOm51bGwsIlN1YkFkZHJlc3MiOm51bGx9LCJJc0NoYW5nZWQiOmZhbHNlLCJJc05ldyI6ZmFsc2V9fV0sIl9taWxlc3RvbmVzIjpbXSwiSWQiOiIwMDAwMDAwMC0wMDAwLTAwMDAtMDAwMC0wMDAwMDAwMDAwMDAiLCJJc1NpbmdsZUl0ZW1Sb3ciOnRydWV9LHsiJGlkIjoiMjI5MyIsIl90YXNrcyI6W10sIl9taWxlc3RvbmVzIjpbeyIkaWQiOiIyMjk0IiwiSWQiOiJjYTJkYmE1ZS04NjMxLTQ5MjItOTk3Ni02ZDFlMDYzOTYwZjIiLCJJbmRleCI6MzAsIkdyb3VwSWQiOm51bGwsIlRpdGxlIjoia29udHJha3R1bmRlcnNrcml2ZWxzZSIsIkRhdGVUaW1lIjoiMjAyNy0wNy0wN1QyMzo1OTowMCIsIlBlcmNlbnRhZ2VDb21wbGV0ZSI6bnVsbCwiTm90ZSI6bnVsbCwiU3R5bGUiOnsiJGlkIjoiMjI5NSIsIlRpdGxlUG9zaXRpb24iOiJSaWdodCIsIkRhdGVQb3NpdGlvbiI6IkxlZnQiLCJWYXJpYW5jZVBvc2l0aW9uIjoiTGVmdCIsIlNoYXBlVHlwZSI6MiwiU2hhcGVTaXplIjoxLCJTcGFjaW5nIjo1LCJTaGFwZVN0eWxlIjp7IiRpZCI6IjIyOTYiLCJNYXJnaW4iOnsiJGlkIjoiMjI5NyIsIlRvcCI6MC4wLCJMZWZ0IjowLjAsIlJpZ2h0IjowLjAsIkJvdHRvbSI6MC4wfSwiUGFkZGluZyI6eyIkaWQiOiIyMjk4IiwiVG9wIjowLjAsIkxlZnQiOjAuMCwiUmlnaHQiOjAuMCwiQm90dG9tIjowLjB9LCJCYWNrZ3JvdW5kIjp7IiRpZCI6IjIyOTkiLCJDb2xvciI6eyIkaWQiOiIyMzAwIiwiQSI6MjU1LCJSIjoyNiwiRyI6MTcwLCJCIjo2Nn19LCJJc1Zpc2libGUiOnRydWUsIldpZHRoIjoxMy4wLCJIZWlnaHQiOjEzLjAsIkJvcmRlclN0eWxlIjp7IiRpZCI6IjIzMDEiLCJMaW5lQ29sb3IiOnsiJGlkIjoiMjMwMiIsIiR0eXBlIjoiTkxSRS5Db21tb24uRG9tLlNvbGlkQ29sb3JCcnVzaCwgTkxSRS5Db21tb24iLCJDb2xvciI6eyIkaWQiOiIyMzAzIiwiQSI6MjU1LCJSIjoyMzQsIkciOjIyLCJCIjozMH19LCJMaW5lV2VpZ2h0IjowLjAsIkxpbmVUeXBlIjowLCJQYXJlbnRTdHlsZSI6bnVsbH0sIlBhcmVudFN0eWxlIjpudWxsfSwiVGl0bGVTdHlsZSI6eyIkaWQiOiIyMzA0IiwiRm9udFNldHRpbmdzIjp7IiRpZCI6IjIzMDUiLCJGb250U2l6ZSI6MTAsIkZvbnROYW1lIjoiQ2FsaWJyaSIsIklzQm9sZCI6dHJ1ZSwiSXNJdGFsaWMiOmZhbHNlLCJJc1VuZGVybGluZWQiOmZhbHNlLCJQYXJlbnRTdHlsZSI6bnVsbH0sIkF1dG9TaXplIjowLCJGb3JlZ3JvdW5kIjp7IiRpZCI6IjIzMDYiLCJDb2xvciI6eyIkaWQiOiIyMzA3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zMDgiLCJUb3AiOjAuMCwiTGVmdCI6MC4wLCJSaWdodCI6MC4wLCJCb3R0b20iOjAuMH0sIlBhZGRpbmciOnsiJGlkIjoiMjMwOSIsIlRvcCI6MC4wLCJMZWZ0IjowLjAsIlJpZ2h0IjowLjAsIkJvdHRvbSI6MC4wfSwiQmFja2dyb3VuZCI6eyIkaWQiOiIyMzEwIiwiQ29sb3IiOnsiJGlkIjoiMjMxMSIsIkEiOjAsIlIiOjAsIkciOjAsIkIiOjB9fSwiSXNWaXNpYmxlIjp0cnVlLCJXaWR0aCI6MC4wLCJIZWlnaHQiOjAuMCwiQm9yZGVyU3R5bGUiOnsiJGlkIjoiMjMxMiIsIkxpbmVDb2xvciI6bnVsbCwiTGluZVdlaWdodCI6MC4wLCJMaW5lVHlwZSI6MCwiUGFyZW50U3R5bGUiOm51bGx9LCJQYXJlbnRTdHlsZSI6bnVsbH0sIkRhdGVTdHlsZSI6eyIkaWQiOiIyMzEzIiwiRm9udFNldHRpbmdzIjp7IiRpZCI6IjIzMTQiLCJGb250U2l6ZSI6OSwiRm9udE5hbWUiOiJDYWxpYnJpIiwiSXNCb2xkIjpmYWxzZSwiSXNJdGFsaWMiOmZhbHNlLCJJc1VuZGVybGluZWQiOmZhbHNlLCJQYXJlbnRTdHlsZSI6bnVsbH0sIkF1dG9TaXplIjowLCJGb3JlZ3JvdW5kIjp7IiRpZCI6IjIzMTUiLCJDb2xvciI6eyIkaWQiOiIyMzE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MzE3IiwiVG9wIjowLjAsIkxlZnQiOjAuMCwiUmlnaHQiOjAuMCwiQm90dG9tIjowLjB9LCJQYWRkaW5nIjp7IiRpZCI6IjIzMTgiLCJUb3AiOjAuMCwiTGVmdCI6MC4wLCJSaWdodCI6MC4wLCJCb3R0b20iOjAuMH0sIkJhY2tncm91bmQiOnsiJGlkIjoiMjMxOSIsIkNvbG9yIjp7IiRpZCI6IjIzMjAiLCJBIjowLCJSIjowLCJHIjowLCJCIjowfX0sIklzVmlzaWJsZSI6dHJ1ZSwiV2lkdGgiOjAuMCwiSGVpZ2h0IjowLjAsIkJvcmRlclN0eWxlIjp7IiRpZCI6IjIzMjEiLCJMaW5lQ29sb3IiOm51bGwsIkxpbmVXZWlnaHQiOjAuMCwiTGluZVR5cGUiOjAsIlBhcmVudFN0eWxlIjpudWxsfSwiUGFyZW50U3R5bGUiOm51bGx9LCJEYXRlRm9ybWF0Ijp7IiRpZCI6IjIzM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MyMyIsIkZvcm1hdCI6MCwiSXNWaXNpYmxlIjpmYWxzZSwiTGFzdEtub3duVmlzaWJpbGl0eVN0YXRlIjpmYWxzZX0sIklzVmlzaWJsZSI6dHJ1ZSwiVmFyaWFuY2VTdHlsZSI6eyIkaWQiOiIyMzI0IiwiVGV4dFN0eWxlIjp7IiRpZCI6IjIzMjUiLCJGb250U2V0dGluZ3MiOnsiJGlkIjoiMjMyNiIsIkZvbnRTaXplIjoxMSwiRm9udE5hbWUiOiJDYWxpYnJpIiwiSXNCb2xkIjpmYWxzZSwiSXNJdGFsaWMiOmZhbHNlLCJJc1VuZGVybGluZWQiOmZhbHNlLCJQYXJlbnRTdHlsZSI6bnVsbH0sIkF1dG9TaXplIjowLCJGb3JlZ3JvdW5kIjp7IiRpZCI6IjIzMjciLCJDb2xvciI6eyIkaWQiOiIyMzI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zMjkiLCJUb3AiOjAuMCwiTGVmdCI6MC4wLCJSaWdodCI6MC4wLCJCb3R0b20iOjAuMH0sIlBhZGRpbmciOnsiJGlkIjoiMjMzMCIsIlRvcCI6MC4wLCJMZWZ0IjowLjAsIlJpZ2h0IjowLjAsIkJvdHRvbSI6MC4wfSwiQmFja2dyb3VuZCI6eyIkaWQiOiIyMzMxIiwiQ29sb3IiOnsiJGlkIjoiMjMzMiIsIkEiOjAsIlIiOjAsIkciOjAsIkIiOjB9fSwiSXNWaXNpYmxlIjp0cnVlLCJXaWR0aCI6MC4wLCJIZWlnaHQiOjAuMCwiQm9yZGVyU3R5bGUiOnsiJGlkIjoiMjMzMyIsIkxpbmVDb2xvciI6bnVsbCwiTGluZVdlaWdodCI6MC4wLCJMaW5lVHlwZSI6MCwiUGFyZW50U3R5bGUiOm51bGx9LCJQYXJlbnRTdHlsZSI6bnVsbH0sIlBhcmVudFN0eWxlIjpudWxsfSwiUGFyZW50U3R5bGUiOm51bGx9LCJIeXBlcmxpbmsiOm51bGwsIkJhc2VsaW5lRGF0YSI6eyIkaWQiOiIyMzM0IiwiRGF0ZSI6IjIwMjctMDctMDdUMjM6NTk6MDAifSwiSW1wb3J0SWQiOiIifV0sIklkIjoiMDAwMDAwMDAtMDAwMC0wMDAwLTAwMDAtMDAwMDAwMDAwMDAwIiwiSXNTaW5nbGVJdGVtUm93Ijp0cnVlfV0sIkluZGV4IjoyMiwiSWQiOiI5ZDY4ZGFkMS03NmEyLTRjNmItYjIyNC0wZjMzNDUyMGQxOWYiLCJIZWFkZXJUZXh0IjpudWxsLCJJc0RlZmF1bHQiOnRydWUsIlN0eWxlIjp7IiRpZCI6IjIzMzUiLCJIZWFkZXJTdHlsZSI6eyIkaWQiOiIyMzM2IiwiVGV4dFN0eWxlIjp7IiRpZCI6IjIzMzciLCJGb250U2V0dGluZ3MiOnsiJGlkIjoiMjMzOCIsIkZvbnRTaXplIjoxMSwiRm9udE5hbWUiOiJDYWxpYnJpIiwiSXNCb2xkIjpmYWxzZSwiSXNJdGFsaWMiOmZhbHNlLCJJc1VuZGVybGluZWQiOmZhbHNlLCJQYXJlbnRTdHlsZSI6bnVsbH0sIkF1dG9TaXplIjoyLCJGb3JlZ3JvdW5kIjp7IiRpZCI6IjIzMzkiLCJDb2xvciI6eyIkaWQiOiIyMzQwIiwiQSI6MjU1LCJSIjowLCJHIjowLCJCIjowfX0sIk1heFdpZHRoIjowLjAsIk1heEhlaWdodCI6IkluZmluaXR5IiwiU21hcnRGb3JlZ3JvdW5kSXNBY3RpdmUiOmZhbHNlLCJIb3Jpem9udGFsQWxpZ25tZW50IjowLCJWZXJ0aWNhbEFsaWdubWVudCI6MCwiU21hcnRGb3JlZ3JvdW5kIjpudWxsLCJCYWNrZ3JvdW5kRmlsbFR5cGUiOjAsIk1hcmdpbiI6eyIkaWQiOiIyMzQxIiwiVG9wIjowLjAsIkxlZnQiOjAuMCwiUmlnaHQiOjAuMCwiQm90dG9tIjowLjB9LCJQYWRkaW5nIjp7IiRpZCI6IjIzNDIiLCJUb3AiOjAuMCwiTGVmdCI6MC4wLCJSaWdodCI6MC4wLCJCb3R0b20iOjAuMH0sIkJhY2tncm91bmQiOm51bGwsIklzVmlzaWJsZSI6dHJ1ZSwiV2lkdGgiOjAuMCwiSGVpZ2h0IjowLjAsIkJvcmRlclN0eWxlIjpudWxsLCJQYXJlbnRTdHlsZSI6bnVsbH0sIlJlY3RhbmdsZVN0eWxlIjp7IiRpZCI6IjIzNDMiLCJNYXJnaW4iOnsiJGlkIjoiMjM0NCIsIlRvcCI6MC4wLCJMZWZ0IjowLjAsIlJpZ2h0IjowLjAsIkJvdHRvbSI6MC4wfSwiUGFkZGluZyI6eyIkaWQiOiIyMzQ1IiwiVG9wIjowLjAsIkxlZnQiOjAuMCwiUmlnaHQiOjAuMCwiQm90dG9tIjowLjB9LCJCYWNrZ3JvdW5kIjp7IiRpZCI6IjIzNDYiLCJDb2xvciI6eyIkaWQiOiIyMzQ3IiwiQSI6NjMsIlIiOjI1NSwiRyI6MTkyLCJCIjowfX0sIklzVmlzaWJsZSI6dHJ1ZSwiV2lkdGgiOjAuMCwiSGVpZ2h0IjowLjAsIkJvcmRlclN0eWxlIjp7IiRpZCI6IjIzNDgiLCJMaW5lQ29sb3IiOnsiJGlkIjoiMjM0OSIsIiR0eXBlIjoiTkxSRS5Db21tb24uRG9tLlNvbGlkQ29sb3JCcnVzaCwgTkxSRS5Db21tb24iLCJDb2xvciI6eyIkaWQiOiIyMzUwIiwiQSI6MjU1LCJSIjoyNTUsIkciOjAsIkIiOjB9fSwiTGluZVdlaWdodCI6MC4wLCJMaW5lVHlwZSI6MCwiUGFyZW50U3R5bGUiOm51bGx9LCJQYXJlbnRTdHlsZSI6bnVsbH0sIk1hcmdpbiI6eyIkaWQiOiIyMzUxIiwiVG9wIjowLjAsIkxlZnQiOjAuMCwiUmlnaHQiOjAuMCwiQm90dG9tIjowLjB9LCJQYWRkaW5nIjp7IiRpZCI6IjIzNTIiLCJUb3AiOjAuMCwiTGVmdCI6MC4wLCJSaWdodCI6MC4wLCJCb3R0b20iOjAuMH0sIkJhY2tncm91bmQiOm51bGwsIklzVmlzaWJsZSI6dHJ1ZSwiV2lkdGgiOjAuMCwiSGVpZ2h0IjowLjAsIkJvcmRlclN0eWxlIjpudWxsLCJQYXJlbnRTdHlsZSI6bnVsbH0sIkJhY2tncm91bmRTdHlsZSI6eyIkaWQiOiIyMzUzIiwiTWFyZ2luIjp7IiRpZCI6IjIzNTQiLCJUb3AiOjAuMCwiTGVmdCI6MC4wLCJSaWdodCI6MC4wLCJCb3R0b20iOjAuMH0sIlBhZGRpbmciOnsiJGlkIjoiMjM1NSIsIlRvcCI6MC4wLCJMZWZ0IjowLjAsIlJpZ2h0IjowLjAsIkJvdHRvbSI6MC4wfSwiQmFja2dyb3VuZCI6eyIkaWQiOiIyMzU2IiwiQ29sb3IiOnsiJGlkIjoiMjM1NyIsIkEiOjUxLCJSIjoxMTUsIkciOjExNSwiQiI6MTE1fX0sIklzVmlzaWJsZSI6dHJ1ZSwiV2lkdGgiOjAuMCwiSGVpZ2h0IjowLjAsIkJvcmRlclN0eWxlIjp7IiRpZCI6IjIzNTgiLCJMaW5lQ29sb3IiOnsiJGlkIjoiMjM1OSIsIiR0eXBlIjoiTkxSRS5Db21tb24uRG9tLlNvbGlkQ29sb3JCcnVzaCwgTkxSRS5Db21tb24iLCJDb2xvciI6eyIkaWQiOiIyMzYwIiwiQSI6MjU1LCJSIjoyMzQsIkciOjIyLCJCIjozMH19LCJMaW5lV2VpZ2h0IjowLjAsIkxpbmVUeXBlIjowLCJQYXJlbnRTdHlsZSI6bnVsbH0sIlBhcmVudFN0eWxlIjpudWxsfSwiTWFyZ2luIjp7IiRpZCI6IjIzNjEiLCJUb3AiOjAuMCwiTGVmdCI6MC4wLCJSaWdodCI6MC4wLCJCb3R0b20iOjAuMH0sIlBhZGRpbmciOnsiJGlkIjoiMjM2MiIsIlRvcCI6MC4wLCJMZWZ0IjowLjAsIlJpZ2h0IjowLjAsIkJvdHRvbSI6MC4wfSwiSXNWaXNpYmxlIjp0cnVlLCJXaWR0aCI6MC4wLCJIZWlnaHQiOjAuMCwiQm9yZGVyU3R5bGUiOnsiJGlkIjoiMjM2MyIsIkxpbmVDb2xvciI6bnVsbCwiTGluZVdlaWdodCI6MC4wLCJMaW5lVHlwZSI6MCwiUGFyZW50U3R5bGUiOm51bGx9LCJQYXJlbnRTdHlsZSI6bnVsbH19XSwiSWQiOiJmZmIzZGExZS0xYWVkLTRiMWMtYTUxNS0wOTJmZmE3ODQ3MjAiLCJJbmRleCI6MjIsIkhlYWRlclRleHQiOiJUaWxidWRzZmFzZW4gKCBlbmRlbGlndCB0aWxidWQpIiwiU3R5bGUiOnsiJGlkIjoiMjM2NCIsIlN0eWxlSWQiOiIwMDAwMDAwMC0wMDAwLTAwMDAtMDAwMC0wMDAwMDAwMDAwMDAiLCJIZWFkZXJTdHlsZSI6eyIkaWQiOiIyMzY1IiwiVGV4dElzVmVydGljYWwiOmZhbHNlLCJUZXh0U3R5bGUiOnsiJGlkIjoiMjM2NiIsIkZvbnRTZXR0aW5ncyI6eyIkaWQiOiIyMzY3IiwiRm9udFNpemUiOjExLCJGb250TmFtZSI6IkNhbGlicmkiLCJJc0JvbGQiOmZhbHNlLCJJc0l0YWxpYyI6ZmFsc2UsIklzVW5kZXJsaW5lZCI6ZmFsc2UsIlBhcmVudFN0eWxlIjpudWxsfSwiQXV0b1NpemUiOjIsIkZvcmVncm91bmQiOnsiJGlkIjoiMjM2OCIsIkNvbG9yIjp7IiRpZCI6IjIzNjk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yMzcwIiwiVG9wIjowLjAsIkxlZnQiOjAuMCwiUmlnaHQiOjAuMCwiQm90dG9tIjowLjB9LCJQYWRkaW5nIjp7IiRpZCI6IjIzNzEiLCJUb3AiOjAuMCwiTGVmdCI6MC4wLCJSaWdodCI6MC4wLCJCb3R0b20iOjAuMH0sIkJhY2tncm91bmQiOm51bGwsIklzVmlzaWJsZSI6dHJ1ZSwiV2lkdGgiOjAuMCwiSGVpZ2h0IjowLjAsIkJvcmRlclN0eWxlIjpudWxsLCJQYXJlbnRTdHlsZSI6bnVsbH0sIlJlY3RhbmdsZVN0eWxlIjp7IiRpZCI6IjIzNzIiLCJNYXJnaW4iOnsiJGlkIjoiMjM3MyIsIlRvcCI6MC4wLCJMZWZ0IjowLjAsIlJpZ2h0IjowLjAsIkJvdHRvbSI6MC4wfSwiUGFkZGluZyI6eyIkaWQiOiIyMzc0IiwiVG9wIjowLjAsIkxlZnQiOjAuMCwiUmlnaHQiOjAuMCwiQm90dG9tIjowLjB9LCJCYWNrZ3JvdW5kIjp7IiRpZCI6IjIzNzUiLCJDb2xvciI6eyIkaWQiOiIyMzc2IiwiQSI6MjU1LCJSIjoyNTUsIkciOjE5MiwiQiI6MH19LCJJc1Zpc2libGUiOnRydWUsIldpZHRoIjowLjAsIkhlaWdodCI6MC4wLCJCb3JkZXJTdHlsZSI6eyIkaWQiOiIyMzc3IiwiTGluZUNvbG9yIjp7IiRpZCI6IjIzNzgiLCIkdHlwZSI6Ik5MUkUuQ29tbW9uLkRvbS5Tb2xpZENvbG9yQnJ1c2gsIE5MUkUuQ29tbW9uIiwiQ29sb3IiOnsiJGlkIjoiMjM3OSIsIkEiOjI1NSwiUiI6MjU1LCJHIjowLCJCIjowfX0sIkxpbmVXZWlnaHQiOjAuMCwiTGluZVR5cGUiOjAsIlBhcmVudFN0eWxlIjpudWxsfSwiUGFyZW50U3R5bGUiOm51bGx9LCJNYXJnaW4iOnsiJGlkIjoiMjM4MCIsIlRvcCI6MC4wLCJMZWZ0IjowLjAsIlJpZ2h0IjowLjAsIkJvdHRvbSI6MC4wfSwiUGFkZGluZyI6eyIkaWQiOiIyMzgxIiwiVG9wIjowLjAsIkxlZnQiOjAuMCwiUmlnaHQiOjAuMCwiQm90dG9tIjowLjB9LCJCYWNrZ3JvdW5kIjpudWxsLCJJc1Zpc2libGUiOnRydWUsIldpZHRoIjowLjAsIkhlaWdodCI6MC4wLCJCb3JkZXJTdHlsZSI6bnVsbCwiUGFyZW50U3R5bGUiOm51bGx9LCJCYWNrZ3JvdW5kU3R5bGUiOnsiJGlkIjoiMjM4MiIsIk1hcmdpbiI6eyIkaWQiOiIyMzgzIiwiVG9wIjowLjAsIkxlZnQiOjAuMCwiUmlnaHQiOjAuMCwiQm90dG9tIjowLjB9LCJQYWRkaW5nIjp7IiRpZCI6IjIzODQiLCJUb3AiOjAuMCwiTGVmdCI6MC4wLCJSaWdodCI6MC4wLCJCb3R0b20iOjAuMH0sIkJhY2tncm91bmQiOnsiJGlkIjoiMjM4NSIsIkNvbG9yIjp7IiRpZCI6IjIzODYiLCJBIjo1MSwiUiI6MTE1LCJHIjoxMTUsIkIiOjExNX19LCJJc1Zpc2libGUiOnRydWUsIldpZHRoIjowLjAsIkhlaWdodCI6MC4wLCJCb3JkZXJTdHlsZSI6eyIkaWQiOiIyMzg3IiwiTGluZUNvbG9yIjp7IiRpZCI6IjIzODgiLCIkdHlwZSI6Ik5MUkUuQ29tbW9uLkRvbS5Tb2xpZENvbG9yQnJ1c2gsIE5MUkUuQ29tbW9uIiwiQ29sb3IiOnsiJGlkIjoiMjM4OSIsIkEiOjI1NSwiUiI6MjU1LCJHIjowLCJCIjowfX0sIkxpbmVXZWlnaHQiOjAuMCwiTGluZVR5cGUiOjAsIlBhcmVudFN0eWxlIjpudWxsfSwiUGFyZW50U3R5bGUiOm51bGx9LCJJc0Fib3ZlVGltZWJhbmQiOmZhbHNlLCJTcGFjaW5nIjoyLCJEZWZhdWx0U3dpbWxhbmVUYXNrU3R5bGUiOnsiJGlkIjoiMjM5MCIsIiR0eXBlIjoiTkxSRS5Db21tb24uRG9tLlN0eWxlcy5FeHBsaWNpdFNldGFibGVUYXNrU3R5bGUsIE5MUkUuQ29tbW9uIiwiU2hhcGUiOjEsIlNoYXBlVGhpY2tuZXNzIjowLCJEdXJhdGlvbkZvcm1hdCI6MCwiSW5jbHVkZU5vbldvcmtpbmdEYXlzSW5EdXJhdGlvbiI6ZmFsc2UsIlBlcmNlbnRhZ2VDb21wbGV0ZVN0eWxlIjp7IiRpZCI6IjIzOTEiLCJGb250U2V0dGluZ3MiOnsiJGlkIjoiMjM5MiIsIkZvbnRTaXplIjoxMCwiRm9udE5hbWUiOiJDYWxpYnJpIiwiSXNCb2xkIjpmYWxzZSwiSXNJdGFsaWMiOmZhbHNlLCJJc1VuZGVybGluZWQiOmZhbHNlLCJQYXJlbnRTdHlsZSI6bnVsbH0sIkF1dG9TaXplIjowLCJGb3JlZ3JvdW5kIjp7IiRpZCI6IjIzOTMiLCJDb2xvciI6eyIkaWQiOiIyMzk0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jM5NSIsIlRvcCI6MC4wLCJMZWZ0IjowLjAsIlJpZ2h0IjowLjAsIkJvdHRvbSI6MC4wfSwiUGFkZGluZyI6eyIkaWQiOiIyMzk2IiwiVG9wIjowLjAsIkxlZnQiOjAuMCwiUmlnaHQiOjAuMCwiQm90dG9tIjowLjB9LCJCYWNrZ3JvdW5kIjp7IiRpZCI6IjIzOTciLCJDb2xvciI6eyIkaWQiOiIyMzk4IiwiQSI6ODksIlIiOjAsIkciOjAsIkIiOjB9fSwiSXNWaXNpYmxlIjp0cnVlLCJXaWR0aCI6MC4wLCJIZWlnaHQiOjAuMCwiQm9yZGVyU3R5bGUiOnsiJGlkIjoiMjM5OSIsIkxpbmVDb2xvciI6bnVsbCwiTGluZVdlaWdodCI6MC4wLCJMaW5lVHlwZSI6MCwiUGFyZW50U3R5bGUiOm51bGx9LCJQYXJlbnRTdHlsZSI6bnVsbH0sIkR1cmF0aW9uU3R5bGUiOnsiJGlkIjoiMjQwMCIsIkZvbnRTZXR0aW5ncyI6eyIkaWQiOiIyNDAxIiwiRm9udFNpemUiOjEwLCJGb250TmFtZSI6IkNhbGlicmkiLCJJc0JvbGQiOmZhbHNlLCJJc0l0YWxpYyI6ZmFsc2UsIklzVW5kZXJsaW5lZCI6ZmFsc2UsIlBhcmVudFN0eWxlIjpudWxsfSwiQXV0b1NpemUiOjAsIkZvcmVncm91bmQiOnsiJGlkIjoiMjQwMiIsIkNvbG9yIjp7IiRpZCI6IjI0MD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DA0IiwiVG9wIjowLjAsIkxlZnQiOjAuMCwiUmlnaHQiOjAuMCwiQm90dG9tIjowLjB9LCJQYWRkaW5nIjp7IiRpZCI6IjI0MDUiLCJUb3AiOjAuMCwiTGVmdCI6MC4wLCJSaWdodCI6MC4wLCJCb3R0b20iOjAuMH0sIkJhY2tncm91bmQiOnsiJGlkIjoiMjQwNiIsIkNvbG9yIjp7IiRpZCI6IjI0MDciLCJBIjowLCJSIjowLCJHIjowLCJCIjowfX0sIklzVmlzaWJsZSI6dHJ1ZSwiV2lkdGgiOjAuMCwiSGVpZ2h0IjowLjAsIkJvcmRlclN0eWxlIjp7IiRpZCI6IjI0MDgiLCJMaW5lQ29sb3IiOm51bGwsIkxpbmVXZWlnaHQiOjAuMCwiTGluZVR5cGUiOjAsIlBhcmVudFN0eWxlIjpudWxsfSwiUGFyZW50U3R5bGUiOm51bGx9LCJIb3Jpem9udGFsQ29ubmVjdG9yU3R5bGUiOnsiJGlkIjoiMjQwOSIsIkxpbmVDb2xvciI6eyIkaWQiOiIyNDEwIiwiJHR5cGUiOiJOTFJFLkNvbW1vbi5Eb20uU29saWRDb2xvckJydXNoLCBOTFJFLkNvbW1vbiIsIkNvbG9yIjp7IiRpZCI6IjI0MTEiLCJBIjoyNTUsIlIiOjIwNCwiRyI6MjA0LCJCIjoyMDR9fSwiTGluZVdlaWdodCI6MS4wLCJMaW5lVHlwZSI6MCwiUGFyZW50U3R5bGUiOm51bGx9LCJWZXJ0aWNhbENvbm5lY3RvclN0eWxlIjp7IiRpZCI6IjI0MTIiLCJMaW5lQ29sb3IiOnsiJGlkIjoiMjQxMyIsIiR0eXBlIjoiTkxSRS5Db21tb24uRG9tLlNvbGlkQ29sb3JCcnVzaCwgTkxSRS5Db21tb24iLCJDb2xvciI6eyIkaWQiOiIyNDE0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yNDE1IiwiU2hhcGVTdHlsZSI6eyIkaWQiOiIyNDE2IiwiTWFyZ2luIjp7IiRpZCI6IjI0MTciLCJUb3AiOjAuMCwiTGVmdCI6MC4wLCJSaWdodCI6MC4wLCJCb3R0b20iOjAuMH0sIlBhZGRpbmciOnsiJGlkIjoiMjQxOCIsIlRvcCI6MC4wLCJMZWZ0IjowLjAsIlJpZ2h0IjowLjAsIkJvdHRvbSI6MC4wfSwiQmFja2dyb3VuZCI6eyIkaWQiOiIyNDE5IiwiQ29sb3IiOnsiJGlkIjoiMjQyMCIsIkEiOjE1MywiUiI6MCwiRyI6MCwiQiI6MH19LCJJc1Zpc2libGUiOnRydWUsIldpZHRoIjowLjAsIkhlaWdodCI6MC4wLCJCb3JkZXJTdHlsZSI6eyIkaWQiOiIyNDIxIiwiTGluZUNvbG9yIjpudWxsLCJMaW5lV2VpZ2h0IjowLjAsIkxpbmVUeXBlIjowLCJQYXJlbnRTdHlsZSI6bnVsbH0sIlBhcmVudFN0eWxlIjpudWxsfSwiTWFyZ2luIjp7IiRpZCI6IjI0MjIiLCJUb3AiOjAuMCwiTGVmdCI6MC4wLCJSaWdodCI6MC4wLCJCb3R0b20iOjAuMH0sIlBhZGRpbmciOnsiJGlkIjoiMjQyMyIsIlRvcCI6MC4wLCJMZWZ0IjowLjAsIlJpZ2h0IjowLjAsIkJvdHRvbSI6MC4wfSwiQmFja2dyb3VuZCI6bnVsbCwiSXNWaXNpYmxlIjp0cnVlLCJXaWR0aCI6MC4wLCJIZWlnaHQiOjAuMCwiQm9yZGVyU3R5bGUiOm51bGwsIlBhcmVudFN0eWxlIjpudWxsfSwiU2hhcGVTdHlsZSI6eyIkaWQiOiIyNDI0IiwiTWFyZ2luIjp7IiRpZCI6IjI0MjUiLCJUb3AiOjAuMCwiTGVmdCI6NC4wLCJSaWdodCI6NC4wLCJCb3R0b20iOjAuMH0sIlBhZGRpbmciOnsiJGlkIjoiMjQyNiIsIlRvcCI6MC4wLCJMZWZ0IjowLjAsIlJpZ2h0IjowLjAsIkJvdHRvbSI6MC4wfSwiQmFja2dyb3VuZCI6eyIkaWQiOiIyNDI3IiwiQ29sb3IiOnsiJGlkIjoiMjQyOCIsIkEiOjI1NSwiUiI6MjYsIkciOjE3MCwiQiI6NjZ9fSwiSXNWaXNpYmxlIjp0cnVlLCJXaWR0aCI6MjM4LjAsIkhlaWdodCI6MTAuMCwiQm9yZGVyU3R5bGUiOnsiJGlkIjoiMjQyOSIsIkxpbmVDb2xvciI6eyIkaWQiOiIyNDMwIiwiJHR5cGUiOiJOTFJFLkNvbW1vbi5Eb20uU29saWRDb2xvckJydXNoLCBOTFJFLkNvbW1vbiIsIkNvbG9yIjp7IiRpZCI6IjI0MzEiLCJBIjoyNTUsIlIiOjIzNCwiRyI6MjIsIkIiOjMwfX0sIkxpbmVXZWlnaHQiOjAuMCwiTGluZVR5cGUiOjAsIlBhcmVudFN0eWxlIjpudWxsfSwiUGFyZW50U3R5bGUiOm51bGx9LCJUaXRsZVN0eWxlIjp7IiRpZCI6IjI0MzIiLCJGb250U2V0dGluZ3MiOnsiJGlkIjoiMjQzMyIsIkZvbnRTaXplIjoxMSwiRm9udE5hbWUiOiJDYWxpYnJpIiwiSXNCb2xkIjp0cnVlLCJJc0l0YWxpYyI6ZmFsc2UsIklzVW5kZXJsaW5lZCI6ZmFsc2UsIlBhcmVudFN0eWxlIjpudWxsfSwiQXV0b1NpemUiOjAsIkZvcmVncm91bmQiOnsiJGlkIjoiMjQzNCIsIkNvbG9yIjp7IiRpZCI6IjI0Mz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QzNiIsIlRvcCI6MC4wLCJMZWZ0IjowLjAsIlJpZ2h0IjowLjAsIkJvdHRvbSI6MC4wfSwiUGFkZGluZyI6eyIkaWQiOiIyNDM3IiwiVG9wIjowLjAsIkxlZnQiOjAuMCwiUmlnaHQiOjAuMCwiQm90dG9tIjowLjB9LCJCYWNrZ3JvdW5kIjp7IiRpZCI6IjI0MzgiLCJDb2xvciI6eyIkaWQiOiIyNDM5IiwiQSI6MCwiUiI6MjU1LCJHIjoyNTUsIkIiOjI1NX19LCJJc1Zpc2libGUiOnRydWUsIldpZHRoIjowLjAsIkhlaWdodCI6MC4wLCJCb3JkZXJTdHlsZSI6eyIkaWQiOiIyNDQwIiwiTGluZUNvbG9yIjpudWxsLCJMaW5lV2VpZ2h0IjowLjAsIkxpbmVUeXBlIjowLCJQYXJlbnRTdHlsZSI6bnVsbH0sIlBhcmVudFN0eWxlIjpudWxsfSwiRGF0ZVN0eWxlIjp7IiRpZCI6IjI0NDEiLCJGb250U2V0dGluZ3MiOnsiJGlkIjoiMjQ0MiIsIkZvbnRTaXplIjoxMCwiRm9udE5hbWUiOiJDYWxpYnJpIiwiSXNCb2xkIjpmYWxzZSwiSXNJdGFsaWMiOmZhbHNlLCJJc1VuZGVybGluZWQiOmZhbHNlLCJQYXJlbnRTdHlsZSI6bnVsbH0sIkF1dG9TaXplIjowLCJGb3JlZ3JvdW5kIjp7IiRpZCI6IjI0NDMiLCJDb2xvciI6eyIkaWQiOiIyNDQ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DQ1IiwiVG9wIjowLjAsIkxlZnQiOjAuMCwiUmlnaHQiOjAuMCwiQm90dG9tIjowLjB9LCJQYWRkaW5nIjp7IiRpZCI6IjI0NDYiLCJUb3AiOjAuMCwiTGVmdCI6MC4wLCJSaWdodCI6MC4wLCJCb3R0b20iOjAuMH0sIkJhY2tncm91bmQiOnsiJGlkIjoiMjQ0NyIsIkNvbG9yIjp7IiRpZCI6IjI0NDgiLCJBIjowLCJSIjoyNTUsIkciOjI1NSwiQiI6MjU1fX0sIklzVmlzaWJsZSI6dHJ1ZSwiV2lkdGgiOjAuMCwiSGVpZ2h0IjowLjAsIkJvcmRlclN0eWxlIjp7IiRpZCI6IjI0NDkiLCJMaW5lQ29sb3IiOm51bGwsIkxpbmVXZWlnaHQiOjAuMCwiTGluZVR5cGUiOjAsIlBhcmVudFN0eWxlIjpudWxsfSwiUGFyZW50U3R5bGUiOm51bGx9LCJEYXRlRm9ybWF0Ijp7IiRpZCI6IjI0N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1MSIsIkZvcm1hdCI6MCwiSXNWaXNpYmxlIjpmYWxzZSwiTGFzdEtub3duVmlzaWJpbGl0eVN0YXRlIjpmYWxzZX0sIklzVmlzaWJsZSI6dHJ1ZSwiVmFyaWFuY2VTdHlsZSI6eyIkaWQiOiIyNDUyIiwiVGV4dFN0eWxlIjp7IiRpZCI6IjI0NTMiLCJGb250U2V0dGluZ3MiOnsiJGlkIjoiMjQ1NCIsIkZvbnRTaXplIjoxMSwiRm9udE5hbWUiOiJDYWxpYnJpIiwiSXNCb2xkIjpmYWxzZSwiSXNJdGFsaWMiOmZhbHNlLCJJc1VuZGVybGluZWQiOmZhbHNlLCJQYXJlbnRTdHlsZSI6bnVsbH0sIkF1dG9TaXplIjowLCJGb3JlZ3JvdW5kIjp7IiRpZCI6IjI0NTUiLCJDb2xvciI6eyIkaWQiOiIyNDU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0NTciLCJUb3AiOjAuMCwiTGVmdCI6MC4wLCJSaWdodCI6MC4wLCJCb3R0b20iOjAuMH0sIlBhZGRpbmciOnsiJGlkIjoiMjQ1OCIsIlRvcCI6MC4wLCJMZWZ0IjowLjAsIlJpZ2h0IjowLjAsIkJvdHRvbSI6MC4wfSwiQmFja2dyb3VuZCI6eyIkaWQiOiIyNDU5IiwiQ29sb3IiOnsiJGlkIjoiMjQ2MCIsIkEiOjAsIlIiOjAsIkciOjAsIkIiOjB9fSwiSXNWaXNpYmxlIjp0cnVlLCJXaWR0aCI6MC4wLCJIZWlnaHQiOjAuMCwiQm9yZGVyU3R5bGUiOnsiJGlkIjoiMjQ2MSIsIkxpbmVDb2xvciI6bnVsbCwiTGluZVdlaWdodCI6MC4wLCJMaW5lVHlwZSI6MCwiUGFyZW50U3R5bGUiOm51bGx9LCJQYXJlbnRTdHlsZSI6bnVsbH0sIlBhcmVudFN0eWxlIjpudWxsfSwiUGFyZW50U3R5bGUiOm51bGwsIl9leHBsaWNpdGx5U2V0Ijp7IiRpZCI6IjI0NjI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yNDYzIiwiU2hhcGUiOjIsIkNvbm5lY3Rvck1hcmdpbiI6eyIkaWQiOiIyNDY0IiwiVG9wIjowLjAsIkxlZnQiOjIuMCwiUmlnaHQiOjIuMCwiQm90dG9tIjowLjB9LCJDb25uZWN0b3JTdHlsZSI6eyIkaWQiOiIyNDY1IiwiTGluZUNvbG9yIjp7IiRpZCI6IjI0NjYiLCIkdHlwZSI6Ik5MUkUuQ29tbW9uLkRvbS5Tb2xpZENvbG9yQnJ1c2gsIE5MUkUuQ29tbW9uIiwiQ29sb3IiOnsiJGlkIjoiMjQ2NyIsIkEiOjEyNywiUiI6NzksIkciOjEyOSwiQiI6MTg5fX0sIkxpbmVXZWlnaHQiOjEuMCwiTGluZVR5cGUiOjAsIlBhcmVudFN0eWxlIjpudWxsfSwiSXNCZWxvd1RpbWViYW5kIjpmYWxzZSwiUG9zaXRpb25PblRhc2siOjEsIkhpZGVEYXRlIjpmYWxzZSwiU2hhcGVTaXplIjoxLCJTcGFjaW5nIjowLjAsIlBhZGRpbmciOnsiJGlkIjoiMjQ2OCIsIlRvcCI6NS4wLCJMZWZ0IjozLjAsIlJpZ2h0IjowLjAsIkJvdHRvbSI6Mi4wfSwiU2hhcGVTdHlsZSI6eyIkaWQiOiIyNDY5IiwiTWFyZ2luIjp7IiRpZCI6IjI0NzAiLCJUb3AiOjAuMCwiTGVmdCI6MC4wLCJSaWdodCI6MC4wLCJCb3R0b20iOjAuMH0sIlBhZGRpbmciOnsiJGlkIjoiMjQ3MSIsIlRvcCI6MC4wLCJMZWZ0IjowLjAsIlJpZ2h0IjowLjAsIkJvdHRvbSI6MC4wfSwiQmFja2dyb3VuZCI6eyIkaWQiOiIyNDcyIiwiQ29sb3IiOnsiJGlkIjoiMjQ3MyIsIkEiOjI1NSwiUiI6MjU1LCJHIjoxOTIsIkIiOjB9fSwiSXNWaXNpYmxlIjp0cnVlLCJXaWR0aCI6MTMuMCwiSGVpZ2h0IjoxMy4wLCJCb3JkZXJTdHlsZSI6eyIkaWQiOiIyNDc0IiwiTGluZUNvbG9yIjp7IiRpZCI6IjI0NzUiLCIkdHlwZSI6Ik5MUkUuQ29tbW9uLkRvbS5Tb2xpZENvbG9yQnJ1c2gsIE5MUkUuQ29tbW9uIiwiQ29sb3IiOnsiJGlkIjoiMjQ3NiIsIkEiOjI1NSwiUiI6MjM0LCJHIjoyMiwiQiI6MzB9fSwiTGluZVdlaWdodCI6MC4wLCJMaW5lVHlwZSI6MCwiUGFyZW50U3R5bGUiOm51bGx9LCJQYXJlbnRTdHlsZSI6bnVsbH0sIlRpdGxlU3R5bGUiOnsiJGlkIjoiMjQ3NyIsIkZvbnRTZXR0aW5ncyI6eyIkaWQiOiIyNDc4IiwiRm9udFNpemUiOjExLCJGb250TmFtZSI6IkNhbGlicmkiLCJJc0JvbGQiOnRydWUsIklzSXRhbGljIjpmYWxzZSwiSXNVbmRlcmxpbmVkIjpmYWxzZSwiUGFyZW50U3R5bGUiOm51bGx9LCJBdXRvU2l6ZSI6MCwiRm9yZWdyb3VuZCI6eyIkaWQiOiIyNDc5IiwiQ29sb3IiOnsiJGlkIjoiMjQ4M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NDgxIiwiVG9wIjowLjAsIkxlZnQiOjAuMCwiUmlnaHQiOjAuMCwiQm90dG9tIjowLjB9LCJQYWRkaW5nIjp7IiRpZCI6IjI0ODIiLCJUb3AiOjAuMCwiTGVmdCI6MC4wLCJSaWdodCI6MC4wLCJCb3R0b20iOjAuMH0sIkJhY2tncm91bmQiOnsiJGlkIjoiMjQ4MyIsIkNvbG9yIjp7IiRpZCI6IjI0ODQiLCJBIjowLCJSIjowLCJHIjowLCJCIjowfX0sIklzVmlzaWJsZSI6dHJ1ZSwiV2lkdGgiOjAuMCwiSGVpZ2h0IjowLjAsIkJvcmRlclN0eWxlIjp7IiRpZCI6IjI0ODUiLCJMaW5lQ29sb3IiOm51bGwsIkxpbmVXZWlnaHQiOjAuMCwiTGluZVR5cGUiOjAsIlBhcmVudFN0eWxlIjpudWxsfSwiUGFyZW50U3R5bGUiOm51bGx9LCJEYXRlU3R5bGUiOnsiJGlkIjoiMjQ4NiIsIkZvbnRTZXR0aW5ncyI6eyIkaWQiOiIyNDg3IiwiRm9udFNpemUiOjEwLCJGb250TmFtZSI6IkNhbGlicmkiLCJJc0JvbGQiOmZhbHNlLCJJc0l0YWxpYyI6ZmFsc2UsIklzVW5kZXJsaW5lZCI6ZmFsc2UsIlBhcmVudFN0eWxlIjpudWxsfSwiQXV0b1NpemUiOjAsIkZvcmVncm91bmQiOnsiJGlkIjoiMjQ4OCIsIkNvbG9yIjp7IiRpZCI6IjI0O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0OTAiLCJUb3AiOjAuMCwiTGVmdCI6MC4wLCJSaWdodCI6MC4wLCJCb3R0b20iOjAuMH0sIlBhZGRpbmciOnsiJGlkIjoiMjQ5MSIsIlRvcCI6MC4wLCJMZWZ0IjowLjAsIlJpZ2h0IjowLjAsIkJvdHRvbSI6MC4wfSwiQmFja2dyb3VuZCI6eyIkaWQiOiIyNDkyIiwiQ29sb3IiOnsiJGlkIjoiMjQ5MyIsIkEiOjAsIlIiOjAsIkciOjAsIkIiOjB9fSwiSXNWaXNpYmxlIjp0cnVlLCJXaWR0aCI6MC4wLCJIZWlnaHQiOjAuMCwiQm9yZGVyU3R5bGUiOnsiJGlkIjoiMjQ5NCIsIkxpbmVDb2xvciI6bnVsbCwiTGluZVdlaWdodCI6MC4wLCJMaW5lVHlwZSI6MCwiUGFyZW50U3R5bGUiOm51bGx9LCJQYXJlbnRTdHlsZSI6bnVsbH0sIkRhdGVGb3JtYXQiOnsiJGlkIjoiMjQ5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Dk2IiwiRm9ybWF0IjowLCJJc1Zpc2libGUiOmZhbHNlLCJMYXN0S25vd25WaXNpYmlsaXR5U3RhdGUiOmZhbHNlfSwiSXNWaXNpYmxlIjp0cnVlLCJWYXJpYW5jZVN0eWxlIjp7IiRpZCI6IjI0OTciLCJUZXh0U3R5bGUiOnsiJGlkIjoiMjQ5OCIsIkZvbnRTZXR0aW5ncyI6eyIkaWQiOiIyNDk5IiwiRm9udFNpemUiOjExLCJGb250TmFtZSI6IkNhbGlicmkiLCJJc0JvbGQiOmZhbHNlLCJJc0l0YWxpYyI6ZmFsc2UsIklzVW5kZXJsaW5lZCI6ZmFsc2UsIlBhcmVudFN0eWxlIjpudWxsfSwiQXV0b1NpemUiOjAsIkZvcmVncm91bmQiOnsiJGlkIjoiMjUwMCIsIkNvbG9yIjp7IiRpZCI6IjI1MD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UwMiIsIlRvcCI6MC4wLCJMZWZ0IjowLjAsIlJpZ2h0IjowLjAsIkJvdHRvbSI6MC4wfSwiUGFkZGluZyI6eyIkaWQiOiIyNTAzIiwiVG9wIjowLjAsIkxlZnQiOjAuMCwiUmlnaHQiOjAuMCwiQm90dG9tIjowLjB9LCJCYWNrZ3JvdW5kIjp7IiRpZCI6IjI1MDQiLCJDb2xvciI6eyIkaWQiOiIyNTA1IiwiQSI6MCwiUiI6MCwiRyI6MCwiQiI6MH19LCJJc1Zpc2libGUiOmZhbHNlLCJXaWR0aCI6MC4wLCJIZWlnaHQiOjAuMCwiQm9yZGVyU3R5bGUiOnsiJGlkIjoiMjUwNiIsIkxpbmVDb2xvciI6bnVsbCwiTGluZVdlaWdodCI6MC4wLCJMaW5lVHlwZSI6MCwiUGFyZW50U3R5bGUiOm51bGx9LCJQYXJlbnRTdHlsZSI6bnVsbH0sIlBhcmVudFN0eWxlIjpudWxsfSwiUGFyZW50U3R5bGUiOm51bGx9LCJEZWZhdWx0U3dpbWxhbmVNaWxlc3RvbmVTdHlsZSI6eyIkaWQiOiIyNTA3IiwiVGl0bGVQb3NpdGlvbiI6IlJpZ2h0IiwiRGF0ZVBvc2l0aW9uIjoiTGVmdCIsIlZhcmlhbmNlUG9zaXRpb24iOiJMZWZ0IiwiU2hhcGVUeXBlIjoyLCJTaGFwZVNpemUiOjEsIlNwYWNpbmciOjUsIlNoYXBlU3R5bGUiOnsiJGlkIjoiMjUwOCIsIk1hcmdpbiI6eyIkaWQiOiIyNTA5IiwiVG9wIjowLjAsIkxlZnQiOjAuMCwiUmlnaHQiOjAuMCwiQm90dG9tIjowLjB9LCJQYWRkaW5nIjp7IiRpZCI6IjI1MTAiLCJUb3AiOjAuMCwiTGVmdCI6MC4wLCJSaWdodCI6MC4wLCJCb3R0b20iOjAuMH0sIkJhY2tncm91bmQiOnsiJGlkIjoiMjUxMSIsIkNvbG9yIjp7IiRpZCI6IjI1MTIiLCJBIjoyNTUsIlIiOjI1NSwiRyI6MTkyLCJCIjowfX0sIklzVmlzaWJsZSI6dHJ1ZSwiV2lkdGgiOjEzLjAsIkhlaWdodCI6MTMuMCwiQm9yZGVyU3R5bGUiOnsiJGlkIjoiMjUxMyIsIkxpbmVDb2xvciI6eyIkaWQiOiIyNTE0IiwiJHR5cGUiOiJOTFJFLkNvbW1vbi5Eb20uU29saWRDb2xvckJydXNoLCBOTFJFLkNvbW1vbiIsIkNvbG9yIjp7IiRpZCI6IjI1MTUiLCJBIjoyNTUsIlIiOjIzNCwiRyI6MjIsIkIiOjMwfX0sIkxpbmVXZWlnaHQiOjAuMCwiTGluZVR5cGUiOjAsIlBhcmVudFN0eWxlIjpudWxsfSwiUGFyZW50U3R5bGUiOm51bGx9LCJUaXRsZVN0eWxlIjp7IiRpZCI6IjI1MTYiLCJGb250U2V0dGluZ3MiOnsiJGlkIjoiMjUxNyIsIkZvbnRTaXplIjoxMSwiRm9udE5hbWUiOiJDYWxpYnJpIiwiSXNCb2xkIjp0cnVlLCJJc0l0YWxpYyI6ZmFsc2UsIklzVW5kZXJsaW5lZCI6ZmFsc2UsIlBhcmVudFN0eWxlIjpudWxsfSwiQXV0b1NpemUiOjAsIkZvcmVncm91bmQiOnsiJGlkIjoiMjUxOCIsIkNvbG9yIjp7IiRpZCI6IjI1MTk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jUyMCIsIlRvcCI6MC4wLCJMZWZ0IjowLjAsIlJpZ2h0IjowLjAsIkJvdHRvbSI6MC4wfSwiUGFkZGluZyI6eyIkaWQiOiIyNTIxIiwiVG9wIjowLjAsIkxlZnQiOjAuMCwiUmlnaHQiOjAuMCwiQm90dG9tIjowLjB9LCJCYWNrZ3JvdW5kIjp7IiRpZCI6IjI1MjIiLCJDb2xvciI6eyIkaWQiOiIyNTIzIiwiQSI6MCwiUiI6MCwiRyI6MCwiQiI6MH19LCJJc1Zpc2libGUiOnRydWUsIldpZHRoIjowLjAsIkhlaWdodCI6MC4wLCJCb3JkZXJTdHlsZSI6eyIkaWQiOiIyNTI0IiwiTGluZUNvbG9yIjpudWxsLCJMaW5lV2VpZ2h0IjowLjAsIkxpbmVUeXBlIjowLCJQYXJlbnRTdHlsZSI6bnVsbH0sIlBhcmVudFN0eWxlIjpudWxsfSwiRGF0ZVN0eWxlIjp7IiRpZCI6IjI1MjUiLCJGb250U2V0dGluZ3MiOnsiJGlkIjoiMjUyNiIsIkZvbnRTaXplIjoxMCwiRm9udE5hbWUiOiJDYWxpYnJpIiwiSXNCb2xkIjpmYWxzZSwiSXNJdGFsaWMiOmZhbHNlLCJJc1VuZGVybGluZWQiOmZhbHNlLCJQYXJlbnRTdHlsZSI6bnVsbH0sIkF1dG9TaXplIjowLCJGb3JlZ3JvdW5kIjp7IiRpZCI6IjI1MjciLCJDb2xvciI6eyIkaWQiOiIyNTI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yNTI5IiwiVG9wIjowLjAsIkxlZnQiOjAuMCwiUmlnaHQiOjAuMCwiQm90dG9tIjowLjB9LCJQYWRkaW5nIjp7IiRpZCI6IjI1MzAiLCJUb3AiOjAuMCwiTGVmdCI6MC4wLCJSaWdodCI6MC4wLCJCb3R0b20iOjAuMH0sIkJhY2tncm91bmQiOnsiJGlkIjoiMjUzMSIsIkNvbG9yIjp7IiRpZCI6IjI1MzIiLCJBIjowLCJSIjowLCJHIjowLCJCIjowfX0sIklzVmlzaWJsZSI6dHJ1ZSwiV2lkdGgiOjAuMCwiSGVpZ2h0IjowLjAsIkJvcmRlclN0eWxlIjp7IiRpZCI6IjI1MzMiLCJMaW5lQ29sb3IiOm51bGwsIkxpbmVXZWlnaHQiOjAuMCwiTGluZVR5cGUiOjAsIlBhcmVudFN0eWxlIjpudWxsfSwiUGFyZW50U3R5bGUiOm51bGx9LCJEYXRlRm9ybWF0Ijp7IiRpZCI6IjI1M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zNSIsIkZvcm1hdCI6MCwiSXNWaXNpYmxlIjpmYWxzZSwiTGFzdEtub3duVmlzaWJpbGl0eVN0YXRlIjpmYWxzZX0sIklzVmlzaWJsZSI6dHJ1ZSwiVmFyaWFuY2VTdHlsZSI6eyIkaWQiOiIyNTM2IiwiVGV4dFN0eWxlIjp7IiRpZCI6IjI1MzciLCJGb250U2V0dGluZ3MiOnsiJGlkIjoiMjUzOCIsIkZvbnRTaXplIjoxMSwiRm9udE5hbWUiOiJDYWxpYnJpIiwiSXNCb2xkIjpmYWxzZSwiSXNJdGFsaWMiOmZhbHNlLCJJc1VuZGVybGluZWQiOmZhbHNlLCJQYXJlbnRTdHlsZSI6bnVsbH0sIkF1dG9TaXplIjowLCJGb3JlZ3JvdW5kIjp7IiRpZCI6IjI1MzkiLCJDb2xvciI6eyIkaWQiOiIyNTQ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1NDEiLCJUb3AiOjAuMCwiTGVmdCI6MC4wLCJSaWdodCI6MC4wLCJCb3R0b20iOjAuMH0sIlBhZGRpbmciOnsiJGlkIjoiMjU0MiIsIlRvcCI6MC4wLCJMZWZ0IjowLjAsIlJpZ2h0IjowLjAsIkJvdHRvbSI6MC4wfSwiQmFja2dyb3VuZCI6eyIkaWQiOiIyNTQzIiwiQ29sb3IiOnsiJGlkIjoiMjU0NCIsIkEiOjAsIlIiOjAsIkciOjAsIkIiOjB9fSwiSXNWaXNpYmxlIjp0cnVlLCJXaWR0aCI6MC4wLCJIZWlnaHQiOjAuMCwiQm9yZGVyU3R5bGUiOnsiJGlkIjoiMjU0NSIsIkxpbmVDb2xvciI6bnVsbCwiTGluZVdlaWdodCI6MC4wLCJMaW5lVHlwZSI6MCwiUGFyZW50U3R5bGUiOm51bGx9LCJQYXJlbnRTdHlsZSI6bnVsbH0sIlBhcmVudFN0eWxlIjpudWxsfSwiUGFyZW50U3R5bGUiOm51bGx9LCJEZWZhdWx0U3dpbWxhbmVBY3Rpdml0eVN0eWxlIjp7IiRpZCI6IjI1NDYiLCJIZWFkZXJTdHlsZSI6eyIkaWQiOiIyNTQ3IiwiVGV4dFN0eWxlIjp7IiRpZCI6IjI1NDgiLCJGb250U2V0dGluZ3MiOnsiJGlkIjoiMjU0OSIsIkZvbnRTaXplIjoxMSwiRm9udE5hbWUiOiJDYWxpYnJpIiwiSXNCb2xkIjpmYWxzZSwiSXNJdGFsaWMiOmZhbHNlLCJJc1VuZGVybGluZWQiOmZhbHNlLCJQYXJlbnRTdHlsZSI6bnVsbH0sIkF1dG9TaXplIjoyLCJGb3JlZ3JvdW5kIjp7IiRpZCI6IjI1NTAiLCJDb2xvciI6eyIkaWQiOiIyNTUxIiwiQSI6MjU1LCJSIjowLCJHIjowLCJCIjowfX0sIk1heFdpZHRoIjowLjAsIk1heEhlaWdodCI6IkluZmluaXR5IiwiU21hcnRGb3JlZ3JvdW5kSXNBY3RpdmUiOmZhbHNlLCJIb3Jpem9udGFsQWxpZ25tZW50IjowLCJWZXJ0aWNhbEFsaWdubWVudCI6MCwiU21hcnRGb3JlZ3JvdW5kIjpudWxsLCJCYWNrZ3JvdW5kRmlsbFR5cGUiOjAsIk1hcmdpbiI6eyIkaWQiOiIyNTUyIiwiVG9wIjowLjAsIkxlZnQiOjAuMCwiUmlnaHQiOjAuMCwiQm90dG9tIjowLjB9LCJQYWRkaW5nIjp7IiRpZCI6IjI1NTMiLCJUb3AiOjAuMCwiTGVmdCI6MC4wLCJSaWdodCI6MC4wLCJCb3R0b20iOjAuMH0sIkJhY2tncm91bmQiOm51bGwsIklzVmlzaWJsZSI6dHJ1ZSwiV2lkdGgiOjAuMCwiSGVpZ2h0IjowLjAsIkJvcmRlclN0eWxlIjpudWxsLCJQYXJlbnRTdHlsZSI6bnVsbH0sIlJlY3RhbmdsZVN0eWxlIjp7IiRpZCI6IjI1NTQiLCJNYXJnaW4iOnsiJGlkIjoiMjU1NSIsIlRvcCI6MC4wLCJMZWZ0IjowLjAsIlJpZ2h0IjowLjAsIkJvdHRvbSI6MC4wfSwiUGFkZGluZyI6eyIkaWQiOiIyNTU2IiwiVG9wIjowLjAsIkxlZnQiOjAuMCwiUmlnaHQiOjAuMCwiQm90dG9tIjowLjB9LCJCYWNrZ3JvdW5kIjp7IiRpZCI6IjI1NTciLCJDb2xvciI6eyIkaWQiOiIyNTU4IiwiQSI6NjMsIlIiOjI1NSwiRyI6MTkyLCJCIjowfX0sIklzVmlzaWJsZSI6dHJ1ZSwiV2lkdGgiOjAuMCwiSGVpZ2h0IjowLjAsIkJvcmRlclN0eWxlIjp7IiRpZCI6IjI1NTkiLCJMaW5lQ29sb3IiOnsiJGlkIjoiMjU2MCIsIiR0eXBlIjoiTkxSRS5Db21tb24uRG9tLlNvbGlkQ29sb3JCcnVzaCwgTkxSRS5Db21tb24iLCJDb2xvciI6eyIkaWQiOiIyNTYxIiwiQSI6MjU1LCJSIjoyNTUsIkciOjAsIkIiOjB9fSwiTGluZVdlaWdodCI6MC4wLCJMaW5lVHlwZSI6MCwiUGFyZW50U3R5bGUiOm51bGx9LCJQYXJlbnRTdHlsZSI6bnVsbH0sIk1hcmdpbiI6eyIkaWQiOiIyNTYyIiwiVG9wIjowLjAsIkxlZnQiOjAuMCwiUmlnaHQiOjAuMCwiQm90dG9tIjowLjB9LCJQYWRkaW5nIjp7IiRpZCI6IjI1NjMiLCJUb3AiOjAuMCwiTGVmdCI6MC4wLCJSaWdodCI6MC4wLCJCb3R0b20iOjAuMH0sIkJhY2tncm91bmQiOm51bGwsIklzVmlzaWJsZSI6dHJ1ZSwiV2lkdGgiOjAuMCwiSGVpZ2h0IjowLjAsIkJvcmRlclN0eWxlIjpudWxsLCJQYXJlbnRTdHlsZSI6bnVsbH0sIkJhY2tncm91bmRTdHlsZSI6eyIkaWQiOiIyNTY0IiwiTWFyZ2luIjp7IiRpZCI6IjI1NjUiLCJUb3AiOjAuMCwiTGVmdCI6MC4wLCJSaWdodCI6MC4wLCJCb3R0b20iOjAuMH0sIlBhZGRpbmciOnsiJGlkIjoiMjU2NiIsIlRvcCI6MC4wLCJMZWZ0IjowLjAsIlJpZ2h0IjowLjAsIkJvdHRvbSI6MC4wfSwiQmFja2dyb3VuZCI6eyIkaWQiOiIyNTY3IiwiQ29sb3IiOnsiJGlkIjoiMjU2OCIsIkEiOjUxLCJSIjoxMTUsIkciOjExNSwiQiI6MTE1fX0sIklzVmlzaWJsZSI6dHJ1ZSwiV2lkdGgiOjAuMCwiSGVpZ2h0IjowLjAsIkJvcmRlclN0eWxlIjp7IiRpZCI6IjI1NjkiLCJMaW5lQ29sb3IiOnsiJGlkIjoiMjU3MCIsIiR0eXBlIjoiTkxSRS5Db21tb24uRG9tLlNvbGlkQ29sb3JCcnVzaCwgTkxSRS5Db21tb24iLCJDb2xvciI6eyIkaWQiOiIyNTcxIiwiQSI6MjU1LCJSIjoyMzQsIkciOjIyLCJCIjozMH19LCJMaW5lV2VpZ2h0IjowLjAsIkxpbmVUeXBlIjowLCJQYXJlbnRTdHlsZSI6bnVsbH0sIlBhcmVudFN0eWxlIjpudWxsfSwiTWFyZ2luIjp7IiRpZCI6IjI1NzIiLCJUb3AiOjAuMCwiTGVmdCI6MC4wLCJSaWdodCI6MC4wLCJCb3R0b20iOjAuMH0sIlBhZGRpbmciOnsiJGlkIjoiMjU3MyIsIlRvcCI6MC4wLCJMZWZ0IjowLjAsIlJpZ2h0IjowLjAsIkJvdHRvbSI6MC4wfSwiSXNWaXNpYmxlIjp0cnVlLCJXaWR0aCI6MC4wLCJIZWlnaHQiOjAuMCwiQm9yZGVyU3R5bGUiOnsiJGlkIjoiMjU3NCIsIkxpbmVDb2xvciI6bnVsbCwiTGluZVdlaWdodCI6MC4wLCJMaW5lVHlwZSI6MCwiUGFyZW50U3R5bGUiOm51bGx9LCJQYXJlbnRTdHlsZSI6bnVsbH0sIk1hcmdpbiI6eyIkaWQiOiIyNTc1IiwiVG9wIjowLjAsIkxlZnQiOjAuMCwiUmlnaHQiOjAuMCwiQm90dG9tIjowLjB9LCJQYWRkaW5nIjp7IiRpZCI6IjI1NzYiLCJUb3AiOjAuMCwiTGVmdCI6MC4wLCJSaWdodCI6MC4wLCJCb3R0b20iOjAuMH0sIklzVmlzaWJsZSI6dHJ1ZSwiV2lkdGgiOjAuMCwiSGVpZ2h0IjowLjAsIkJvcmRlclN0eWxlIjp7IiRpZCI6IjI1NzciLCJMaW5lQ29sb3IiOm51bGwsIkxpbmVXZWlnaHQiOjAuMCwiTGluZVR5cGUiOjAsIlBhcmVudFN0eWxlIjpudWxsfSwiUGFyZW50U3R5bGUiOm51bGx9fSx7IiRpZCI6IjI1NzgiLCJfYWN0aXZpdGllcyI6W3siJGlkIjoiMjU3OSIsIl9yb3dzIjpbeyIkaWQiOiIyNTgwIiwiX3Rhc2tzIjpbXSwiX21pbGVzdG9uZXMiOlt7IiRpZCI6IjI1ODEiLCJJZCI6ImI4NDY4Yzg4LWY3MzgtNDkyYS05YmU0LTk3YWYxMDBkNmIyYiIsIkluZGV4IjozMiwiR3JvdXBJZCI6bnVsbCwiVGl0bGUiOiJQcm9qZWt0Z3J1bmRsYWcga2xhciB0aWwgaMO4cmluZyIsIkRhdGVUaW1lIjoiMjAyNS0wNC0xMVQyMzo1OTowMCIsIlBlcmNlbnRhZ2VDb21wbGV0ZSI6bnVsbCwiTm90ZSI6bnVsbCwiU3R5bGUiOnsiJGlkIjoiMjU4MiIsIlRpdGxlUG9zaXRpb24iOiJSaWdodCIsIkRhdGVQb3NpdGlvbiI6IkxlZnQiLCJWYXJpYW5jZVBvc2l0aW9uIjoiTGVmdCIsIlNoYXBlVHlwZSI6MiwiU2hhcGVTaXplIjoxLCJTcGFjaW5nIjo1LCJTaGFwZVN0eWxlIjp7IiRpZCI6IjI1ODMiLCJNYXJnaW4iOnsiJGlkIjoiMjU4NCIsIlRvcCI6MC4wLCJMZWZ0IjowLjAsIlJpZ2h0IjowLjAsIkJvdHRvbSI6MC4wfSwiUGFkZGluZyI6eyIkaWQiOiIyNTg1IiwiVG9wIjowLjAsIkxlZnQiOjAuMCwiUmlnaHQiOjAuMCwiQm90dG9tIjowLjB9LCJCYWNrZ3JvdW5kIjp7IiRpZCI6IjI1ODYiLCJDb2xvciI6eyIkaWQiOiIyNTg3IiwiQSI6MjU1LCJSIjoyNiwiRyI6MTcwLCJCIjo2Nn19LCJJc1Zpc2libGUiOnRydWUsIldpZHRoIjoxMy4wLCJIZWlnaHQiOjEzLjAsIkJvcmRlclN0eWxlIjp7IiRpZCI6IjI1ODgiLCJMaW5lQ29sb3IiOnsiJGlkIjoiMjU4OSIsIiR0eXBlIjoiTkxSRS5Db21tb24uRG9tLlNvbGlkQ29sb3JCcnVzaCwgTkxSRS5Db21tb24iLCJDb2xvciI6eyIkaWQiOiIyNTkwIiwiQSI6MjU1LCJSIjoyNTUsIkciOjAsIkIiOjB9fSwiTGluZVdlaWdodCI6MC4wLCJMaW5lVHlwZSI6MCwiUGFyZW50U3R5bGUiOm51bGx9LCJQYXJlbnRTdHlsZSI6bnVsbH0sIlRpdGxlU3R5bGUiOnsiJGlkIjoiMjU5MSIsIkZvbnRTZXR0aW5ncyI6eyIkaWQiOiIyNTkyIiwiRm9udFNpemUiOjExLCJGb250TmFtZSI6IkNhbGlicmkiLCJJc0JvbGQiOnRydWUsIklzSXRhbGljIjpmYWxzZSwiSXNVbmRlcmxpbmVkIjpmYWxzZSwiUGFyZW50U3R5bGUiOm51bGx9LCJBdXRvU2l6ZSI6MCwiRm9yZWdyb3VuZCI6eyIkaWQiOiIyNTkzIiwiQ29sb3IiOnsiJGlkIjoiMjU5N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NTk1IiwiVG9wIjowLjAsIkxlZnQiOjAuMCwiUmlnaHQiOjAuMCwiQm90dG9tIjowLjB9LCJQYWRkaW5nIjp7IiRpZCI6IjI1OTYiLCJUb3AiOjAuMCwiTGVmdCI6MC4wLCJSaWdodCI6MC4wLCJCb3R0b20iOjAuMH0sIkJhY2tncm91bmQiOnsiJGlkIjoiMjU5NyIsIkNvbG9yIjp7IiRpZCI6IjI1OTgiLCJBIjowLCJSIjoyNTUsIkciOjI1NSwiQiI6MjU1fX0sIklzVmlzaWJsZSI6dHJ1ZSwiV2lkdGgiOjAuMCwiSGVpZ2h0IjowLjAsIkJvcmRlclN0eWxlIjp7IiRpZCI6IjI1OTkiLCJMaW5lQ29sb3IiOm51bGwsIkxpbmVXZWlnaHQiOjAuMCwiTGluZVR5cGUiOjAsIlBhcmVudFN0eWxlIjpudWxsfSwiUGFyZW50U3R5bGUiOm51bGx9LCJEYXRlU3R5bGUiOnsiJGlkIjoiMjYwMCIsIkZvbnRTZXR0aW5ncyI6eyIkaWQiOiIyNjAxIiwiRm9udFNpemUiOjEwLCJGb250TmFtZSI6IkNhbGlicmkiLCJJc0JvbGQiOmZhbHNlLCJJc0l0YWxpYyI6ZmFsc2UsIklzVW5kZXJsaW5lZCI6ZmFsc2UsIlBhcmVudFN0eWxlIjpudWxsfSwiQXV0b1NpemUiOjAsIkZvcmVncm91bmQiOnsiJGlkIjoiMjYwMiIsIkNvbG9yIjp7IiRpZCI6IjI2MDM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2MDQiLCJUb3AiOjAuMCwiTGVmdCI6MC4wLCJSaWdodCI6MC4wLCJCb3R0b20iOjAuMH0sIlBhZGRpbmciOnsiJGlkIjoiMjYwNSIsIlRvcCI6MC4wLCJMZWZ0IjowLjAsIlJpZ2h0IjowLjAsIkJvdHRvbSI6MC4wfSwiQmFja2dyb3VuZCI6eyIkaWQiOiIyNjA2IiwiQ29sb3IiOnsiJGlkIjoiMjYwNyIsIkEiOjAsIlIiOjI1NSwiRyI6MjU1LCJCIjoyNTV9fSwiSXNWaXNpYmxlIjp0cnVlLCJXaWR0aCI6MC4wLCJIZWlnaHQiOjAuMCwiQm9yZGVyU3R5bGUiOnsiJGlkIjoiMjYwOCIsIkxpbmVDb2xvciI6bnVsbCwiTGluZVdlaWdodCI6MC4wLCJMaW5lVHlwZSI6MCwiUGFyZW50U3R5bGUiOm51bGx9LCJQYXJlbnRTdHlsZSI6bnVsbH0sIkRhdGVGb3JtYXQiOnsiJGlkIjoiMjYw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EwIiwiRm9ybWF0IjowLCJJc1Zpc2libGUiOmZhbHNlLCJMYXN0S25vd25WaXNpYmlsaXR5U3RhdGUiOmZhbHNlfSwiSXNWaXNpYmxlIjp0cnVlLCJWYXJpYW5jZVN0eWxlIjp7IiRpZCI6IjI2MTEiLCJUZXh0U3R5bGUiOnsiJGlkIjoiMjYxMiIsIkZvbnRTZXR0aW5ncyI6eyIkaWQiOiIyNjEzIiwiRm9udFNpemUiOjExLCJGb250TmFtZSI6IkNhbGlicmkiLCJJc0JvbGQiOmZhbHNlLCJJc0l0YWxpYyI6ZmFsc2UsIklzVW5kZXJsaW5lZCI6ZmFsc2UsIlBhcmVudFN0eWxlIjpudWxsfSwiQXV0b1NpemUiOjAsIkZvcmVncm91bmQiOnsiJGlkIjoiMjYxNCIsIkNvbG9yIjp7IiRpZCI6IjI2MT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YxNiIsIlRvcCI6MC4wLCJMZWZ0IjowLjAsIlJpZ2h0IjowLjAsIkJvdHRvbSI6MC4wfSwiUGFkZGluZyI6eyIkaWQiOiIyNjE3IiwiVG9wIjowLjAsIkxlZnQiOjAuMCwiUmlnaHQiOjAuMCwiQm90dG9tIjowLjB9LCJCYWNrZ3JvdW5kIjp7IiRpZCI6IjI2MTgiLCJDb2xvciI6eyIkaWQiOiIyNjE5IiwiQSI6MCwiUiI6MCwiRyI6MCwiQiI6MH19LCJJc1Zpc2libGUiOmZhbHNlLCJXaWR0aCI6MC4wLCJIZWlnaHQiOjAuMCwiQm9yZGVyU3R5bGUiOnsiJGlkIjoiMjYyMCIsIkxpbmVDb2xvciI6bnVsbCwiTGluZVdlaWdodCI6MC4wLCJMaW5lVHlwZSI6MCwiUGFyZW50U3R5bGUiOm51bGx9LCJQYXJlbnRTdHlsZSI6bnVsbH0sIlBhcmVudFN0eWxlIjpudWxsfSwiUGFyZW50U3R5bGUiOm51bGx9LCJIeXBlcmxpbmsiOm51bGwsIkJhc2VsaW5lRGF0YSI6eyIkaWQiOiIyNjIxIiwiRGF0ZSI6IjIwMjUtMDQtMTFUMjM6NTk6MDAifSwiSW1wb3J0SWQiOiIifV0sIklkIjoiMDAwMDAwMDAtMDAwMC0wMDAwLTAwMDAtMDAwMDAwMDAwMDAwIiwiSXNTaW5nbGVJdGVtUm93Ijp0cnVlfSx7IiRpZCI6IjI2MjIiLCJfdGFza3MiOlt7IiRpZCI6IjI2MjMiLCJfYXR0YWNoZWRNaWxlc3RvbmVzIjpbXSwiVGFza0RlZmluaXRpb24iOnsiJGlkIjoiMjYyNCIsIkdyb3VwTmFtZSI6bnVsbCwiU3RhcnREYXRlIjoiMjAyNS0wNC0xMVQyMzo1OTowMFoiLCJFbmREYXRlIjoiMjAyNS0wNS0xOVQyMzo1OTowMFoiLCJQZXJjZW50YWdlQ29tcGxldGUiOm51bGwsIlN0eWxlIjp7IiRpZCI6IjI2MjUiLCJTaGFwZSI6MSwiU2hhcGVUaGlja25lc3MiOjAsIkR1cmF0aW9uRm9ybWF0IjowLCJJbmNsdWRlTm9uV29ya2luZ0RheXNJbkR1cmF0aW9uIjpmYWxzZSwiUGVyY2VudGFnZUNvbXBsZXRlU3R5bGUiOnsiJGlkIjoiMjYyNiIsIkZvbnRTZXR0aW5ncyI6eyIkaWQiOiIyNjI3IiwiRm9udFNpemUiOjEwLCJGb250TmFtZSI6IkNhbGlicmkiLCJJc0JvbGQiOmZhbHNlLCJJc0l0YWxpYyI6ZmFsc2UsIklzVW5kZXJsaW5lZCI6ZmFsc2UsIlBhcmVudFN0eWxlIjpudWxsfSwiQXV0b1NpemUiOjAsIkZvcmVncm91bmQiOnsiJGlkIjoiMjYyOCIsIkNvbG9yIjp7IiRpZCI6IjI2Mj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jMwIiwiVG9wIjowLjAsIkxlZnQiOjAuMCwiUmlnaHQiOjAuMCwiQm90dG9tIjowLjB9LCJQYWRkaW5nIjp7IiRpZCI6IjI2MzEiLCJUb3AiOjAuMCwiTGVmdCI6MC4wLCJSaWdodCI6MC4wLCJCb3R0b20iOjAuMH0sIkJhY2tncm91bmQiOnsiJGlkIjoiMjYzMiIsIkNvbG9yIjp7IiRpZCI6IjI2MzMiLCJBIjo4OSwiUiI6MCwiRyI6MCwiQiI6MH19LCJJc1Zpc2libGUiOnRydWUsIldpZHRoIjowLjAsIkhlaWdodCI6MC4wLCJCb3JkZXJTdHlsZSI6eyIkaWQiOiIyNjM0IiwiTGluZUNvbG9yIjpudWxsLCJMaW5lV2VpZ2h0IjowLjAsIkxpbmVUeXBlIjowLCJQYXJlbnRTdHlsZSI6bnVsbH0sIlBhcmVudFN0eWxlIjpudWxsfSwiRHVyYXRpb25TdHlsZSI6eyIkaWQiOiIyNjM1IiwiRm9udFNldHRpbmdzIjp7IiRpZCI6IjI2MzYiLCJGb250U2l6ZSI6MTAsIkZvbnROYW1lIjoiQ2FsaWJyaSIsIklzQm9sZCI6ZmFsc2UsIklzSXRhbGljIjpmYWxzZSwiSXNVbmRlcmxpbmVkIjpmYWxzZSwiUGFyZW50U3R5bGUiOm51bGx9LCJBdXRvU2l6ZSI6MCwiRm9yZWdyb3VuZCI6eyIkaWQiOiIyNjM3IiwiQ29sb3IiOnsiJGlkIjoiMjYz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2MzkiLCJUb3AiOjAuMCwiTGVmdCI6MC4wLCJSaWdodCI6MC4wLCJCb3R0b20iOjAuMH0sIlBhZGRpbmciOnsiJGlkIjoiMjY0MCIsIlRvcCI6MC4wLCJMZWZ0IjowLjAsIlJpZ2h0IjowLjAsIkJvdHRvbSI6MC4wfSwiQmFja2dyb3VuZCI6eyIkaWQiOiIyNjQxIiwiQ29sb3IiOnsiJGlkIjoiMjY0MiIsIkEiOjAsIlIiOjAsIkciOjAsIkIiOjB9fSwiSXNWaXNpYmxlIjp0cnVlLCJXaWR0aCI6MC4wLCJIZWlnaHQiOjAuMCwiQm9yZGVyU3R5bGUiOnsiJGlkIjoiMjY0MyIsIkxpbmVDb2xvciI6bnVsbCwiTGluZVdlaWdodCI6MC4wLCJMaW5lVHlwZSI6MCwiUGFyZW50U3R5bGUiOm51bGx9LCJQYXJlbnRTdHlsZSI6bnVsbH0sIkhvcml6b250YWxDb25uZWN0b3JTdHlsZSI6eyIkaWQiOiIyNjQ0IiwiTGluZUNvbG9yIjp7IiRpZCI6IjI2NDUiLCIkdHlwZSI6Ik5MUkUuQ29tbW9uLkRvbS5Tb2xpZENvbG9yQnJ1c2gsIE5MUkUuQ29tbW9uIiwiQ29sb3IiOnsiJGlkIjoiMjY0NiIsIkEiOjI1NSwiUiI6MjA0LCJHIjoyMDQsIkIiOjIwNH19LCJMaW5lV2VpZ2h0IjoxLjAsIkxpbmVUeXBlIjowLCJQYXJlbnRTdHlsZSI6bnVsbH0sIlZlcnRpY2FsQ29ubmVjdG9yU3R5bGUiOnsiJGlkIjoiMjY0NyIsIkxpbmVDb2xvciI6eyIkaWQiOiIyNjQ4IiwiJHR5cGUiOiJOTFJFLkNvbW1vbi5Eb20uU29saWRDb2xvckJydXNoLCBOTFJFLkNvbW1vbiIsIkNvbG9yIjp7IiRpZCI6IjI2NDk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YsIlZhcmlhbmNlUG9zaXRpb24iOjYsIlNwYWNpbmciOjMsIklzQmVsb3dUaW1lYmFuZCI6dHJ1ZSwiUGVyY2VudGFnZUNvbXBsZXRlU2hhcGVPcGFjaXR5IjozNSwiQmFzZWxpbmVTdHlsZSI6eyIkaWQiOiIyNjUwIiwiU2hhcGVTdHlsZSI6eyIkaWQiOiIyNjUxIiwiTWFyZ2luIjp7IiRpZCI6IjI2NTIiLCJUb3AiOjAuMCwiTGVmdCI6MC4wLCJSaWdodCI6MC4wLCJCb3R0b20iOjAuMH0sIlBhZGRpbmciOnsiJGlkIjoiMjY1MyIsIlRvcCI6MC4wLCJMZWZ0IjowLjAsIlJpZ2h0IjowLjAsIkJvdHRvbSI6MC4wfSwiQmFja2dyb3VuZCI6eyIkaWQiOiIyNjU0IiwiQ29sb3IiOnsiJGlkIjoiMjY1NSIsIkEiOjE1MywiUiI6MCwiRyI6MCwiQiI6MH19LCJJc1Zpc2libGUiOnRydWUsIldpZHRoIjowLjAsIkhlaWdodCI6MC4wLCJCb3JkZXJTdHlsZSI6bnVsbCwiUGFyZW50U3R5bGUiOm51bGx9LCJNYXJnaW4iOnsiJGlkIjoiMjY1NiIsIlRvcCI6MC4wLCJMZWZ0IjowLjAsIlJpZ2h0IjowLjAsIkJvdHRvbSI6MC4wfSwiUGFkZGluZyI6eyIkaWQiOiIyNjU3IiwiVG9wIjowLjAsIkxlZnQiOjAuMCwiUmlnaHQiOjAuMCwiQm90dG9tIjowLjB9LCJCYWNrZ3JvdW5kIjpudWxsLCJJc1Zpc2libGUiOnRydWUsIldpZHRoIjowLjAsIkhlaWdodCI6MC4wLCJCb3JkZXJTdHlsZSI6bnVsbCwiUGFyZW50U3R5bGUiOm51bGx9LCJTaGFwZVN0eWxlIjp7IiRpZCI6IjI2NTgiLCJNYXJnaW4iOnsiJGlkIjoiMjY1OSIsIlRvcCI6MC4wLCJMZWZ0Ijo0LjAsIlJpZ2h0Ijo0LjAsIkJvdHRvbSI6MC4wfSwiUGFkZGluZyI6eyIkaWQiOiIyNjYwIiwiVG9wIjowLjAsIkxlZnQiOjAuMCwiUmlnaHQiOjAuMCwiQm90dG9tIjowLjB9LCJCYWNrZ3JvdW5kIjp7IiRpZCI6IjI2NjEiLCJDb2xvciI6eyIkaWQiOiIyNjYyIiwiQSI6MjU1LCJSIjoyNiwiRyI6MTcwLCJCIjo2Nn19LCJJc1Zpc2libGUiOnRydWUsIldpZHRoIjowLjAsIkhlaWdodCI6MTAuMCwiQm9yZGVyU3R5bGUiOnsiJGlkIjoiMjY2MyIsIkxpbmVDb2xvciI6eyIkaWQiOiIyNjY0IiwiJHR5cGUiOiJOTFJFLkNvbW1vbi5Eb20uU29saWRDb2xvckJydXNoLCBOTFJFLkNvbW1vbiIsIkNvbG9yIjp7IiRpZCI6IjI2NjUiLCJBIjoyNTUsIlIiOjI1NSwiRyI6MCwiQiI6MH19LCJMaW5lV2VpZ2h0IjowLjAsIkxpbmVUeXBlIjowLCJQYXJlbnRTdHlsZSI6bnVsbH0sIlBhcmVudFN0eWxlIjpudWxsfSwiVGl0bGVTdHlsZSI6eyIkaWQiOiIyNjY2IiwiRm9udFNldHRpbmdzIjp7IiRpZCI6IjI2NjciLCJGb250U2l6ZSI6MTEsIkZvbnROYW1lIjoiQ2FsaWJyaSIsIklzQm9sZCI6dHJ1ZSwiSXNJdGFsaWMiOmZhbHNlLCJJc1VuZGVybGluZWQiOmZhbHNlLCJQYXJlbnRTdHlsZSI6bnVsbH0sIkF1dG9TaXplIjowLCJGb3JlZ3JvdW5kIjp7IiRpZCI6IjI2NjgiLCJDb2xvciI6eyIkaWQiOiIyNjY5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I2NzAiLCJUb3AiOjAuMCwiTGVmdCI6MC4wLCJSaWdodCI6MC4wLCJCb3R0b20iOjAuMH0sIlBhZGRpbmciOnsiJGlkIjoiMjY3MSIsIlRvcCI6MC4wLCJMZWZ0IjowLjAsIlJpZ2h0IjowLjAsIkJvdHRvbSI6MC4wfSwiQmFja2dyb3VuZCI6eyIkaWQiOiIyNjcyIiwiQ29sb3IiOnsiJGlkIjoiMjY3MyIsIkEiOjAsIlIiOjI1NSwiRyI6MjU1LCJCIjoyNTV9fSwiSXNWaXNpYmxlIjp0cnVlLCJXaWR0aCI6MC4wLCJIZWlnaHQiOjAuMCwiQm9yZGVyU3R5bGUiOnsiJGlkIjoiMjY3NCIsIkxpbmVDb2xvciI6bnVsbCwiTGluZVdlaWdodCI6MC4wLCJMaW5lVHlwZSI6MCwiUGFyZW50U3R5bGUiOm51bGx9LCJQYXJlbnRTdHlsZSI6bnVsbH0sIkRhdGVTdHlsZSI6eyIkaWQiOiIyNjc1IiwiRm9udFNldHRpbmdzIjp7IiRpZCI6IjI2NzYiLCJGb250U2l6ZSI6MTAsIkZvbnROYW1lIjoiQ2FsaWJyaSIsIklzQm9sZCI6ZmFsc2UsIklzSXRhbGljIjpmYWxzZSwiSXNVbmRlcmxpbmVkIjpmYWxzZSwiUGFyZW50U3R5bGUiOm51bGx9LCJBdXRvU2l6ZSI6MCwiRm9yZWdyb3VuZCI6eyIkaWQiOiIyNjc3IiwiQ29sb3IiOnsiJGlkIjoiMjY3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Y3OSIsIlRvcCI6MC4wLCJMZWZ0IjowLjAsIlJpZ2h0IjowLjAsIkJvdHRvbSI6MC4wfSwiUGFkZGluZyI6eyIkaWQiOiIyNjgwIiwiVG9wIjowLjAsIkxlZnQiOjAuMCwiUmlnaHQiOjAuMCwiQm90dG9tIjowLjB9LCJCYWNrZ3JvdW5kIjp7IiRpZCI6IjI2ODEiLCJDb2xvciI6eyIkaWQiOiIyNjgyIiwiQSI6MCwiUiI6MCwiRyI6MCwiQiI6MH19LCJJc1Zpc2libGUiOnRydWUsIldpZHRoIjowLjAsIkhlaWdodCI6MC4wLCJCb3JkZXJTdHlsZSI6eyIkaWQiOiIyNjgzIiwiTGluZUNvbG9yIjpudWxsLCJMaW5lV2VpZ2h0IjowLjAsIkxpbmVUeXBlIjowLCJQYXJlbnRTdHlsZSI6bnVsbH0sIlBhcmVudFN0eWxlIjpudWxsfSwiRGF0ZUZvcm1hdCI6eyIkaWQiOiIyNjg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2ODUiLCJGb3JtYXQiOjAsIklzVmlzaWJsZSI6ZmFsc2UsIkxhc3RLbm93blZpc2liaWxpdHlTdGF0ZSI6ZmFsc2V9LCJJc1Zpc2libGUiOnRydWUsIlZhcmlhbmNlU3R5bGUiOnsiJGlkIjoiMjY4NiIsIlRleHRTdHlsZSI6eyIkaWQiOiIyNjg3IiwiRm9udFNldHRpbmdzIjp7IiRpZCI6IjI2ODgiLCJGb250U2l6ZSI6MTEsIkZvbnROYW1lIjoiQ2FsaWJyaSIsIklzQm9sZCI6ZmFsc2UsIklzSXRhbGljIjpmYWxzZSwiSXNVbmRlcmxpbmVkIjpmYWxzZSwiUGFyZW50U3R5bGUiOm51bGx9LCJBdXRvU2l6ZSI6MCwiRm9yZWdyb3VuZCI6eyIkaWQiOiIyNjg5IiwiQ29sb3IiOnsiJGlkIjoiMjY5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jkxIiwiVG9wIjowLjAsIkxlZnQiOjAuMCwiUmlnaHQiOjAuMCwiQm90dG9tIjowLjB9LCJQYWRkaW5nIjp7IiRpZCI6IjI2OTIiLCJUb3AiOjAuMCwiTGVmdCI6MC4wLCJSaWdodCI6MC4wLCJCb3R0b20iOjAuMH0sIkJhY2tncm91bmQiOnsiJGlkIjoiMjY5MyIsIkNvbG9yIjp7IiRpZCI6IjI2OTQiLCJBIjowLCJSIjowLCJHIjowLCJCIjowfX0sIklzVmlzaWJsZSI6dHJ1ZSwiV2lkdGgiOjAuMCwiSGVpZ2h0IjowLjAsIkJvcmRlclN0eWxlIjp7IiRpZCI6IjI2OTUiLCJMaW5lQ29sb3IiOm51bGwsIkxpbmVXZWlnaHQiOjAuMCwiTGluZVR5cGUiOjAsIlBhcmVudFN0eWxlIjpudWxsfSwiUGFyZW50U3R5bGUiOm51bGx9LCJQYXJlbnRTdHlsZSI6bnVsbH0sIlBhcmVudFN0eWxlIjpudWxsfSwiSW5kZXgiOjMzLCJTbWFydER1cmF0aW9uQWN0aXZhdGVkIjpmYWxzZSwiRGF0ZUZvcm1hdCI6eyIkcmVmIjoiMjY4NCJ9LCJXZWVrTnVtYmVyaW5nIjp7IiRpZCI6IjI2OTYiLCJGb3JtYXQiOjAsIklzVmlzaWJsZSI6ZmFsc2UsIkxhc3RLbm93blZpc2liaWxpdHlTdGF0ZSI6ZmFsc2V9LCJCYXNlbGluZURhdGEiOnsiJGlkIjoiMjY5NyIsIlN0YXJ0RGF0ZSI6IjIwMjUtMDQtMTFUMjM6NTk6MDBaIiwiRW5kRGF0ZSI6IjIwMjUtMDUtMTlUMjM6NTk6MDBaIn0sIklkIjoiZjBkNDJhNTgtYzY3MC00NGM1LTg3NDUtODIwNGEwYjFkY2MxIiwiSW1wb3J0SWQiOm51bGwsIlRpdGxlIjoiUmV2aWV3IGFmIHByb2pla3RncnVuZGxhZyIsIk5vdGUiOm51bGwsIkh5cGVybGluayI6eyIkaWQiOiIyNjk4IiwiQWRkcmVzcyI6IiIsIlN1YkFkZHJlc3MiOiIifSwiSXNDaGFuZ2VkIjpmYWxzZSwiSXNOZXciOmZhbHNlfX1dLCJfbWlsZXN0b25lcyI6W10sIklkIjoiMDAwMDAwMDAtMDAwMC0wMDAwLTAwMDAtMDAwMDAwMDAwMDAwIiwiSXNTaW5nbGVJdGVtUm93Ijp0cnVlfSx7IiRpZCI6IjI2OTkiLCJfdGFza3MiOlt7IiRpZCI6IjI3MDAiLCJfYXR0YWNoZWRNaWxlc3RvbmVzIjpbXSwiVGFza0RlZmluaXRpb24iOnsiJGlkIjoiMjcwMSIsIkdyb3VwTmFtZSI6bnVsbCwiU3RhcnREYXRlIjoiMjAyNS0wNS0xNVQyMzo1OTowMFoiLCJFbmREYXRlIjoiMjAyNS0wOC0yOVQyMzo1OTowMFoiLCJQZXJjZW50YWdlQ29tcGxldGUiOm51bGwsIlN0eWxlIjp7IiRpZCI6IjI3MDIiLCJTaGFwZSI6MSwiU2hhcGVUaGlja25lc3MiOjAsIkR1cmF0aW9uRm9ybWF0IjowLCJJbmNsdWRlTm9uV29ya2luZ0RheXNJbkR1cmF0aW9uIjpmYWxzZSwiUGVyY2VudGFnZUNvbXBsZXRlU3R5bGUiOnsiJGlkIjoiMjcwMyIsIkZvbnRTZXR0aW5ncyI6eyIkaWQiOiIyNzA0IiwiRm9udFNpemUiOjEwLCJGb250TmFtZSI6IkNhbGlicmkiLCJJc0JvbGQiOmZhbHNlLCJJc0l0YWxpYyI6ZmFsc2UsIklzVW5kZXJsaW5lZCI6ZmFsc2UsIlBhcmVudFN0eWxlIjpudWxsfSwiQXV0b1NpemUiOjAsIkZvcmVncm91bmQiOnsiJGlkIjoiMjcwNSIsIkNvbG9yIjp7IiRpZCI6IjI3MD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NzA3IiwiVG9wIjowLjAsIkxlZnQiOjAuMCwiUmlnaHQiOjAuMCwiQm90dG9tIjowLjB9LCJQYWRkaW5nIjp7IiRpZCI6IjI3MDgiLCJUb3AiOjAuMCwiTGVmdCI6MC4wLCJSaWdodCI6MC4wLCJCb3R0b20iOjAuMH0sIkJhY2tncm91bmQiOnsiJGlkIjoiMjcwOSIsIkNvbG9yIjp7IiRpZCI6IjI3MTAiLCJBIjo4OSwiUiI6MCwiRyI6MCwiQiI6MH19LCJJc1Zpc2libGUiOnRydWUsIldpZHRoIjowLjAsIkhlaWdodCI6MC4wLCJCb3JkZXJTdHlsZSI6eyIkaWQiOiIyNzExIiwiTGluZUNvbG9yIjpudWxsLCJMaW5lV2VpZ2h0IjowLjAsIkxpbmVUeXBlIjowLCJQYXJlbnRTdHlsZSI6bnVsbH0sIlBhcmVudFN0eWxlIjpudWxsfSwiRHVyYXRpb25TdHlsZSI6eyIkaWQiOiIyNzEyIiwiRm9udFNldHRpbmdzIjp7IiRpZCI6IjI3MTMiLCJGb250U2l6ZSI6MTAsIkZvbnROYW1lIjoiQ2FsaWJyaSIsIklzQm9sZCI6ZmFsc2UsIklzSXRhbGljIjpmYWxzZSwiSXNVbmRlcmxpbmVkIjpmYWxzZSwiUGFyZW50U3R5bGUiOm51bGx9LCJBdXRvU2l6ZSI6MCwiRm9yZWdyb3VuZCI6eyIkaWQiOiIyNzE0IiwiQ29sb3IiOnsiJGlkIjoiMjcxN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3MTYiLCJUb3AiOjAuMCwiTGVmdCI6MC4wLCJSaWdodCI6MC4wLCJCb3R0b20iOjAuMH0sIlBhZGRpbmciOnsiJGlkIjoiMjcxNyIsIlRvcCI6MC4wLCJMZWZ0IjowLjAsIlJpZ2h0IjowLjAsIkJvdHRvbSI6MC4wfSwiQmFja2dyb3VuZCI6eyIkaWQiOiIyNzE4IiwiQ29sb3IiOnsiJGlkIjoiMjcxOSIsIkEiOjAsIlIiOjAsIkciOjAsIkIiOjB9fSwiSXNWaXNpYmxlIjp0cnVlLCJXaWR0aCI6MC4wLCJIZWlnaHQiOjAuMCwiQm9yZGVyU3R5bGUiOnsiJGlkIjoiMjcyMCIsIkxpbmVDb2xvciI6bnVsbCwiTGluZVdlaWdodCI6MC4wLCJMaW5lVHlwZSI6MCwiUGFyZW50U3R5bGUiOm51bGx9LCJQYXJlbnRTdHlsZSI6bnVsbH0sIkhvcml6b250YWxDb25uZWN0b3JTdHlsZSI6eyIkaWQiOiIyNzIxIiwiTGluZUNvbG9yIjp7IiRpZCI6IjI3MjIiLCIkdHlwZSI6Ik5MUkUuQ29tbW9uLkRvbS5Tb2xpZENvbG9yQnJ1c2gsIE5MUkUuQ29tbW9uIiwiQ29sb3IiOnsiJGlkIjoiMjcyMyIsIkEiOjI1NSwiUiI6MjA0LCJHIjoyMDQsIkIiOjIwNH19LCJMaW5lV2VpZ2h0IjoxLjAsIkxpbmVUeXBlIjowLCJQYXJlbnRTdHlsZSI6bnVsbH0sIlZlcnRpY2FsQ29ubmVjdG9yU3R5bGUiOnsiJGlkIjoiMjcyNCIsIkxpbmVDb2xvciI6eyIkaWQiOiIyNzI1IiwiJHR5cGUiOiJOTFJFLkNvbW1vbi5Eb20uU29saWRDb2xvckJydXNoLCBOTFJFLkNvbW1vbiIsIkNvbG9yIjp7IiRpZCI6IjI3MjYiLCJBIjoyNTUsIlIiOjIwNCwiRyI6MjA0LCJCIjoyMDR9fSwiTGluZVdlaWdodCI6MC4wLCJMaW5lVHlwZSI6MCwiUGFyZW50U3R5bGUiOm51bGx9LCJNYXJnaW4iOm51bGwsIlN0YXJ0RGF0ZVBvc2l0aW9uIjo2LCJFbmREYXRlUG9zaXRpb24iOjYsIkRhdGVJc1Zpc2libGUiOmZhbHNlLCJUaXRsZVBvc2l0aW9uIjo0LCJEdXJhdGlvblBvc2l0aW9uIjo2LCJQZXJjZW50YWdlQ29tcGxldGVkUG9zaXRpb24iOjYsIlZhcmlhbmNlUG9zaXRpb24iOjYsIlNwYWNpbmciOjMsIklzQmVsb3dUaW1lYmFuZCI6dHJ1ZSwiUGVyY2VudGFnZUNvbXBsZXRlU2hhcGVPcGFjaXR5IjozNSwiQmFzZWxpbmVTdHlsZSI6eyIkaWQiOiIyNzI3IiwiU2hhcGVTdHlsZSI6eyIkaWQiOiIyNzI4IiwiTWFyZ2luIjp7IiRpZCI6IjI3MjkiLCJUb3AiOjAuMCwiTGVmdCI6MC4wLCJSaWdodCI6MC4wLCJCb3R0b20iOjAuMH0sIlBhZGRpbmciOnsiJGlkIjoiMjczMCIsIlRvcCI6MC4wLCJMZWZ0IjowLjAsIlJpZ2h0IjowLjAsIkJvdHRvbSI6MC4wfSwiQmFja2dyb3VuZCI6eyIkaWQiOiIyNzMxIiwiQ29sb3IiOnsiJGlkIjoiMjczMiIsIkEiOjE1MywiUiI6MCwiRyI6MCwiQiI6MH19LCJJc1Zpc2libGUiOnRydWUsIldpZHRoIjowLjAsIkhlaWdodCI6MC4wLCJCb3JkZXJTdHlsZSI6bnVsbCwiUGFyZW50U3R5bGUiOm51bGx9LCJNYXJnaW4iOnsiJGlkIjoiMjczMyIsIlRvcCI6MC4wLCJMZWZ0IjowLjAsIlJpZ2h0IjowLjAsIkJvdHRvbSI6MC4wfSwiUGFkZGluZyI6eyIkaWQiOiIyNzM0IiwiVG9wIjowLjAsIkxlZnQiOjAuMCwiUmlnaHQiOjAuMCwiQm90dG9tIjowLjB9LCJCYWNrZ3JvdW5kIjpudWxsLCJJc1Zpc2libGUiOnRydWUsIldpZHRoIjowLjAsIkhlaWdodCI6MC4wLCJCb3JkZXJTdHlsZSI6bnVsbCwiUGFyZW50U3R5bGUiOm51bGx9LCJTaGFwZVN0eWxlIjp7IiRpZCI6IjI3MzUiLCJNYXJnaW4iOnsiJGlkIjoiMjczNiIsIlRvcCI6MC4wLCJMZWZ0Ijo0LjAsIlJpZ2h0Ijo0LjAsIkJvdHRvbSI6MC4wfSwiUGFkZGluZyI6eyIkaWQiOiIyNzM3IiwiVG9wIjowLjAsIkxlZnQiOjAuMCwiUmlnaHQiOjAuMCwiQm90dG9tIjowLjB9LCJCYWNrZ3JvdW5kIjp7IiRpZCI6IjI3MzgiLCJDb2xvciI6eyIkaWQiOiIyNzM5IiwiQSI6MjU1LCJSIjoyNiwiRyI6MTcwLCJCIjo2Nn19LCJJc1Zpc2libGUiOnRydWUsIldpZHRoIjowLjAsIkhlaWdodCI6MTAuMCwiQm9yZGVyU3R5bGUiOnsiJGlkIjoiMjc0MCIsIkxpbmVDb2xvciI6eyIkaWQiOiIyNzQxIiwiJHR5cGUiOiJOTFJFLkNvbW1vbi5Eb20uU29saWRDb2xvckJydXNoLCBOTFJFLkNvbW1vbiIsIkNvbG9yIjp7IiRpZCI6IjI3NDIiLCJBIjoyNTUsIlIiOjI1NSwiRyI6MCwiQiI6MH19LCJMaW5lV2VpZ2h0IjowLjAsIkxpbmVUeXBlIjowLCJQYXJlbnRTdHlsZSI6bnVsbH0sIlBhcmVudFN0eWxlIjpudWxsfSwiVGl0bGVTdHlsZSI6eyIkaWQiOiIyNzQzIiwiRm9udFNldHRpbmdzIjp7IiRpZCI6IjI3NDQiLCJGb250U2l6ZSI6MTEsIkZvbnROYW1lIjoiQ2FsaWJyaSIsIklzQm9sZCI6dHJ1ZSwiSXNJdGFsaWMiOmZhbHNlLCJJc1VuZGVybGluZWQiOmZhbHNlLCJQYXJlbnRTdHlsZSI6bnVsbH0sIkF1dG9TaXplIjowLCJGb3JlZ3JvdW5kIjp7IiRpZCI6IjI3NDUiLCJDb2xvciI6eyIkaWQiOiIyNzQ2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I3NDciLCJUb3AiOjAuMCwiTGVmdCI6MC4wLCJSaWdodCI6MC4wLCJCb3R0b20iOjAuMH0sIlBhZGRpbmciOnsiJGlkIjoiMjc0OCIsIlRvcCI6MC4wLCJMZWZ0IjowLjAsIlJpZ2h0IjowLjAsIkJvdHRvbSI6MC4wfSwiQmFja2dyb3VuZCI6eyIkaWQiOiIyNzQ5IiwiQ29sb3IiOnsiJGlkIjoiMjc1MCIsIkEiOjAsIlIiOjI1NSwiRyI6MjU1LCJCIjoyNTV9fSwiSXNWaXNpYmxlIjp0cnVlLCJXaWR0aCI6MC4wLCJIZWlnaHQiOjAuMCwiQm9yZGVyU3R5bGUiOnsiJGlkIjoiMjc1MSIsIkxpbmVDb2xvciI6bnVsbCwiTGluZVdlaWdodCI6MC4wLCJMaW5lVHlwZSI6MCwiUGFyZW50U3R5bGUiOm51bGx9LCJQYXJlbnRTdHlsZSI6bnVsbH0sIkRhdGVTdHlsZSI6eyIkaWQiOiIyNzUyIiwiRm9udFNldHRpbmdzIjp7IiRpZCI6IjI3NTMiLCJGb250U2l6ZSI6MTAsIkZvbnROYW1lIjoiQ2FsaWJyaSIsIklzQm9sZCI6ZmFsc2UsIklzSXRhbGljIjpmYWxzZSwiSXNVbmRlcmxpbmVkIjpmYWxzZSwiUGFyZW50U3R5bGUiOm51bGx9LCJBdXRvU2l6ZSI6MCwiRm9yZWdyb3VuZCI6eyIkaWQiOiIyNzU0IiwiQ29sb3IiOnsiJGlkIjoiMjc1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jc1NiIsIlRvcCI6MC4wLCJMZWZ0IjowLjAsIlJpZ2h0IjowLjAsIkJvdHRvbSI6MC4wfSwiUGFkZGluZyI6eyIkaWQiOiIyNzU3IiwiVG9wIjowLjAsIkxlZnQiOjAuMCwiUmlnaHQiOjAuMCwiQm90dG9tIjowLjB9LCJCYWNrZ3JvdW5kIjp7IiRpZCI6IjI3NTgiLCJDb2xvciI6eyIkaWQiOiIyNzU5IiwiQSI6MCwiUiI6MCwiRyI6MCwiQiI6MH19LCJJc1Zpc2libGUiOnRydWUsIldpZHRoIjowLjAsIkhlaWdodCI6MC4wLCJCb3JkZXJTdHlsZSI6eyIkaWQiOiIyNzYwIiwiTGluZUNvbG9yIjpudWxsLCJMaW5lV2VpZ2h0IjowLjAsIkxpbmVUeXBlIjowLCJQYXJlbnRTdHlsZSI6bnVsbH0sIlBhcmVudFN0eWxlIjpudWxsfSwiRGF0ZUZvcm1hdCI6eyIkaWQiOiIyNzY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3NjIiLCJGb3JtYXQiOjAsIklzVmlzaWJsZSI6ZmFsc2UsIkxhc3RLbm93blZpc2liaWxpdHlTdGF0ZSI6ZmFsc2V9LCJJc1Zpc2libGUiOnRydWUsIlZhcmlhbmNlU3R5bGUiOnsiJGlkIjoiMjc2MyIsIlRleHRTdHlsZSI6eyIkaWQiOiIyNzY0IiwiRm9udFNldHRpbmdzIjp7IiRpZCI6IjI3NjUiLCJGb250U2l6ZSI6MTEsIkZvbnROYW1lIjoiQ2FsaWJyaSIsIklzQm9sZCI6ZmFsc2UsIklzSXRhbGljIjpmYWxzZSwiSXNVbmRlcmxpbmVkIjpmYWxzZSwiUGFyZW50U3R5bGUiOm51bGx9LCJBdXRvU2l6ZSI6MCwiRm9yZWdyb3VuZCI6eyIkaWQiOiIyNzY2IiwiQ29sb3IiOnsiJGlkIjoiMjc2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NzY4IiwiVG9wIjowLjAsIkxlZnQiOjAuMCwiUmlnaHQiOjAuMCwiQm90dG9tIjowLjB9LCJQYWRkaW5nIjp7IiRpZCI6IjI3NjkiLCJUb3AiOjAuMCwiTGVmdCI6MC4wLCJSaWdodCI6MC4wLCJCb3R0b20iOjAuMH0sIkJhY2tncm91bmQiOnsiJGlkIjoiMjc3MCIsIkNvbG9yIjp7IiRpZCI6IjI3NzEiLCJBIjowLCJSIjowLCJHIjowLCJCIjowfX0sIklzVmlzaWJsZSI6dHJ1ZSwiV2lkdGgiOjAuMCwiSGVpZ2h0IjowLjAsIkJvcmRlclN0eWxlIjp7IiRpZCI6IjI3NzIiLCJMaW5lQ29sb3IiOm51bGwsIkxpbmVXZWlnaHQiOjAuMCwiTGluZVR5cGUiOjAsIlBhcmVudFN0eWxlIjpudWxsfSwiUGFyZW50U3R5bGUiOm51bGx9LCJQYXJlbnRTdHlsZSI6bnVsbH0sIlBhcmVudFN0eWxlIjpudWxsfSwiSW5kZXgiOjM0LCJTbWFydER1cmF0aW9uQWN0aXZhdGVkIjpmYWxzZSwiRGF0ZUZvcm1hdCI6eyIkcmVmIjoiMjc2MSJ9LCJXZWVrTnVtYmVyaW5nIjp7IiRpZCI6IjI3NzMiLCJGb3JtYXQiOjAsIklzVmlzaWJsZSI6ZmFsc2UsIkxhc3RLbm93blZpc2liaWxpdHlTdGF0ZSI6ZmFsc2V9LCJCYXNlbGluZURhdGEiOnsiJGlkIjoiMjc3NCIsIlN0YXJ0RGF0ZSI6IjIwMjUtMDUtMTVUMjM6NTk6MDBaIiwiRW5kRGF0ZSI6IjIwMjUtMDgtMjlUMjM6NTk6MDBaIn0sIklkIjoiMTg0ZTBkNjEtNTIzNC00ODUyLTlkNjYtMDQ5YjEyOWVlMmVkIiwiSW1wb3J0SWQiOm51bGwsIlRpdGxlIjoiIEtyYXZzcGVjaWZpa2F0aW9uIiwiTm90ZSI6bnVsbCwiSHlwZXJsaW5rIjp7IiRpZCI6IjI3NzUiLCJBZGRyZXNzIjoiIiwiU3ViQWRkcmVzcyI6IiJ9LCJJc0NoYW5nZWQiOmZhbHNlLCJJc05ldyI6ZmFsc2V9fV0sIl9taWxlc3RvbmVzIjpbXSwiSWQiOiIwMDAwMDAwMC0wMDAwLTAwMDAtMDAwMC0wMDAwMDAwMDAwMDAiLCJJc1NpbmdsZUl0ZW1Sb3ciOnRydWV9LHsiJGlkIjoiMjc3NiIsIl90YXNrcyI6W10sIl9taWxlc3RvbmVzIjpbeyIkaWQiOiIyNzc3IiwiSWQiOiI3MjU2NjRjYy1iMzZmLTRlMzMtYjhmMS00ZGU1ZDcxMTViZGYiLCJJbmRleCI6MzUsIkdyb3VwSWQiOm51bGwsIlRpdGxlIjoiS3ZhbGlmaWNlcmluZ3Nmb3J1bSIsIkRhdGVUaW1lIjoiMjAyNS0wNi0wMlQyMzo1OTowMCIsIlBlcmNlbnRhZ2VDb21wbGV0ZSI6bnVsbCwiTm90ZSI6bnVsbCwiU3R5bGUiOnsiJGlkIjoiMjc3OCIsIlRpdGxlUG9zaXRpb24iOiJSaWdodCIsIkRhdGVQb3NpdGlvbiI6IkxlZnQiLCJWYXJpYW5jZVBvc2l0aW9uIjoiTGVmdCIsIlNoYXBlVHlwZSI6MiwiU2hhcGVTaXplIjoxLCJTcGFjaW5nIjo1LCJTaGFwZVN0eWxlIjp7IiRpZCI6IjI3NzkiLCJNYXJnaW4iOnsiJGlkIjoiMjc4MCIsIlRvcCI6MC4wLCJMZWZ0IjowLjAsIlJpZ2h0IjowLjAsIkJvdHRvbSI6MC4wfSwiUGFkZGluZyI6eyIkaWQiOiIyNzgxIiwiVG9wIjowLjAsIkxlZnQiOjAuMCwiUmlnaHQiOjAuMCwiQm90dG9tIjowLjB9LCJCYWNrZ3JvdW5kIjp7IiRpZCI6IjI3ODIiLCJDb2xvciI6eyIkaWQiOiIyNzgzIiwiQSI6MjU1LCJSIjoyNiwiRyI6MTcwLCJCIjo2Nn19LCJJc1Zpc2libGUiOnRydWUsIldpZHRoIjoxMy4wLCJIZWlnaHQiOjEzLjAsIkJvcmRlclN0eWxlIjp7IiRpZCI6IjI3ODQiLCJMaW5lQ29sb3IiOnsiJGlkIjoiMjc4NSIsIiR0eXBlIjoiTkxSRS5Db21tb24uRG9tLlNvbGlkQ29sb3JCcnVzaCwgTkxSRS5Db21tb24iLCJDb2xvciI6eyIkaWQiOiIyNzg2IiwiQSI6MjU1LCJSIjoyNTUsIkciOjAsIkIiOjB9fSwiTGluZVdlaWdodCI6MC4wLCJMaW5lVHlwZSI6MCwiUGFyZW50U3R5bGUiOm51bGx9LCJQYXJlbnRTdHlsZSI6bnVsbH0sIlRpdGxlU3R5bGUiOnsiJGlkIjoiMjc4NyIsIkZvbnRTZXR0aW5ncyI6eyIkaWQiOiIyNzg4IiwiRm9udFNpemUiOjExLCJGb250TmFtZSI6IkNhbGlicmkiLCJJc0JvbGQiOnRydWUsIklzSXRhbGljIjpmYWxzZSwiSXNVbmRlcmxpbmVkIjpmYWxzZSwiUGFyZW50U3R5bGUiOm51bGx9LCJBdXRvU2l6ZSI6MCwiRm9yZWdyb3VuZCI6eyIkaWQiOiIyNzg5IiwiQ29sb3IiOnsiJGlkIjoiMjc5M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yNzkxIiwiVG9wIjowLjAsIkxlZnQiOjAuMCwiUmlnaHQiOjAuMCwiQm90dG9tIjowLjB9LCJQYWRkaW5nIjp7IiRpZCI6IjI3OTIiLCJUb3AiOjAuMCwiTGVmdCI6MC4wLCJSaWdodCI6MC4wLCJCb3R0b20iOjAuMH0sIkJhY2tncm91bmQiOnsiJGlkIjoiMjc5MyIsIkNvbG9yIjp7IiRpZCI6IjI3OTQiLCJBIjowLCJSIjoyNTUsIkciOjI1NSwiQiI6MjU1fX0sIklzVmlzaWJsZSI6dHJ1ZSwiV2lkdGgiOjAuMCwiSGVpZ2h0IjowLjAsIkJvcmRlclN0eWxlIjp7IiRpZCI6IjI3OTUiLCJMaW5lQ29sb3IiOm51bGwsIkxpbmVXZWlnaHQiOjAuMCwiTGluZVR5cGUiOjAsIlBhcmVudFN0eWxlIjpudWxsfSwiUGFyZW50U3R5bGUiOm51bGx9LCJEYXRlU3R5bGUiOnsiJGlkIjoiMjc5NiIsIkZvbnRTZXR0aW5ncyI6eyIkaWQiOiIyNzk3IiwiRm9udFNpemUiOjEwLCJGb250TmFtZSI6IkNhbGlicmkiLCJJc0JvbGQiOmZhbHNlLCJJc0l0YWxpYyI6ZmFsc2UsIklzVW5kZXJsaW5lZCI6ZmFsc2UsIlBhcmVudFN0eWxlIjpudWxsfSwiQXV0b1NpemUiOjAsIkZvcmVncm91bmQiOnsiJGlkIjoiMjc5OCIsIkNvbG9yIjp7IiRpZCI6IjI3OTk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4MDAiLCJUb3AiOjAuMCwiTGVmdCI6MC4wLCJSaWdodCI6MC4wLCJCb3R0b20iOjAuMH0sIlBhZGRpbmciOnsiJGlkIjoiMjgwMSIsIlRvcCI6MC4wLCJMZWZ0IjowLjAsIlJpZ2h0IjowLjAsIkJvdHRvbSI6MC4wfSwiQmFja2dyb3VuZCI6eyIkaWQiOiIyODAyIiwiQ29sb3IiOnsiJGlkIjoiMjgwMyIsIkEiOjAsIlIiOjI1NSwiRyI6MjU1LCJCIjoyNTV9fSwiSXNWaXNpYmxlIjp0cnVlLCJXaWR0aCI6MC4wLCJIZWlnaHQiOjAuMCwiQm9yZGVyU3R5bGUiOnsiJGlkIjoiMjgwNCIsIkxpbmVDb2xvciI6bnVsbCwiTGluZVdlaWdodCI6MC4wLCJMaW5lVHlwZSI6MCwiUGFyZW50U3R5bGUiOm51bGx9LCJQYXJlbnRTdHlsZSI6bnVsbH0sIkRhdGVGb3JtYXQiOnsiJGlkIjoiMjgw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DA2IiwiRm9ybWF0IjowLCJJc1Zpc2libGUiOmZhbHNlLCJMYXN0S25vd25WaXNpYmlsaXR5U3RhdGUiOmZhbHNlfSwiSXNWaXNpYmxlIjp0cnVlLCJWYXJpYW5jZVN0eWxlIjp7IiRpZCI6IjI4MDciLCJUZXh0U3R5bGUiOnsiJGlkIjoiMjgwOCIsIkZvbnRTZXR0aW5ncyI6eyIkaWQiOiIyODA5IiwiRm9udFNpemUiOjExLCJGb250TmFtZSI6IkNhbGlicmkiLCJJc0JvbGQiOmZhbHNlLCJJc0l0YWxpYyI6ZmFsc2UsIklzVW5kZXJsaW5lZCI6ZmFsc2UsIlBhcmVudFN0eWxlIjpudWxsfSwiQXV0b1NpemUiOjAsIkZvcmVncm91bmQiOnsiJGlkIjoiMjgxMCIsIkNvbG9yIjp7IiRpZCI6IjI4M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gxMiIsIlRvcCI6MC4wLCJMZWZ0IjowLjAsIlJpZ2h0IjowLjAsIkJvdHRvbSI6MC4wfSwiUGFkZGluZyI6eyIkaWQiOiIyODEzIiwiVG9wIjowLjAsIkxlZnQiOjAuMCwiUmlnaHQiOjAuMCwiQm90dG9tIjowLjB9LCJCYWNrZ3JvdW5kIjp7IiRpZCI6IjI4MTQiLCJDb2xvciI6eyIkaWQiOiIyODE1IiwiQSI6MCwiUiI6MCwiRyI6MCwiQiI6MH19LCJJc1Zpc2libGUiOmZhbHNlLCJXaWR0aCI6MC4wLCJIZWlnaHQiOjAuMCwiQm9yZGVyU3R5bGUiOnsiJGlkIjoiMjgxNiIsIkxpbmVDb2xvciI6bnVsbCwiTGluZVdlaWdodCI6MC4wLCJMaW5lVHlwZSI6MCwiUGFyZW50U3R5bGUiOm51bGx9LCJQYXJlbnRTdHlsZSI6bnVsbH0sIlBhcmVudFN0eWxlIjpudWxsfSwiUGFyZW50U3R5bGUiOm51bGx9LCJIeXBlcmxpbmsiOm51bGwsIkJhc2VsaW5lRGF0YSI6eyIkaWQiOiIyODE3IiwiRGF0ZSI6IjIwMjUtMDYtMDJUMjM6NTk6MDAifSwiSW1wb3J0SWQiOiIifV0sIklkIjoiMDAwMDAwMDAtMDAwMC0wMDAwLTAwMDAtMDAwMDAwMDAwMDAwIiwiSXNTaW5nbGVJdGVtUm93Ijp0cnVlfSx7IiRpZCI6IjI4MTgiLCJfdGFza3MiOltdLCJfbWlsZXN0b25lcyI6W3siJGlkIjoiMjgxOSIsIklkIjoiYzdjMjQ0MzEtYjU3MC00OTE2LWFlNWQtYmRhNGZmZWI4YzQyIiwiSW5kZXgiOjM2LCJHcm91cElkIjpudWxsLCJUaXRsZSI6IkRWUiBvcmllbnRlcmluZyBpIGRpZ2l0YWxpc2VyaW5nc2JvYXJkIiwiRGF0ZVRpbWUiOiIyMDI1LTA2LTI3VDIzOjU5OjAwIiwiUGVyY2VudGFnZUNvbXBsZXRlIjpudWxsLCJOb3RlIjpudWxsLCJTdHlsZSI6eyIkaWQiOiIyODIwIiwiVGl0bGVQb3NpdGlvbiI6IlJpZ2h0IiwiRGF0ZVBvc2l0aW9uIjoiTGVmdCIsIlZhcmlhbmNlUG9zaXRpb24iOiJMZWZ0IiwiU2hhcGVUeXBlIjoyLCJTaGFwZVNpemUiOjEsIlNwYWNpbmciOjUsIlNoYXBlU3R5bGUiOnsiJGlkIjoiMjgyMSIsIk1hcmdpbiI6eyIkaWQiOiIyODIyIiwiVG9wIjowLjAsIkxlZnQiOjAuMCwiUmlnaHQiOjAuMCwiQm90dG9tIjowLjB9LCJQYWRkaW5nIjp7IiRpZCI6IjI4MjMiLCJUb3AiOjAuMCwiTGVmdCI6MC4wLCJSaWdodCI6MC4wLCJCb3R0b20iOjAuMH0sIkJhY2tncm91bmQiOnsiJGlkIjoiMjgyNCIsIkNvbG9yIjp7IiRpZCI6IjI4MjUiLCJBIjoyNTUsIlIiOjI2LCJHIjoxNzAsIkIiOjY2fX0sIklzVmlzaWJsZSI6dHJ1ZSwiV2lkdGgiOjEzLjAsIkhlaWdodCI6MTMuMCwiQm9yZGVyU3R5bGUiOnsiJGlkIjoiMjgyNiIsIkxpbmVDb2xvciI6eyIkaWQiOiIyODI3IiwiJHR5cGUiOiJOTFJFLkNvbW1vbi5Eb20uU29saWRDb2xvckJydXNoLCBOTFJFLkNvbW1vbiIsIkNvbG9yIjp7IiRpZCI6IjI4MjgiLCJBIjoyNTUsIlIiOjI1NSwiRyI6MCwiQiI6MH19LCJMaW5lV2VpZ2h0IjowLjAsIkxpbmVUeXBlIjowLCJQYXJlbnRTdHlsZSI6bnVsbH0sIlBhcmVudFN0eWxlIjpudWxsfSwiVGl0bGVTdHlsZSI6eyIkaWQiOiIyODI5IiwiRm9udFNldHRpbmdzIjp7IiRpZCI6IjI4MzAiLCJGb250U2l6ZSI6MTEsIkZvbnROYW1lIjoiQ2FsaWJyaSIsIklzQm9sZCI6dHJ1ZSwiSXNJdGFsaWMiOmZhbHNlLCJJc1VuZGVybGluZWQiOmZhbHNlLCJQYXJlbnRTdHlsZSI6bnVsbH0sIkF1dG9TaXplIjowLCJGb3JlZ3JvdW5kIjp7IiRpZCI6IjI4MzEiLCJDb2xvciI6eyIkaWQiOiIyODMy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4MzMiLCJUb3AiOjAuMCwiTGVmdCI6MC4wLCJSaWdodCI6MC4wLCJCb3R0b20iOjAuMH0sIlBhZGRpbmciOnsiJGlkIjoiMjgzNCIsIlRvcCI6MC4wLCJMZWZ0IjowLjAsIlJpZ2h0IjowLjAsIkJvdHRvbSI6MC4wfSwiQmFja2dyb3VuZCI6eyIkaWQiOiIyODM1IiwiQ29sb3IiOnsiJGlkIjoiMjgzNiIsIkEiOjAsIlIiOjI1NSwiRyI6MjU1LCJCIjoyNTV9fSwiSXNWaXNpYmxlIjp0cnVlLCJXaWR0aCI6MC4wLCJIZWlnaHQiOjAuMCwiQm9yZGVyU3R5bGUiOnsiJGlkIjoiMjgzNyIsIkxpbmVDb2xvciI6bnVsbCwiTGluZVdlaWdodCI6MC4wLCJMaW5lVHlwZSI6MCwiUGFyZW50U3R5bGUiOm51bGx9LCJQYXJlbnRTdHlsZSI6bnVsbH0sIkRhdGVTdHlsZSI6eyIkaWQiOiIyODM4IiwiRm9udFNldHRpbmdzIjp7IiRpZCI6IjI4MzkiLCJGb250U2l6ZSI6MTAsIkZvbnROYW1lIjoiQ2FsaWJyaSIsIklzQm9sZCI6ZmFsc2UsIklzSXRhbGljIjpmYWxzZSwiSXNVbmRlcmxpbmVkIjpmYWxzZSwiUGFyZW50U3R5bGUiOm51bGx9LCJBdXRvU2l6ZSI6MCwiRm9yZWdyb3VuZCI6eyIkaWQiOiIyODQwIiwiQ29sb3IiOnsiJGlkIjoiMjg0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jg0MiIsIlRvcCI6MC4wLCJMZWZ0IjowLjAsIlJpZ2h0IjowLjAsIkJvdHRvbSI6MC4wfSwiUGFkZGluZyI6eyIkaWQiOiIyODQzIiwiVG9wIjowLjAsIkxlZnQiOjAuMCwiUmlnaHQiOjAuMCwiQm90dG9tIjowLjB9LCJCYWNrZ3JvdW5kIjp7IiRpZCI6IjI4NDQiLCJDb2xvciI6eyIkaWQiOiIyODQ1IiwiQSI6MCwiUiI6MjU1LCJHIjoyNTUsIkIiOjI1NX19LCJJc1Zpc2libGUiOnRydWUsIldpZHRoIjowLjAsIkhlaWdodCI6MC4wLCJCb3JkZXJTdHlsZSI6eyIkaWQiOiIyODQ2IiwiTGluZUNvbG9yIjpudWxsLCJMaW5lV2VpZ2h0IjowLjAsIkxpbmVUeXBlIjowLCJQYXJlbnRTdHlsZSI6bnVsbH0sIlBhcmVudFN0eWxlIjpudWxsfSwiRGF0ZUZvcm1hdCI6eyIkaWQiOiIyODQ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DgiLCJGb3JtYXQiOjAsIklzVmlzaWJsZSI6ZmFsc2UsIkxhc3RLbm93blZpc2liaWxpdHlTdGF0ZSI6ZmFsc2V9LCJJc1Zpc2libGUiOnRydWUsIlZhcmlhbmNlU3R5bGUiOnsiJGlkIjoiMjg0OSIsIlRleHRTdHlsZSI6eyIkaWQiOiIyODUwIiwiRm9udFNldHRpbmdzIjp7IiRpZCI6IjI4NTEiLCJGb250U2l6ZSI6MTEsIkZvbnROYW1lIjoiQ2FsaWJyaSIsIklzQm9sZCI6ZmFsc2UsIklzSXRhbGljIjpmYWxzZSwiSXNVbmRlcmxpbmVkIjpmYWxzZSwiUGFyZW50U3R5bGUiOm51bGx9LCJBdXRvU2l6ZSI6MCwiRm9yZWdyb3VuZCI6eyIkaWQiOiIyODUyIiwiQ29sb3IiOnsiJGlkIjoiMjg1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ODU0IiwiVG9wIjowLjAsIkxlZnQiOjAuMCwiUmlnaHQiOjAuMCwiQm90dG9tIjowLjB9LCJQYWRkaW5nIjp7IiRpZCI6IjI4NTUiLCJUb3AiOjAuMCwiTGVmdCI6MC4wLCJSaWdodCI6MC4wLCJCb3R0b20iOjAuMH0sIkJhY2tncm91bmQiOnsiJGlkIjoiMjg1NiIsIkNvbG9yIjp7IiRpZCI6IjI4NTciLCJBIjowLCJSIjowLCJHIjowLCJCIjowfX0sIklzVmlzaWJsZSI6ZmFsc2UsIldpZHRoIjowLjAsIkhlaWdodCI6MC4wLCJCb3JkZXJTdHlsZSI6eyIkaWQiOiIyODU4IiwiTGluZUNvbG9yIjpudWxsLCJMaW5lV2VpZ2h0IjowLjAsIkxpbmVUeXBlIjowLCJQYXJlbnRTdHlsZSI6bnVsbH0sIlBhcmVudFN0eWxlIjpudWxsfSwiUGFyZW50U3R5bGUiOm51bGx9LCJQYXJlbnRTdHlsZSI6bnVsbH0sIkh5cGVybGluayI6bnVsbCwiQmFzZWxpbmVEYXRhIjp7IiRpZCI6IjI4NTkiLCJEYXRlIjoiMjAyNS0wNi0yN1QyMzo1OTowMCJ9LCJJbXBvcnRJZCI6IiJ9XSwiSWQiOiIwMDAwMDAwMC0wMDAwLTAwMDAtMDAwMC0wMDAwMDAwMDAwMDAiLCJJc1NpbmdsZUl0ZW1Sb3ciOnRydWV9LHsiJGlkIjoiMjg2MCIsIl90YXNrcyI6W3siJGlkIjoiMjg2MSIsIl9hdHRhY2hlZE1pbGVzdG9uZXMiOltdLCJUYXNrRGVmaW5pdGlvbiI6eyIkaWQiOiIyODYyIiwiR3JvdXBOYW1lIjpudWxsLCJTdGFydERhdGUiOiIyMDI1LTA3LTA0VDIzOjU5OjAwWiIsIkVuZERhdGUiOiIyMDI1LTA4LTI5VDIzOjU5OjAwWiIsIlBlcmNlbnRhZ2VDb21wbGV0ZSI6bnVsbCwiU3R5bGUiOnsiJGlkIjoiMjg2MyIsIlNoYXBlIjoyLCJTaGFwZVRoaWNrbmVzcyI6MCwiRHVyYXRpb25Gb3JtYXQiOjAsIkluY2x1ZGVOb25Xb3JraW5nRGF5c0luRHVyYXRpb24iOmZhbHNlLCJQZXJjZW50YWdlQ29tcGxldGVTdHlsZSI6eyIkaWQiOiIyODY0IiwiRm9udFNldHRpbmdzIjp7IiRpZCI6IjI4NjUiLCJGb250U2l6ZSI6MTAsIkZvbnROYW1lIjoiQ2FsaWJyaSIsIklzQm9sZCI6ZmFsc2UsIklzSXRhbGljIjpmYWxzZSwiSXNVbmRlcmxpbmVkIjpmYWxzZSwiUGFyZW50U3R5bGUiOm51bGx9LCJBdXRvU2l6ZSI6MCwiRm9yZWdyb3VuZCI6eyIkaWQiOiIyODY2IiwiQ29sb3IiOnsiJGlkIjoiMjg2N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4NjgiLCJUb3AiOjAuMCwiTGVmdCI6MC4wLCJSaWdodCI6MC4wLCJCb3R0b20iOjAuMH0sIlBhZGRpbmciOnsiJGlkIjoiMjg2OSIsIlRvcCI6MC4wLCJMZWZ0IjowLjAsIlJpZ2h0IjowLjAsIkJvdHRvbSI6MC4wfSwiQmFja2dyb3VuZCI6eyIkaWQiOiIyODcwIiwiQ29sb3IiOnsiJGlkIjoiMjg3MSIsIkEiOjg5LCJSIjowLCJHIjowLCJCIjowfX0sIklzVmlzaWJsZSI6dHJ1ZSwiV2lkdGgiOjAuMCwiSGVpZ2h0IjowLjAsIkJvcmRlclN0eWxlIjp7IiRpZCI6IjI4NzIiLCJMaW5lQ29sb3IiOm51bGwsIkxpbmVXZWlnaHQiOjAuMCwiTGluZVR5cGUiOjAsIlBhcmVudFN0eWxlIjpudWxsfSwiUGFyZW50U3R5bGUiOm51bGx9LCJEdXJhdGlvblN0eWxlIjp7IiRpZCI6IjI4NzMiLCJGb250U2V0dGluZ3MiOnsiJGlkIjoiMjg3NCIsIkZvbnRTaXplIjoxMCwiRm9udE5hbWUiOiJDYWxpYnJpIiwiSXNCb2xkIjpmYWxzZSwiSXNJdGFsaWMiOmZhbHNlLCJJc1VuZGVybGluZWQiOmZhbHNlLCJQYXJlbnRTdHlsZSI6bnVsbH0sIkF1dG9TaXplIjowLCJGb3JlZ3JvdW5kIjp7IiRpZCI6IjI4NzUiLCJDb2xvciI6eyIkaWQiOiIyODc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g3NyIsIlRvcCI6MC4wLCJMZWZ0IjowLjAsIlJpZ2h0IjowLjAsIkJvdHRvbSI6MC4wfSwiUGFkZGluZyI6eyIkaWQiOiIyODc4IiwiVG9wIjowLjAsIkxlZnQiOjAuMCwiUmlnaHQiOjAuMCwiQm90dG9tIjowLjB9LCJCYWNrZ3JvdW5kIjp7IiRpZCI6IjI4NzkiLCJDb2xvciI6eyIkaWQiOiIyODgwIiwiQSI6MCwiUiI6MCwiRyI6MCwiQiI6MH19LCJJc1Zpc2libGUiOnRydWUsIldpZHRoIjowLjAsIkhlaWdodCI6MC4wLCJCb3JkZXJTdHlsZSI6eyIkaWQiOiIyODgxIiwiTGluZUNvbG9yIjpudWxsLCJMaW5lV2VpZ2h0IjowLjAsIkxpbmVUeXBlIjowLCJQYXJlbnRTdHlsZSI6bnVsbH0sIlBhcmVudFN0eWxlIjpudWxsfSwiSG9yaXpvbnRhbENvbm5lY3RvclN0eWxlIjp7IiRpZCI6IjI4ODIiLCJMaW5lQ29sb3IiOnsiJGlkIjoiMjg4MyIsIiR0eXBlIjoiTkxSRS5Db21tb24uRG9tLlNvbGlkQ29sb3JCcnVzaCwgTkxSRS5Db21tb24iLCJDb2xvciI6eyIkaWQiOiIyODg0IiwiQSI6MjU1LCJSIjoyMDQsIkciOjIwNCwiQiI6MjA0fX0sIkxpbmVXZWlnaHQiOjEuMCwiTGluZVR5cGUiOjAsIlBhcmVudFN0eWxlIjpudWxsfSwiVmVydGljYWxDb25uZWN0b3JTdHlsZSI6eyIkaWQiOiIyODg1IiwiTGluZUNvbG9yIjp7IiRpZCI6IjI4ODYiLCIkdHlwZSI6Ik5MUkUuQ29tbW9uLkRvbS5Tb2xpZENvbG9yQnJ1c2gsIE5MUkUuQ29tbW9uIiwiQ29sb3IiOnsiJGlkIjoiMjg4Ny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WYXJpYW5jZVBvc2l0aW9uIjo2LCJTcGFjaW5nIjozLCJJc0JlbG93VGltZWJhbmQiOnRydWUsIlBlcmNlbnRhZ2VDb21wbGV0ZVNoYXBlT3BhY2l0eSI6MzUsIkJhc2VsaW5lU3R5bGUiOnsiJGlkIjoiMjg4OCIsIlNoYXBlU3R5bGUiOnsiJGlkIjoiMjg4OSIsIk1hcmdpbiI6eyIkaWQiOiIyODkwIiwiVG9wIjowLjAsIkxlZnQiOjAuMCwiUmlnaHQiOjAuMCwiQm90dG9tIjowLjB9LCJQYWRkaW5nIjp7IiRpZCI6IjI4OTEiLCJUb3AiOjAuMCwiTGVmdCI6MC4wLCJSaWdodCI6MC4wLCJCb3R0b20iOjAuMH0sIkJhY2tncm91bmQiOnsiJGlkIjoiMjg5MiIsIkNvbG9yIjp7IiRpZCI6IjI4OTMiLCJBIjoxNTMsIlIiOjAsIkciOjAsIkIiOjB9fSwiSXNWaXNpYmxlIjp0cnVlLCJXaWR0aCI6MC4wLCJIZWlnaHQiOjAuMCwiQm9yZGVyU3R5bGUiOm51bGwsIlBhcmVudFN0eWxlIjpudWxsfSwiTWFyZ2luIjp7IiRpZCI6IjI4OTQiLCJUb3AiOjAuMCwiTGVmdCI6MC4wLCJSaWdodCI6MC4wLCJCb3R0b20iOjAuMH0sIlBhZGRpbmciOnsiJGlkIjoiMjg5NSIsIlRvcCI6MC4wLCJMZWZ0IjowLjAsIlJpZ2h0IjowLjAsIkJvdHRvbSI6MC4wfSwiQmFja2dyb3VuZCI6bnVsbCwiSXNWaXNpYmxlIjp0cnVlLCJXaWR0aCI6MC4wLCJIZWlnaHQiOjAuMCwiQm9yZGVyU3R5bGUiOm51bGwsIlBhcmVudFN0eWxlIjpudWxsfSwiU2hhcGVTdHlsZSI6eyIkaWQiOiIyODk2IiwiTWFyZ2luIjp7IiRpZCI6IjI4OTciLCJUb3AiOjAuMCwiTGVmdCI6NC4wLCJSaWdodCI6NC4wLCJCb3R0b20iOjAuMH0sIlBhZGRpbmciOnsiJGlkIjoiMjg5OCIsIlRvcCI6MC4wLCJMZWZ0IjowLjAsIlJpZ2h0IjowLjAsIkJvdHRvbSI6MC4wfSwiQmFja2dyb3VuZCI6eyIkaWQiOiIyODk5IiwiQ29sb3IiOnsiJGlkIjoiMjkwMCIsIkEiOjI1NSwiUiI6MjYsIkciOjE3MCwiQiI6NjZ9fSwiSXNWaXNpYmxlIjp0cnVlLCJXaWR0aCI6MC4wLCJIZWlnaHQiOjEwLjAsIkJvcmRlclN0eWxlIjp7IiRpZCI6IjI5MDEiLCJMaW5lQ29sb3IiOnsiJGlkIjoiMjkwMiIsIiR0eXBlIjoiTkxSRS5Db21tb24uRG9tLlNvbGlkQ29sb3JCcnVzaCwgTkxSRS5Db21tb24iLCJDb2xvciI6eyIkaWQiOiIyOTAzIiwiQSI6MjU1LCJSIjoyNTUsIkciOjAsIkIiOjB9fSwiTGluZVdlaWdodCI6MC4wLCJMaW5lVHlwZSI6MCwiUGFyZW50U3R5bGUiOm51bGx9LCJQYXJlbnRTdHlsZSI6bnVsbH0sIlRpdGxlU3R5bGUiOnsiJGlkIjoiMjkwNCIsIkZvbnRTZXR0aW5ncyI6eyIkaWQiOiIyOTA1IiwiRm9udFNpemUiOjExLCJGb250TmFtZSI6IkNhbGlicmkiLCJJc0JvbGQiOnRydWUsIklzSXRhbGljIjpmYWxzZSwiSXNVbmRlcmxpbmVkIjpmYWxzZSwiUGFyZW50U3R5bGUiOm51bGx9LCJBdXRvU2l6ZSI6MCwiRm9yZWdyb3VuZCI6eyIkaWQiOiIyOTA2IiwiQ29sb3IiOnsiJGlkIjoiMjkwNy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yOTA4IiwiVG9wIjowLjAsIkxlZnQiOjAuMCwiUmlnaHQiOjAuMCwiQm90dG9tIjowLjB9LCJQYWRkaW5nIjp7IiRpZCI6IjI5MDkiLCJUb3AiOjAuMCwiTGVmdCI6MC4wLCJSaWdodCI6MC4wLCJCb3R0b20iOjAuMH0sIkJhY2tncm91bmQiOnsiJGlkIjoiMjkxMCIsIkNvbG9yIjp7IiRpZCI6IjI5MTEiLCJBIjowLCJSIjoyNTUsIkciOjI1NSwiQiI6MjU1fX0sIklzVmlzaWJsZSI6dHJ1ZSwiV2lkdGgiOjAuMCwiSGVpZ2h0IjowLjAsIkJvcmRlclN0eWxlIjp7IiRpZCI6IjI5MTIiLCJMaW5lQ29sb3IiOm51bGwsIkxpbmVXZWlnaHQiOjAuMCwiTGluZVR5cGUiOjAsIlBhcmVudFN0eWxlIjpudWxsfSwiUGFyZW50U3R5bGUiOm51bGx9LCJEYXRlU3R5bGUiOnsiJGlkIjoiMjkxMyIsIkZvbnRTZXR0aW5ncyI6eyIkaWQiOiIyOTE0IiwiRm9udFNpemUiOjEwLCJGb250TmFtZSI6IkNhbGlicmkiLCJJc0JvbGQiOmZhbHNlLCJJc0l0YWxpYyI6ZmFsc2UsIklzVW5kZXJsaW5lZCI6ZmFsc2UsIlBhcmVudFN0eWxlIjpudWxsfSwiQXV0b1NpemUiOjAsIkZvcmVncm91bmQiOnsiJGlkIjoiMjkxNSIsIkNvbG9yIjp7IiRpZCI6IjI5MTY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5MTciLCJUb3AiOjAuMCwiTGVmdCI6MC4wLCJSaWdodCI6MC4wLCJCb3R0b20iOjAuMH0sIlBhZGRpbmciOnsiJGlkIjoiMjkxOCIsIlRvcCI6MC4wLCJMZWZ0IjowLjAsIlJpZ2h0IjowLjAsIkJvdHRvbSI6MC4wfSwiQmFja2dyb3VuZCI6eyIkaWQiOiIyOTE5IiwiQ29sb3IiOnsiJGlkIjoiMjkyMCIsIkEiOjAsIlIiOjI1NSwiRyI6MjU1LCJCIjoyNTV9fSwiSXNWaXNpYmxlIjp0cnVlLCJXaWR0aCI6MC4wLCJIZWlnaHQiOjAuMCwiQm9yZGVyU3R5bGUiOnsiJGlkIjoiMjkyMSIsIkxpbmVDb2xvciI6bnVsbCwiTGluZVdlaWdodCI6MC4wLCJMaW5lVHlwZSI6MCwiUGFyZW50U3R5bGUiOm51bGx9LCJQYXJlbnRTdHlsZSI6bnVsbH0sIkRhdGVGb3JtYXQiOnsiJGlkIjoiMjky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TIzIiwiRm9ybWF0IjowLCJJc1Zpc2libGUiOmZhbHNlLCJMYXN0S25vd25WaXNpYmlsaXR5U3RhdGUiOmZhbHNlfSwiSXNWaXNpYmxlIjp0cnVlLCJWYXJpYW5jZVN0eWxlIjp7IiRpZCI6IjI5MjQiLCJUZXh0U3R5bGUiOnsiJGlkIjoiMjkyNSIsIkZvbnRTZXR0aW5ncyI6eyIkaWQiOiIyOTI2IiwiRm9udFNpemUiOjExLCJGb250TmFtZSI6IkNhbGlicmkiLCJJc0JvbGQiOmZhbHNlLCJJc0l0YWxpYyI6ZmFsc2UsIklzVW5kZXJsaW5lZCI6ZmFsc2UsIlBhcmVudFN0eWxlIjpudWxsfSwiQXV0b1NpemUiOjAsIkZvcmVncm91bmQiOnsiJGlkIjoiMjkyNyIsIkNvbG9yIjp7IiRpZCI6IjI5Mj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kyOSIsIlRvcCI6MC4wLCJMZWZ0IjowLjAsIlJpZ2h0IjowLjAsIkJvdHRvbSI6MC4wfSwiUGFkZGluZyI6eyIkaWQiOiIyOTMwIiwiVG9wIjowLjAsIkxlZnQiOjAuMCwiUmlnaHQiOjAuMCwiQm90dG9tIjowLjB9LCJCYWNrZ3JvdW5kIjp7IiRpZCI6IjI5MzEiLCJDb2xvciI6eyIkaWQiOiIyOTMyIiwiQSI6MCwiUiI6MCwiRyI6MCwiQiI6MH19LCJJc1Zpc2libGUiOnRydWUsIldpZHRoIjowLjAsIkhlaWdodCI6MC4wLCJCb3JkZXJTdHlsZSI6eyIkaWQiOiIyOTMzIiwiTGluZUNvbG9yIjpudWxsLCJMaW5lV2VpZ2h0IjowLjAsIkxpbmVUeXBlIjowLCJQYXJlbnRTdHlsZSI6bnVsbH0sIlBhcmVudFN0eWxlIjpudWxsfSwiUGFyZW50U3R5bGUiOm51bGx9LCJQYXJlbnRTdHlsZSI6bnVsbH0sIkluZGV4IjozNywiU21hcnREdXJhdGlvbkFjdGl2YXRlZCI6ZmFsc2UsIkRhdGVGb3JtYXQiOnsiJHJlZiI6IjI5MjIifSwiV2Vla051bWJlcmluZyI6eyIkaWQiOiIyOTM0IiwiRm9ybWF0IjowLCJJc1Zpc2libGUiOmZhbHNlLCJMYXN0S25vd25WaXNpYmlsaXR5U3RhdGUiOmZhbHNlfSwiQmFzZWxpbmVEYXRhIjp7IiRpZCI6IjI5MzUiLCJTdGFydERhdGUiOiIyMDI1LTA3LTA0VDIzOjU5OjAwWiIsIkVuZERhdGUiOiIyMDI1LTA4LTI5VDIzOjU5OjAwWiJ9LCJJZCI6ImIzOWU4MzllLTYwNmQtNGQ0Mi1iYjJjLTg5YjQ4NjkwNTU0NyIsIkltcG9ydElkIjpudWxsLCJUaXRsZSI6IlVkYnVkc2Zvcm0gb2cgZ29ka2VuZGVsc2Ugb20gZ2VubmVtZsO4cmVsc2VzZmFzZW4gaSBEaWdpdGFsaXNlcmluZ3Nib2FyZGV0IiwiTm90ZSI6bnVsbCwiSHlwZXJsaW5rIjp7IiRpZCI6IjI5MzYiLCJBZGRyZXNzIjoiIiwiU3ViQWRkcmVzcyI6IiJ9LCJJc0NoYW5nZWQiOmZhbHNlLCJJc05ldyI6ZmFsc2V9fV0sIl9taWxlc3RvbmVzIjpbXSwiSWQiOiIwMDAwMDAwMC0wMDAwLTAwMDAtMDAwMC0wMDAwMDAwMDAwMDAiLCJJc1NpbmdsZUl0ZW1Sb3ciOnRydWV9XSwiSW5kZXgiOjMxLCJJZCI6ImQ4YWE3OTQ1LTRiMzgtNDdlNS05NmI2LTYyMzZlNzM4MjM0ZSIsIkhlYWRlclRleHQiOm51bGwsIklzRGVmYXVsdCI6dHJ1ZSwiU3R5bGUiOnsiJGlkIjoiMjkzNyIsIkhlYWRlclN0eWxlIjp7IiRpZCI6IjI5MzgiLCJUZXh0U3R5bGUiOnsiJGlkIjoiMjkzOSIsIkZvbnRTZXR0aW5ncyI6eyIkaWQiOiIyOTQwIiwiRm9udFNpemUiOjExLCJGb250TmFtZSI6IkNhbGlicmkiLCJJc0JvbGQiOmZhbHNlLCJJc0l0YWxpYyI6ZmFsc2UsIklzVW5kZXJsaW5lZCI6ZmFsc2UsIlBhcmVudFN0eWxlIjpudWxsfSwiQXV0b1NpemUiOjIsIkZvcmVncm91bmQiOnsiJGlkIjoiMjk0MSIsIkNvbG9yIjp7IiRpZCI6IjI5NDIiLCJBIjoyNTUsIlIiOjAsIkciOjAsIkIiOjB9fSwiTWF4V2lkdGgiOjAuMCwiTWF4SGVpZ2h0IjoiSW5maW5pdHkiLCJTbWFydEZvcmVncm91bmRJc0FjdGl2ZSI6ZmFsc2UsIkhvcml6b250YWxBbGlnbm1lbnQiOjAsIlZlcnRpY2FsQWxpZ25tZW50IjowLCJTbWFydEZvcmVncm91bmQiOm51bGwsIkJhY2tncm91bmRGaWxsVHlwZSI6MCwiTWFyZ2luIjp7IiRpZCI6IjI5NDMiLCJUb3AiOjAuMCwiTGVmdCI6MC4wLCJSaWdodCI6MC4wLCJCb3R0b20iOjAuMH0sIlBhZGRpbmciOnsiJGlkIjoiMjk0NCIsIlRvcCI6MC4wLCJMZWZ0IjowLjAsIlJpZ2h0IjowLjAsIkJvdHRvbSI6MC4wfSwiQmFja2dyb3VuZCI6bnVsbCwiSXNWaXNpYmxlIjp0cnVlLCJXaWR0aCI6MC4wLCJIZWlnaHQiOjAuMCwiQm9yZGVyU3R5bGUiOm51bGwsIlBhcmVudFN0eWxlIjpudWxsfSwiUmVjdGFuZ2xlU3R5bGUiOnsiJGlkIjoiMjk0NSIsIk1hcmdpbiI6eyIkaWQiOiIyOTQ2IiwiVG9wIjowLjAsIkxlZnQiOjAuMCwiUmlnaHQiOjAuMCwiQm90dG9tIjowLjB9LCJQYWRkaW5nIjp7IiRpZCI6IjI5NDciLCJUb3AiOjAuMCwiTGVmdCI6MC4wLCJSaWdodCI6MC4wLCJCb3R0b20iOjAuMH0sIkJhY2tncm91bmQiOnsiJGlkIjoiMjk0OCIsIkNvbG9yIjp7IiRpZCI6IjI5NDkiLCJBIjo2MywiUiI6NzgsIkciOjkxLCJCIjo5N319LCJJc1Zpc2libGUiOnRydWUsIldpZHRoIjowLjAsIkhlaWdodCI6MC4wLCJCb3JkZXJTdHlsZSI6eyIkaWQiOiIyOTUwIiwiTGluZUNvbG9yIjp7IiRpZCI6IjI5NTEiLCIkdHlwZSI6Ik5MUkUuQ29tbW9uLkRvbS5Tb2xpZENvbG9yQnJ1c2gsIE5MUkUuQ29tbW9uIiwiQ29sb3IiOnsiJGlkIjoiMjk1MiIsIkEiOjI1NSwiUiI6MjU1LCJHIjowLCJCIjowfX0sIkxpbmVXZWlnaHQiOjAuMCwiTGluZVR5cGUiOjAsIlBhcmVudFN0eWxlIjpudWxsfSwiUGFyZW50U3R5bGUiOm51bGx9LCJNYXJnaW4iOnsiJGlkIjoiMjk1MyIsIlRvcCI6MC4wLCJMZWZ0IjowLjAsIlJpZ2h0IjowLjAsIkJvdHRvbSI6MC4wfSwiUGFkZGluZyI6eyIkaWQiOiIyOTU0IiwiVG9wIjowLjAsIkxlZnQiOjAuMCwiUmlnaHQiOjAuMCwiQm90dG9tIjowLjB9LCJCYWNrZ3JvdW5kIjpudWxsLCJJc1Zpc2libGUiOnRydWUsIldpZHRoIjowLjAsIkhlaWdodCI6MC4wLCJCb3JkZXJTdHlsZSI6bnVsbCwiUGFyZW50U3R5bGUiOm51bGx9LCJCYWNrZ3JvdW5kU3R5bGUiOnsiJGlkIjoiMjk1NSIsIk1hcmdpbiI6eyIkaWQiOiIyOTU2IiwiVG9wIjowLjAsIkxlZnQiOjAuMCwiUmlnaHQiOjAuMCwiQm90dG9tIjowLjB9LCJQYWRkaW5nIjp7IiRpZCI6IjI5NTciLCJUb3AiOjAuMCwiTGVmdCI6MC4wLCJSaWdodCI6MC4wLCJCb3R0b20iOjAuMH0sIkJhY2tncm91bmQiOnsiJGlkIjoiMjk1OCIsIkNvbG9yIjp7IiRpZCI6IjI5NTkiLCJBIjo1MSwiUiI6MTE1LCJHIjoxMTUsIkIiOjExNX19LCJJc1Zpc2libGUiOnRydWUsIldpZHRoIjowLjAsIkhlaWdodCI6MC4wLCJCb3JkZXJTdHlsZSI6eyIkaWQiOiIyOTYwIiwiTGluZUNvbG9yIjp7IiRpZCI6IjI5NjEiLCIkdHlwZSI6Ik5MUkUuQ29tbW9uLkRvbS5Tb2xpZENvbG9yQnJ1c2gsIE5MUkUuQ29tbW9uIiwiQ29sb3IiOnsiJGlkIjoiMjk2MiIsIkEiOjI1NSwiUiI6MjM0LCJHIjoyMiwiQiI6MzB9fSwiTGluZVdlaWdodCI6MC4wLCJMaW5lVHlwZSI6MCwiUGFyZW50U3R5bGUiOm51bGx9LCJQYXJlbnRTdHlsZSI6bnVsbH0sIk1hcmdpbiI6eyIkaWQiOiIyOTYzIiwiVG9wIjowLjAsIkxlZnQiOjAuMCwiUmlnaHQiOjAuMCwiQm90dG9tIjowLjB9LCJQYWRkaW5nIjp7IiRpZCI6IjI5NjQiLCJUb3AiOjAuMCwiTGVmdCI6MC4wLCJSaWdodCI6MC4wLCJCb3R0b20iOjAuMH0sIklzVmlzaWJsZSI6dHJ1ZSwiV2lkdGgiOjAuMCwiSGVpZ2h0IjowLjAsIkJvcmRlclN0eWxlIjp7IiRpZCI6IjI5NjUiLCJMaW5lQ29sb3IiOm51bGwsIkxpbmVXZWlnaHQiOjAuMCwiTGluZVR5cGUiOjAsIlBhcmVudFN0eWxlIjpudWxsfSwiUGFyZW50U3R5bGUiOm51bGx9fV0sIklkIjoiZmUxMWE3YWQtZDRlNy00YTE1LWEzYTItMjNjNTg3OWI1ZTE3IiwiSW5kZXgiOjMxLCJIZWFkZXJUZXh0IjoiRsOmcmRpZ2fDuHJlbHNlIGFmIGFuYWx5c2UiLCJTdHlsZSI6eyIkaWQiOiIyOTY2IiwiU3R5bGVJZCI6IjAwMDAwMDAwLTAwMDAtMDAwMC0wMDAwLTAwMDAwMDAwMDAwMCIsIkhlYWRlclN0eWxlIjp7IiRpZCI6IjI5NjciLCJUZXh0SXNWZXJ0aWNhbCI6ZmFsc2UsIlRleHRTdHlsZSI6eyIkaWQiOiIyOTY4IiwiRm9udFNldHRpbmdzIjp7IiRpZCI6IjI5NjkiLCJGb250U2l6ZSI6MTIsIkZvbnROYW1lIjoiQ2FsaWJyaSIsIklzQm9sZCI6ZmFsc2UsIklzSXRhbGljIjpmYWxzZSwiSXNVbmRlcmxpbmVkIjpmYWxzZSwiUGFyZW50U3R5bGUiOm51bGx9LCJBdXRvU2l6ZSI6MiwiRm9yZWdyb3VuZCI6eyIkaWQiOiIyOTcwIiwiQ29sb3IiOnsiJGlkIjoiMjk3MS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5NzIiLCJUb3AiOjAuMCwiTGVmdCI6MC4wLCJSaWdodCI6MC4wLCJCb3R0b20iOjAuMH0sIlBhZGRpbmciOnsiJGlkIjoiMjk3MyIsIlRvcCI6MC4wLCJMZWZ0IjowLjAsIlJpZ2h0IjowLjAsIkJvdHRvbSI6MC4wfSwiQmFja2dyb3VuZCI6bnVsbCwiSXNWaXNpYmxlIjp0cnVlLCJXaWR0aCI6MC4wLCJIZWlnaHQiOjAuMCwiQm9yZGVyU3R5bGUiOm51bGwsIlBhcmVudFN0eWxlIjpudWxsfSwiUmVjdGFuZ2xlU3R5bGUiOnsiJGlkIjoiMjk3NCIsIk1hcmdpbiI6eyIkaWQiOiIyOTc1IiwiVG9wIjowLjAsIkxlZnQiOjAuMCwiUmlnaHQiOjAuMCwiQm90dG9tIjowLjB9LCJQYWRkaW5nIjp7IiRpZCI6IjI5NzYiLCJUb3AiOjAuMCwiTGVmdCI6MC4wLCJSaWdodCI6MC4wLCJCb3R0b20iOjAuMH0sIkJhY2tncm91bmQiOnsiJGlkIjoiMjk3NyIsIkNvbG9yIjp7IiRpZCI6IjI5NzgiLCJBIjoyNTUsIlIiOjc4LCJHIjo5MSwiQiI6OTd9fSwiSXNWaXNpYmxlIjp0cnVlLCJXaWR0aCI6MC4wLCJIZWlnaHQiOjAuMCwiQm9yZGVyU3R5bGUiOnsiJGlkIjoiMjk3OSIsIkxpbmVDb2xvciI6eyIkaWQiOiIyOTgwIiwiJHR5cGUiOiJOTFJFLkNvbW1vbi5Eb20uU29saWRDb2xvckJydXNoLCBOTFJFLkNvbW1vbiIsIkNvbG9yIjp7IiRpZCI6IjI5ODEiLCJBIjoyNTUsIlIiOjI1NSwiRyI6MCwiQiI6MH19LCJMaW5lV2VpZ2h0IjowLjAsIkxpbmVUeXBlIjowLCJQYXJlbnRTdHlsZSI6bnVsbH0sIlBhcmVudFN0eWxlIjpudWxsfSwiTWFyZ2luIjp7IiRpZCI6IjI5ODIiLCJUb3AiOjAuMCwiTGVmdCI6MC4wLCJSaWdodCI6MC4wLCJCb3R0b20iOjAuMH0sIlBhZGRpbmciOnsiJGlkIjoiMjk4MyIsIlRvcCI6MC4wLCJMZWZ0IjowLjAsIlJpZ2h0IjowLjAsIkJvdHRvbSI6MC4wfSwiQmFja2dyb3VuZCI6bnVsbCwiSXNWaXNpYmxlIjp0cnVlLCJXaWR0aCI6MC4wLCJIZWlnaHQiOjAuMCwiQm9yZGVyU3R5bGUiOm51bGwsIlBhcmVudFN0eWxlIjpudWxsfSwiQmFja2dyb3VuZFN0eWxlIjp7IiRpZCI6IjI5ODQiLCJNYXJnaW4iOnsiJGlkIjoiMjk4NSIsIlRvcCI6MC4wLCJMZWZ0IjowLjAsIlJpZ2h0IjowLjAsIkJvdHRvbSI6MC4wfSwiUGFkZGluZyI6eyIkaWQiOiIyOTg2IiwiVG9wIjowLjAsIkxlZnQiOjAuMCwiUmlnaHQiOjAuMCwiQm90dG9tIjowLjB9LCJCYWNrZ3JvdW5kIjp7IiRpZCI6IjI5ODciLCJDb2xvciI6eyIkaWQiOiIyOTg4IiwiQSI6NTEsIlIiOjExNSwiRyI6MTE1LCJCIjoxMTV9fSwiSXNWaXNpYmxlIjp0cnVlLCJXaWR0aCI6MC4wLCJIZWlnaHQiOjAuMCwiQm9yZGVyU3R5bGUiOnsiJGlkIjoiMjk4OSIsIkxpbmVDb2xvciI6eyIkaWQiOiIyOTkwIiwiJHR5cGUiOiJOTFJFLkNvbW1vbi5Eb20uU29saWRDb2xvckJydXNoLCBOTFJFLkNvbW1vbiIsIkNvbG9yIjp7IiRpZCI6IjI5OTEiLCJBIjoyNTUsIlIiOjI1NSwiRyI6MCwiQiI6MH19LCJMaW5lV2VpZ2h0IjowLjAsIkxpbmVUeXBlIjowLCJQYXJlbnRTdHlsZSI6bnVsbH0sIlBhcmVudFN0eWxlIjpudWxsfSwiSXNBYm92ZVRpbWViYW5kIjpmYWxzZSwiU3BhY2luZyI6MSwiRGVmYXVsdFN3aW1sYW5lVGFza1N0eWxlIjp7IiRpZCI6IjI5OTIiLCIkdHlwZSI6Ik5MUkUuQ29tbW9uLkRvbS5TdHlsZXMuRXhwbGljaXRTZXRhYmxlVGFza1N0eWxlLCBOTFJFLkNvbW1vbiIsIlNoYXBlIjoxLCJTaGFwZVRoaWNrbmVzcyI6MCwiRHVyYXRpb25Gb3JtYXQiOjAsIkluY2x1ZGVOb25Xb3JraW5nRGF5c0luRHVyYXRpb24iOmZhbHNlLCJQZXJjZW50YWdlQ29tcGxldGVTdHlsZSI6eyIkaWQiOiIyOTkzIiwiRm9udFNldHRpbmdzIjp7IiRpZCI6IjI5OTQiLCJGb250U2l6ZSI6MTAsIkZvbnROYW1lIjoiQ2FsaWJyaSIsIklzQm9sZCI6ZmFsc2UsIklzSXRhbGljIjpmYWxzZSwiSXNVbmRlcmxpbmVkIjpmYWxzZSwiUGFyZW50U3R5bGUiOm51bGx9LCJBdXRvU2l6ZSI6MCwiRm9yZWdyb3VuZCI6eyIkaWQiOiIyOTk1IiwiQ29sb3IiOnsiJGlkIjoiMjk5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5OTciLCJUb3AiOjAuMCwiTGVmdCI6MC4wLCJSaWdodCI6MC4wLCJCb3R0b20iOjAuMH0sIlBhZGRpbmciOnsiJGlkIjoiMjk5OCIsIlRvcCI6MC4wLCJMZWZ0IjowLjAsIlJpZ2h0IjowLjAsIkJvdHRvbSI6MC4wfSwiQmFja2dyb3VuZCI6eyIkaWQiOiIyOTk5IiwiQ29sb3IiOnsiJGlkIjoiMzAwMCIsIkEiOjg5LCJSIjowLCJHIjowLCJCIjowfX0sIklzVmlzaWJsZSI6dHJ1ZSwiV2lkdGgiOjAuMCwiSGVpZ2h0IjowLjAsIkJvcmRlclN0eWxlIjp7IiRpZCI6IjMwMDEiLCJMaW5lQ29sb3IiOm51bGwsIkxpbmVXZWlnaHQiOjAuMCwiTGluZVR5cGUiOjAsIlBhcmVudFN0eWxlIjpudWxsfSwiUGFyZW50U3R5bGUiOm51bGx9LCJEdXJhdGlvblN0eWxlIjp7IiRpZCI6IjMwMDIiLCJGb250U2V0dGluZ3MiOnsiJGlkIjoiMzAwMyIsIkZvbnRTaXplIjoxMCwiRm9udE5hbWUiOiJDYWxpYnJpIiwiSXNCb2xkIjpmYWxzZSwiSXNJdGFsaWMiOmZhbHNlLCJJc1VuZGVybGluZWQiOmZhbHNlLCJQYXJlbnRTdHlsZSI6bnVsbH0sIkF1dG9TaXplIjowLCJGb3JlZ3JvdW5kIjp7IiRpZCI6IjMwMDQiLCJDb2xvciI6eyIkaWQiOiIzMDA1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AwNiIsIlRvcCI6MC4wLCJMZWZ0IjowLjAsIlJpZ2h0IjowLjAsIkJvdHRvbSI6MC4wfSwiUGFkZGluZyI6eyIkaWQiOiIzMDA3IiwiVG9wIjowLjAsIkxlZnQiOjAuMCwiUmlnaHQiOjAuMCwiQm90dG9tIjowLjB9LCJCYWNrZ3JvdW5kIjp7IiRpZCI6IjMwMDgiLCJDb2xvciI6eyIkaWQiOiIzMDA5IiwiQSI6MCwiUiI6MCwiRyI6MCwiQiI6MH19LCJJc1Zpc2libGUiOnRydWUsIldpZHRoIjowLjAsIkhlaWdodCI6MC4wLCJCb3JkZXJTdHlsZSI6eyIkaWQiOiIzMDEwIiwiTGluZUNvbG9yIjpudWxsLCJMaW5lV2VpZ2h0IjowLjAsIkxpbmVUeXBlIjowLCJQYXJlbnRTdHlsZSI6bnVsbH0sIlBhcmVudFN0eWxlIjpudWxsfSwiSG9yaXpvbnRhbENvbm5lY3RvclN0eWxlIjp7IiRpZCI6IjMwMTEiLCJMaW5lQ29sb3IiOnsiJGlkIjoiMzAxMiIsIiR0eXBlIjoiTkxSRS5Db21tb24uRG9tLlNvbGlkQ29sb3JCcnVzaCwgTkxSRS5Db21tb24iLCJDb2xvciI6eyIkaWQiOiIzMDEzIiwiQSI6MjU1LCJSIjoyMDQsIkciOjIwNCwiQiI6MjA0fX0sIkxpbmVXZWlnaHQiOjEuMCwiTGluZVR5cGUiOjAsIlBhcmVudFN0eWxlIjpudWxsfSwiVmVydGljYWxDb25uZWN0b3JTdHlsZSI6eyIkaWQiOiIzMDE0IiwiTGluZUNvbG9yIjp7IiRpZCI6IjMwMTUiLCIkdHlwZSI6Ik5MUkUuQ29tbW9uLkRvbS5Tb2xpZENvbG9yQnJ1c2gsIE5MUkUuQ29tbW9uIiwiQ29sb3IiOnsiJGlkIjoiMzAxNi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VmFyaWFuY2VQb3NpdGlvbiI6NiwiU3BhY2luZyI6MywiSXNCZWxvd1RpbWViYW5kIjp0cnVlLCJQZXJjZW50YWdlQ29tcGxldGVTaGFwZU9wYWNpdHkiOjM1LCJCYXNlbGluZVN0eWxlIjp7IiRpZCI6IjMwMTciLCJTaGFwZVN0eWxlIjp7IiRpZCI6IjMwMTgiLCJNYXJnaW4iOnsiJGlkIjoiMzAxOSIsIlRvcCI6MC4wLCJMZWZ0IjowLjAsIlJpZ2h0IjowLjAsIkJvdHRvbSI6MC4wfSwiUGFkZGluZyI6eyIkaWQiOiIzMDIwIiwiVG9wIjowLjAsIkxlZnQiOjAuMCwiUmlnaHQiOjAuMCwiQm90dG9tIjowLjB9LCJCYWNrZ3JvdW5kIjp7IiRpZCI6IjMwMjEiLCJDb2xvciI6eyIkaWQiOiIzMDIyIiwiQSI6MTUzLCJSIjowLCJHIjowLCJCIjowfX0sIklzVmlzaWJsZSI6dHJ1ZSwiV2lkdGgiOjAuMCwiSGVpZ2h0IjowLjAsIkJvcmRlclN0eWxlIjp7IiRpZCI6IjMwMjMiLCJMaW5lQ29sb3IiOm51bGwsIkxpbmVXZWlnaHQiOjAuMCwiTGluZVR5cGUiOjAsIlBhcmVudFN0eWxlIjpudWxsfSwiUGFyZW50U3R5bGUiOm51bGx9LCJNYXJnaW4iOnsiJGlkIjoiMzAyNCIsIlRvcCI6MC4wLCJMZWZ0IjowLjAsIlJpZ2h0IjowLjAsIkJvdHRvbSI6MC4wfSwiUGFkZGluZyI6eyIkaWQiOiIzMDI1IiwiVG9wIjowLjAsIkxlZnQiOjAuMCwiUmlnaHQiOjAuMCwiQm90dG9tIjowLjB9LCJCYWNrZ3JvdW5kIjpudWxsLCJJc1Zpc2libGUiOnRydWUsIldpZHRoIjowLjAsIkhlaWdodCI6MC4wLCJCb3JkZXJTdHlsZSI6bnVsbCwiUGFyZW50U3R5bGUiOm51bGx9LCJTaGFwZVN0eWxlIjp7IiRpZCI6IjMwMjYiLCJNYXJnaW4iOnsiJGlkIjoiMzAyNyIsIlRvcCI6MC4wLCJMZWZ0Ijo0LjAsIlJpZ2h0Ijo0LjAsIkJvdHRvbSI6MC4wfSwiUGFkZGluZyI6eyIkaWQiOiIzMDI4IiwiVG9wIjowLjAsIkxlZnQiOjAuMCwiUmlnaHQiOjAuMCwiQm90dG9tIjowLjB9LCJCYWNrZ3JvdW5kIjp7IiRpZCI6IjMwMjkiLCJDb2xvciI6eyIkaWQiOiIzMDMwIiwiQSI6MjU1LCJSIjoyNiwiRyI6MTcwLCJCIjo2Nn19LCJJc1Zpc2libGUiOnRydWUsIldpZHRoIjowLjAsIkhlaWdodCI6MTAuMCwiQm9yZGVyU3R5bGUiOnsiJGlkIjoiMzAzMSIsIkxpbmVDb2xvciI6eyIkaWQiOiIzMDMyIiwiJHR5cGUiOiJOTFJFLkNvbW1vbi5Eb20uU29saWRDb2xvckJydXNoLCBOTFJFLkNvbW1vbiIsIkNvbG9yIjp7IiRpZCI6IjMwMzMiLCJBIjoyNTUsIlIiOjIzNCwiRyI6MjIsIkIiOjMwfX0sIkxpbmVXZWlnaHQiOjAuMCwiTGluZVR5cGUiOjAsIlBhcmVudFN0eWxlIjpudWxsfSwiUGFyZW50U3R5bGUiOm51bGx9LCJUaXRsZVN0eWxlIjp7IiRpZCI6IjMwMzQiLCJGb250U2V0dGluZ3MiOnsiJGlkIjoiMzAzNSIsIkZvbnRTaXplIjoxMSwiRm9udE5hbWUiOiJDYWxpYnJpIiwiSXNCb2xkIjp0cnVlLCJJc0l0YWxpYyI6ZmFsc2UsIklzVW5kZXJsaW5lZCI6ZmFsc2UsIlBhcmVudFN0eWxlIjpudWxsfSwiQXV0b1NpemUiOjAsIkZvcmVncm91bmQiOnsiJGlkIjoiMzAzNiIsIkNvbG9yIjp7IiRpZCI6IjMwMzc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AzOCIsIlRvcCI6MC4wLCJMZWZ0IjowLjAsIlJpZ2h0IjowLjAsIkJvdHRvbSI6MC4wfSwiUGFkZGluZyI6eyIkaWQiOiIzMDM5IiwiVG9wIjowLjAsIkxlZnQiOjAuMCwiUmlnaHQiOjAuMCwiQm90dG9tIjowLjB9LCJCYWNrZ3JvdW5kIjp7IiRpZCI6IjMwNDAiLCJDb2xvciI6eyIkaWQiOiIzMDQxIiwiQSI6MCwiUiI6MjU1LCJHIjoyNTUsIkIiOjI1NX19LCJJc1Zpc2libGUiOnRydWUsIldpZHRoIjowLjAsIkhlaWdodCI6MC4wLCJCb3JkZXJTdHlsZSI6eyIkaWQiOiIzMDQyIiwiTGluZUNvbG9yIjpudWxsLCJMaW5lV2VpZ2h0IjowLjAsIkxpbmVUeXBlIjowLCJQYXJlbnRTdHlsZSI6bnVsbH0sIlBhcmVudFN0eWxlIjpudWxsfSwiRGF0ZVN0eWxlIjp7IiRpZCI6IjMwNDMiLCJGb250U2V0dGluZ3MiOnsiJGlkIjoiMzA0NCIsIkZvbnRTaXplIjoxMCwiRm9udE5hbWUiOiJDYWxpYnJpIiwiSXNCb2xkIjpmYWxzZSwiSXNJdGFsaWMiOmZhbHNlLCJJc1VuZGVybGluZWQiOmZhbHNlLCJQYXJlbnRTdHlsZSI6bnVsbH0sIkF1dG9TaXplIjowLCJGb3JlZ3JvdW5kIjp7IiRpZCI6IjMwNDUiLCJDb2xvciI6eyIkaWQiOiIzMDQ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MDQ3IiwiVG9wIjowLjAsIkxlZnQiOjAuMCwiUmlnaHQiOjAuMCwiQm90dG9tIjowLjB9LCJQYWRkaW5nIjp7IiRpZCI6IjMwNDgiLCJUb3AiOjAuMCwiTGVmdCI6MC4wLCJSaWdodCI6MC4wLCJCb3R0b20iOjAuMH0sIkJhY2tncm91bmQiOnsiJGlkIjoiMzA0OSIsIkNvbG9yIjp7IiRpZCI6IjMwNTAiLCJBIjowLCJSIjowLCJHIjowLCJCIjowfX0sIklzVmlzaWJsZSI6dHJ1ZSwiV2lkdGgiOjAuMCwiSGVpZ2h0IjowLjAsIkJvcmRlclN0eWxlIjp7IiRpZCI6IjMwNTEiLCJMaW5lQ29sb3IiOm51bGwsIkxpbmVXZWlnaHQiOjAuMCwiTGluZVR5cGUiOjAsIlBhcmVudFN0eWxlIjpudWxsfSwiUGFyZW50U3R5bGUiOm51bGx9LCJEYXRlRm9ybWF0Ijp7IiRpZCI6IjMwNT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A1MyIsIkZvcm1hdCI6MCwiSXNWaXNpYmxlIjpmYWxzZSwiTGFzdEtub3duVmlzaWJpbGl0eVN0YXRlIjpmYWxzZX0sIklzVmlzaWJsZSI6dHJ1ZSwiVmFyaWFuY2VTdHlsZSI6eyIkaWQiOiIzMDU0IiwiVGV4dFN0eWxlIjp7IiRpZCI6IjMwNTUiLCJGb250U2V0dGluZ3MiOnsiJGlkIjoiMzA1NiIsIkZvbnRTaXplIjoxMSwiRm9udE5hbWUiOiJDYWxpYnJpIiwiSXNCb2xkIjpmYWxzZSwiSXNJdGFsaWMiOmZhbHNlLCJJc1VuZGVybGluZWQiOmZhbHNlLCJQYXJlbnRTdHlsZSI6bnVsbH0sIkF1dG9TaXplIjowLCJGb3JlZ3JvdW5kIjp7IiRpZCI6IjMwNTciLCJDb2xvciI6eyIkaWQiOiIzMDU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wNTkiLCJUb3AiOjAuMCwiTGVmdCI6MC4wLCJSaWdodCI6MC4wLCJCb3R0b20iOjAuMH0sIlBhZGRpbmciOnsiJGlkIjoiMzA2MCIsIlRvcCI6MC4wLCJMZWZ0IjowLjAsIlJpZ2h0IjowLjAsIkJvdHRvbSI6MC4wfSwiQmFja2dyb3VuZCI6eyIkaWQiOiIzMDYxIiwiQ29sb3IiOnsiJGlkIjoiMzA2MiIsIkEiOjAsIlIiOjAsIkciOjAsIkIiOjB9fSwiSXNWaXNpYmxlIjp0cnVlLCJXaWR0aCI6MC4wLCJIZWlnaHQiOjAuMCwiQm9yZGVyU3R5bGUiOnsiJGlkIjoiMzA2MyIsIkxpbmVDb2xvciI6bnVsbCwiTGluZVdlaWdodCI6MC4wLCJMaW5lVHlwZSI6MCwiUGFyZW50U3R5bGUiOm51bGx9LCJQYXJlbnRTdHlsZSI6bnVsbH0sIlBhcmVudFN0eWxlIjpudWxsfSwiUGFyZW50U3R5bGUiOm51bGwsIl9leHBsaWNpdGx5U2V0Ijp7IiRpZCI6IjMwNjQ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zMDY1IiwiU2hhcGUiOjIsIkNvbm5lY3Rvck1hcmdpbiI6eyIkaWQiOiIzMDY2IiwiVG9wIjowLjAsIkxlZnQiOjIuMCwiUmlnaHQiOjIuMCwiQm90dG9tIjowLjB9LCJDb25uZWN0b3JTdHlsZSI6eyIkaWQiOiIzMDY3IiwiTGluZUNvbG9yIjp7IiRpZCI6IjMwNjgiLCIkdHlwZSI6Ik5MUkUuQ29tbW9uLkRvbS5Tb2xpZENvbG9yQnJ1c2gsIE5MUkUuQ29tbW9uIiwiQ29sb3IiOnsiJGlkIjoiMzA2OSIsIkEiOjEyNywiUiI6NzksIkciOjEyOSwiQiI6MTg5fX0sIkxpbmVXZWlnaHQiOjEuMCwiTGluZVR5cGUiOjAsIlBhcmVudFN0eWxlIjpudWxsfSwiSXNCZWxvd1RpbWViYW5kIjpmYWxzZSwiUG9zaXRpb25PblRhc2siOjEsIkhpZGVEYXRlIjpmYWxzZSwiU2hhcGVTaXplIjoxLCJTcGFjaW5nIjowLjAsIlBhZGRpbmciOnsiJGlkIjoiMzA3MCIsIlRvcCI6NS4wLCJMZWZ0IjozLjAsIlJpZ2h0IjowLjAsIkJvdHRvbSI6Mi4wfSwiU2hhcGVTdHlsZSI6eyIkaWQiOiIzMDcxIiwiTWFyZ2luIjp7IiRpZCI6IjMwNzIiLCJUb3AiOjAuMCwiTGVmdCI6MC4wLCJSaWdodCI6MC4wLCJCb3R0b20iOjAuMH0sIlBhZGRpbmciOnsiJGlkIjoiMzA3MyIsIlRvcCI6MC4wLCJMZWZ0IjowLjAsIlJpZ2h0IjowLjAsIkJvdHRvbSI6MC4wfSwiQmFja2dyb3VuZCI6eyIkaWQiOiIzMDc0IiwiQ29sb3IiOnsiJGlkIjoiMzA3NSIsIkEiOjI1NSwiUiI6NzgsIkciOjkxLCJCIjo5N319LCJJc1Zpc2libGUiOnRydWUsIldpZHRoIjoxMy4wLCJIZWlnaHQiOjEzLjAsIkJvcmRlclN0eWxlIjp7IiRpZCI6IjMwNzYiLCJMaW5lQ29sb3IiOnsiJGlkIjoiMzA3NyIsIiR0eXBlIjoiTkxSRS5Db21tb24uRG9tLlNvbGlkQ29sb3JCcnVzaCwgTkxSRS5Db21tb24iLCJDb2xvciI6eyIkaWQiOiIzMDc4IiwiQSI6MjU1LCJSIjoyMzQsIkciOjIyLCJCIjozMH19LCJMaW5lV2VpZ2h0IjowLjAsIkxpbmVUeXBlIjowLCJQYXJlbnRTdHlsZSI6bnVsbH0sIlBhcmVudFN0eWxlIjpudWxsfSwiVGl0bGVTdHlsZSI6eyIkaWQiOiIzMDc5IiwiRm9udFNldHRpbmdzIjp7IiRpZCI6IjMwODAiLCJGb250U2l6ZSI6MTEsIkZvbnROYW1lIjoiQ2FsaWJyaSIsIklzQm9sZCI6dHJ1ZSwiSXNJdGFsaWMiOmZhbHNlLCJJc1VuZGVybGluZWQiOmZhbHNlLCJQYXJlbnRTdHlsZSI6bnVsbH0sIkF1dG9TaXplIjowLCJGb3JlZ3JvdW5kIjp7IiRpZCI6IjMwODEiLCJDb2xvciI6eyIkaWQiOiIzMDgy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wODMiLCJUb3AiOjAuMCwiTGVmdCI6MC4wLCJSaWdodCI6MC4wLCJCb3R0b20iOjAuMH0sIlBhZGRpbmciOnsiJGlkIjoiMzA4NCIsIlRvcCI6MC4wLCJMZWZ0IjowLjAsIlJpZ2h0IjowLjAsIkJvdHRvbSI6MC4wfSwiQmFja2dyb3VuZCI6eyIkaWQiOiIzMDg1IiwiQ29sb3IiOnsiJGlkIjoiMzA4NiIsIkEiOjAsIlIiOjAsIkciOjAsIkIiOjB9fSwiSXNWaXNpYmxlIjp0cnVlLCJXaWR0aCI6MC4wLCJIZWlnaHQiOjAuMCwiQm9yZGVyU3R5bGUiOnsiJGlkIjoiMzA4NyIsIkxpbmVDb2xvciI6bnVsbCwiTGluZVdlaWdodCI6MC4wLCJMaW5lVHlwZSI6MCwiUGFyZW50U3R5bGUiOm51bGx9LCJQYXJlbnRTdHlsZSI6bnVsbH0sIkRhdGVTdHlsZSI6eyIkaWQiOiIzMDg4IiwiRm9udFNldHRpbmdzIjp7IiRpZCI6IjMwODkiLCJGb250U2l6ZSI6MTAsIkZvbnROYW1lIjoiQ2FsaWJyaSIsIklzQm9sZCI6ZmFsc2UsIklzSXRhbGljIjpmYWxzZSwiSXNVbmRlcmxpbmVkIjpmYWxzZSwiUGFyZW50U3R5bGUiOm51bGx9LCJBdXRvU2l6ZSI6MCwiRm9yZWdyb3VuZCI6eyIkaWQiOiIzMDkwIiwiQ29sb3IiOnsiJGlkIjoiMzA5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A5MiIsIlRvcCI6MC4wLCJMZWZ0IjowLjAsIlJpZ2h0IjowLjAsIkJvdHRvbSI6MC4wfSwiUGFkZGluZyI6eyIkaWQiOiIzMDkzIiwiVG9wIjowLjAsIkxlZnQiOjAuMCwiUmlnaHQiOjAuMCwiQm90dG9tIjowLjB9LCJCYWNrZ3JvdW5kIjp7IiRpZCI6IjMwOTQiLCJDb2xvciI6eyIkaWQiOiIzMDk1IiwiQSI6MCwiUiI6MCwiRyI6MCwiQiI6MH19LCJJc1Zpc2libGUiOnRydWUsIldpZHRoIjowLjAsIkhlaWdodCI6MC4wLCJCb3JkZXJTdHlsZSI6eyIkaWQiOiIzMDk2IiwiTGluZUNvbG9yIjpudWxsLCJMaW5lV2VpZ2h0IjowLjAsIkxpbmVUeXBlIjowLCJQYXJlbnRTdHlsZSI6bnVsbH0sIlBhcmVudFN0eWxlIjpudWxsfSwiRGF0ZUZvcm1hdCI6eyIkaWQiOiIzMDk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wOTgiLCJGb3JtYXQiOjAsIklzVmlzaWJsZSI6ZmFsc2UsIkxhc3RLbm93blZpc2liaWxpdHlTdGF0ZSI6ZmFsc2V9LCJJc1Zpc2libGUiOnRydWUsIlZhcmlhbmNlU3R5bGUiOnsiJGlkIjoiMzA5OSIsIlRleHRTdHlsZSI6eyIkaWQiOiIzMTAwIiwiRm9udFNldHRpbmdzIjp7IiRpZCI6IjMxMDEiLCJGb250U2l6ZSI6MTEsIkZvbnROYW1lIjoiQ2FsaWJyaSIsIklzQm9sZCI6ZmFsc2UsIklzSXRhbGljIjpmYWxzZSwiSXNVbmRlcmxpbmVkIjpmYWxzZSwiUGFyZW50U3R5bGUiOm51bGx9LCJBdXRvU2l6ZSI6MCwiRm9yZWdyb3VuZCI6eyIkaWQiOiIzMTAyIiwiQ29sb3IiOnsiJGlkIjoiMzEw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MTA0IiwiVG9wIjowLjAsIkxlZnQiOjAuMCwiUmlnaHQiOjAuMCwiQm90dG9tIjowLjB9LCJQYWRkaW5nIjp7IiRpZCI6IjMxMDUiLCJUb3AiOjAuMCwiTGVmdCI6MC4wLCJSaWdodCI6MC4wLCJCb3R0b20iOjAuMH0sIkJhY2tncm91bmQiOnsiJGlkIjoiMzEwNiIsIkNvbG9yIjp7IiRpZCI6IjMxMDciLCJBIjowLCJSIjowLCJHIjowLCJCIjowfX0sIklzVmlzaWJsZSI6ZmFsc2UsIldpZHRoIjowLjAsIkhlaWdodCI6MC4wLCJCb3JkZXJTdHlsZSI6eyIkaWQiOiIzMTA4IiwiTGluZUNvbG9yIjpudWxsLCJMaW5lV2VpZ2h0IjowLjAsIkxpbmVUeXBlIjowLCJQYXJlbnRTdHlsZSI6bnVsbH0sIlBhcmVudFN0eWxlIjpudWxsfSwiUGFyZW50U3R5bGUiOm51bGx9LCJQYXJlbnRTdHlsZSI6bnVsbH0sIkRlZmF1bHRTd2ltbGFuZU1pbGVzdG9uZVN0eWxlIjp7IiRpZCI6IjMxMDkiLCJUaXRsZVBvc2l0aW9uIjoiUmlnaHQiLCJEYXRlUG9zaXRpb24iOiJMZWZ0IiwiVmFyaWFuY2VQb3NpdGlvbiI6IkxlZnQiLCJTaGFwZVR5cGUiOjIsIlNoYXBlU2l6ZSI6MSwiU3BhY2luZyI6NSwiU2hhcGVTdHlsZSI6eyIkaWQiOiIzMTEwIiwiTWFyZ2luIjp7IiRpZCI6IjMxMTEiLCJUb3AiOjAuMCwiTGVmdCI6MC4wLCJSaWdodCI6MC4wLCJCb3R0b20iOjAuMH0sIlBhZGRpbmciOnsiJGlkIjoiMzExMiIsIlRvcCI6MC4wLCJMZWZ0IjowLjAsIlJpZ2h0IjowLjAsIkJvdHRvbSI6MC4wfSwiQmFja2dyb3VuZCI6eyIkaWQiOiIzMTEzIiwiQ29sb3IiOnsiJGlkIjoiMzExNCIsIkEiOjI1NSwiUiI6MjYsIkciOjE3MCwiQiI6NjZ9fSwiSXNWaXNpYmxlIjp0cnVlLCJXaWR0aCI6MTMuMCwiSGVpZ2h0IjoxMy4wLCJCb3JkZXJTdHlsZSI6eyIkaWQiOiIzMTE1IiwiTGluZUNvbG9yIjp7IiRpZCI6IjMxMTYiLCIkdHlwZSI6Ik5MUkUuQ29tbW9uLkRvbS5Tb2xpZENvbG9yQnJ1c2gsIE5MUkUuQ29tbW9uIiwiQ29sb3IiOnsiJGlkIjoiMzExNyIsIkEiOjI1NSwiUiI6MjM0LCJHIjoyMiwiQiI6MzB9fSwiTGluZVdlaWdodCI6MC4wLCJMaW5lVHlwZSI6MCwiUGFyZW50U3R5bGUiOm51bGx9LCJQYXJlbnRTdHlsZSI6bnVsbH0sIlRpdGxlU3R5bGUiOnsiJGlkIjoiMzExOCIsIkZvbnRTZXR0aW5ncyI6eyIkaWQiOiIzMTE5IiwiRm9udFNpemUiOjExLCJGb250TmFtZSI6IkNhbGlicmkiLCJJc0JvbGQiOnRydWUsIklzSXRhbGljIjpmYWxzZSwiSXNVbmRlcmxpbmVkIjpmYWxzZSwiUGFyZW50U3R5bGUiOm51bGx9LCJBdXRvU2l6ZSI6MCwiRm9yZWdyb3VuZCI6eyIkaWQiOiIzMTIwIiwiQ29sb3IiOnsiJGlkIjoiMzEy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MTIyIiwiVG9wIjowLjAsIkxlZnQiOjAuMCwiUmlnaHQiOjAuMCwiQm90dG9tIjowLjB9LCJQYWRkaW5nIjp7IiRpZCI6IjMxMjMiLCJUb3AiOjAuMCwiTGVmdCI6MC4wLCJSaWdodCI6MC4wLCJCb3R0b20iOjAuMH0sIkJhY2tncm91bmQiOnsiJGlkIjoiMzEyNCIsIkNvbG9yIjp7IiRpZCI6IjMxMjUiLCJBIjowLCJSIjoyNTUsIkciOjI1NSwiQiI6MjU1fX0sIklzVmlzaWJsZSI6dHJ1ZSwiV2lkdGgiOjAuMCwiSGVpZ2h0IjowLjAsIkJvcmRlclN0eWxlIjp7IiRpZCI6IjMxMjYiLCJMaW5lQ29sb3IiOm51bGwsIkxpbmVXZWlnaHQiOjAuMCwiTGluZVR5cGUiOjAsIlBhcmVudFN0eWxlIjpudWxsfSwiUGFyZW50U3R5bGUiOm51bGx9LCJEYXRlU3R5bGUiOnsiJGlkIjoiMzEyNyIsIkZvbnRTZXR0aW5ncyI6eyIkaWQiOiIzMTI4IiwiRm9udFNpemUiOjEwLCJGb250TmFtZSI6IkNhbGlicmkiLCJJc0JvbGQiOmZhbHNlLCJJc0l0YWxpYyI6ZmFsc2UsIklzVW5kZXJsaW5lZCI6ZmFsc2UsIlBhcmVudFN0eWxlIjpudWxsfSwiQXV0b1NpemUiOjAsIkZvcmVncm91bmQiOnsiJGlkIjoiMzEyOSIsIkNvbG9yIjp7IiRpZCI6IjMxMz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xMzEiLCJUb3AiOjAuMCwiTGVmdCI6MC4wLCJSaWdodCI6MC4wLCJCb3R0b20iOjAuMH0sIlBhZGRpbmciOnsiJGlkIjoiMzEzMiIsIlRvcCI6MC4wLCJMZWZ0IjowLjAsIlJpZ2h0IjowLjAsIkJvdHRvbSI6MC4wfSwiQmFja2dyb3VuZCI6eyIkaWQiOiIzMTMzIiwiQ29sb3IiOnsiJGlkIjoiMzEzNCIsIkEiOjAsIlIiOjI1NSwiRyI6MjU1LCJCIjoyNTV9fSwiSXNWaXNpYmxlIjp0cnVlLCJXaWR0aCI6MC4wLCJIZWlnaHQiOjAuMCwiQm9yZGVyU3R5bGUiOnsiJGlkIjoiMzEzNSIsIkxpbmVDb2xvciI6bnVsbCwiTGluZVdlaWdodCI6MC4wLCJMaW5lVHlwZSI6MCwiUGFyZW50U3R5bGUiOm51bGx9LCJQYXJlbnRTdHlsZSI6bnVsbH0sIkRhdGVGb3JtYXQiOnsiJGlkIjoiMzEz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TM3IiwiRm9ybWF0IjowLCJJc1Zpc2libGUiOmZhbHNlLCJMYXN0S25vd25WaXNpYmlsaXR5U3RhdGUiOmZhbHNlfSwiSXNWaXNpYmxlIjp0cnVlLCJWYXJpYW5jZVN0eWxlIjp7IiRpZCI6IjMxMzgiLCJUZXh0U3R5bGUiOnsiJGlkIjoiMzEzOSIsIkZvbnRTZXR0aW5ncyI6eyIkaWQiOiIzMTQwIiwiRm9udFNpemUiOjExLCJGb250TmFtZSI6IkNhbGlicmkiLCJJc0JvbGQiOmZhbHNlLCJJc0l0YWxpYyI6ZmFsc2UsIklzVW5kZXJsaW5lZCI6ZmFsc2UsIlBhcmVudFN0eWxlIjpudWxsfSwiQXV0b1NpemUiOjAsIkZvcmVncm91bmQiOnsiJGlkIjoiMzE0MSIsIkNvbG9yIjp7IiRpZCI6IjMxND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E0MyIsIlRvcCI6MC4wLCJMZWZ0IjowLjAsIlJpZ2h0IjowLjAsIkJvdHRvbSI6MC4wfSwiUGFkZGluZyI6eyIkaWQiOiIzMTQ0IiwiVG9wIjowLjAsIkxlZnQiOjAuMCwiUmlnaHQiOjAuMCwiQm90dG9tIjowLjB9LCJCYWNrZ3JvdW5kIjp7IiRpZCI6IjMxNDUiLCJDb2xvciI6eyIkaWQiOiIzMTQ2IiwiQSI6MCwiUiI6MCwiRyI6MCwiQiI6MH19LCJJc1Zpc2libGUiOnRydWUsIldpZHRoIjowLjAsIkhlaWdodCI6MC4wLCJCb3JkZXJTdHlsZSI6eyIkaWQiOiIzMTQ3IiwiTGluZUNvbG9yIjpudWxsLCJMaW5lV2VpZ2h0IjowLjAsIkxpbmVUeXBlIjowLCJQYXJlbnRTdHlsZSI6bnVsbH0sIlBhcmVudFN0eWxlIjpudWxsfSwiUGFyZW50U3R5bGUiOm51bGx9LCJQYXJlbnRTdHlsZSI6bnVsbH0sIkRlZmF1bHRTd2ltbGFuZUFjdGl2aXR5U3R5bGUiOnsiJGlkIjoiMzE0OCIsIkhlYWRlclN0eWxlIjp7IiRpZCI6IjMxNDkiLCJUZXh0U3R5bGUiOnsiJGlkIjoiMzE1MCIsIkZvbnRTZXR0aW5ncyI6eyIkaWQiOiIzMTUxIiwiRm9udFNpemUiOjExLCJGb250TmFtZSI6IkNhbGlicmkiLCJJc0JvbGQiOmZhbHNlLCJJc0l0YWxpYyI6ZmFsc2UsIklzVW5kZXJsaW5lZCI6ZmFsc2UsIlBhcmVudFN0eWxlIjpudWxsfSwiQXV0b1NpemUiOjIsIkZvcmVncm91bmQiOnsiJGlkIjoiMzE1MiIsIkNvbG9yIjp7IiRpZCI6IjMxNTMiLCJBIjoyNTUsIlIiOjAsIkciOjAsIkIiOjB9fSwiTWF4V2lkdGgiOjAuMCwiTWF4SGVpZ2h0IjoiSW5maW5pdHkiLCJTbWFydEZvcmVncm91bmRJc0FjdGl2ZSI6ZmFsc2UsIkhvcml6b250YWxBbGlnbm1lbnQiOjAsIlZlcnRpY2FsQWxpZ25tZW50IjowLCJTbWFydEZvcmVncm91bmQiOm51bGwsIkJhY2tncm91bmRGaWxsVHlwZSI6MCwiTWFyZ2luIjp7IiRpZCI6IjMxNTQiLCJUb3AiOjAuMCwiTGVmdCI6MC4wLCJSaWdodCI6MC4wLCJCb3R0b20iOjAuMH0sIlBhZGRpbmciOnsiJGlkIjoiMzE1NSIsIlRvcCI6MC4wLCJMZWZ0IjowLjAsIlJpZ2h0IjowLjAsIkJvdHRvbSI6MC4wfSwiQmFja2dyb3VuZCI6bnVsbCwiSXNWaXNpYmxlIjp0cnVlLCJXaWR0aCI6MC4wLCJIZWlnaHQiOjAuMCwiQm9yZGVyU3R5bGUiOm51bGwsIlBhcmVudFN0eWxlIjpudWxsfSwiUmVjdGFuZ2xlU3R5bGUiOnsiJGlkIjoiMzE1NiIsIk1hcmdpbiI6eyIkaWQiOiIzMTU3IiwiVG9wIjowLjAsIkxlZnQiOjAuMCwiUmlnaHQiOjAuMCwiQm90dG9tIjowLjB9LCJQYWRkaW5nIjp7IiRpZCI6IjMxNTgiLCJUb3AiOjAuMCwiTGVmdCI6MC4wLCJSaWdodCI6MC4wLCJCb3R0b20iOjAuMH0sIkJhY2tncm91bmQiOnsiJGlkIjoiMzE1OSIsIkNvbG9yIjp7IiRpZCI6IjMxNjAiLCJBIjo2MywiUiI6NzgsIkciOjkxLCJCIjo5N319LCJJc1Zpc2libGUiOnRydWUsIldpZHRoIjowLjAsIkhlaWdodCI6MC4wLCJCb3JkZXJTdHlsZSI6eyIkaWQiOiIzMTYxIiwiTGluZUNvbG9yIjp7IiRpZCI6IjMxNjIiLCIkdHlwZSI6Ik5MUkUuQ29tbW9uLkRvbS5Tb2xpZENvbG9yQnJ1c2gsIE5MUkUuQ29tbW9uIiwiQ29sb3IiOnsiJGlkIjoiMzE2MyIsIkEiOjI1NSwiUiI6MjU1LCJHIjowLCJCIjowfX0sIkxpbmVXZWlnaHQiOjAuMCwiTGluZVR5cGUiOjAsIlBhcmVudFN0eWxlIjpudWxsfSwiUGFyZW50U3R5bGUiOm51bGx9LCJNYXJnaW4iOnsiJGlkIjoiMzE2NCIsIlRvcCI6MC4wLCJMZWZ0IjowLjAsIlJpZ2h0IjowLjAsIkJvdHRvbSI6MC4wfSwiUGFkZGluZyI6eyIkaWQiOiIzMTY1IiwiVG9wIjowLjAsIkxlZnQiOjAuMCwiUmlnaHQiOjAuMCwiQm90dG9tIjowLjB9LCJCYWNrZ3JvdW5kIjpudWxsLCJJc1Zpc2libGUiOnRydWUsIldpZHRoIjowLjAsIkhlaWdodCI6MC4wLCJCb3JkZXJTdHlsZSI6bnVsbCwiUGFyZW50U3R5bGUiOm51bGx9LCJCYWNrZ3JvdW5kU3R5bGUiOnsiJGlkIjoiMzE2NiIsIk1hcmdpbiI6eyIkaWQiOiIzMTY3IiwiVG9wIjowLjAsIkxlZnQiOjAuMCwiUmlnaHQiOjAuMCwiQm90dG9tIjowLjB9LCJQYWRkaW5nIjp7IiRpZCI6IjMxNjgiLCJUb3AiOjAuMCwiTGVmdCI6MC4wLCJSaWdodCI6MC4wLCJCb3R0b20iOjAuMH0sIkJhY2tncm91bmQiOnsiJHJlZiI6IjI5ODcifSwiSXNWaXNpYmxlIjp0cnVlLCJXaWR0aCI6MC4wLCJIZWlnaHQiOjAuMCwiQm9yZGVyU3R5bGUiOnsiJGlkIjoiMzE2OSIsIkxpbmVDb2xvciI6eyIkaWQiOiIzMTcwIiwiJHR5cGUiOiJOTFJFLkNvbW1vbi5Eb20uU29saWRDb2xvckJydXNoLCBOTFJFLkNvbW1vbiIsIkNvbG9yIjp7IiRpZCI6IjMxNzEiLCJBIjoyNTUsIlIiOjIzNCwiRyI6MjIsIkIiOjMwfX0sIkxpbmVXZWlnaHQiOjAuMCwiTGluZVR5cGUiOjAsIlBhcmVudFN0eWxlIjpudWxsfSwiUGFyZW50U3R5bGUiOm51bGx9LCJNYXJnaW4iOnsiJGlkIjoiMzE3MiIsIlRvcCI6MC4wLCJMZWZ0IjowLjAsIlJpZ2h0IjowLjAsIkJvdHRvbSI6MC4wfSwiUGFkZGluZyI6eyIkaWQiOiIzMTczIiwiVG9wIjowLjAsIkxlZnQiOjAuMCwiUmlnaHQiOjAuMCwiQm90dG9tIjowLjB9LCJJc1Zpc2libGUiOnRydWUsIldpZHRoIjowLjAsIkhlaWdodCI6MC4wLCJCb3JkZXJTdHlsZSI6eyIkaWQiOiIzMTc0IiwiTGluZUNvbG9yIjpudWxsLCJMaW5lV2VpZ2h0IjowLjAsIkxpbmVUeXBlIjowLCJQYXJlbnRTdHlsZSI6bnVsbH0sIlBhcmVudFN0eWxlIjpudWxsfSwiTWFyZ2luIjp7IiRpZCI6IjMxNzUiLCJUb3AiOjAuMCwiTGVmdCI6MC4wLCJSaWdodCI6MC4wLCJCb3R0b20iOjAuMH0sIlBhZGRpbmciOnsiJGlkIjoiMzE3NiIsIlRvcCI6MC4wLCJMZWZ0IjowLjAsIlJpZ2h0IjowLjAsIkJvdHRvbSI6MC4wfSwiSXNWaXNpYmxlIjpmYWxzZSwiV2lkdGgiOjAuMCwiSGVpZ2h0IjowLjAsIkJvcmRlclN0eWxlIjp7IiRpZCI6IjMxNzciLCJMaW5lQ29sb3IiOm51bGwsIkxpbmVXZWlnaHQiOjAuMCwiTGluZVR5cGUiOjAsIlBhcmVudFN0eWxlIjpudWxsfSwiUGFyZW50U3R5bGUiOm51bGx9fSx7IiRpZCI6IjMxNzgiLCJfYWN0aXZpdGllcyI6W3siJGlkIjoiMzE3OSIsIl9yb3dzIjpbeyIkaWQiOiIzMTgwIiwiX3Rhc2tzIjpbeyIkaWQiOiIzMTgxIiwiX2F0dGFjaGVkTWlsZXN0b25lcyI6W10sIlRhc2tEZWZpbml0aW9uIjp7IiRpZCI6IjMxODIiLCJHcm91cE5hbWUiOm51bGwsIlN0YXJ0RGF0ZSI6IjIwMjUtMDMtMjZUMDA6MDA6MDBaIiwiRW5kRGF0ZSI6IjIwMjUtMDQtMDRUMjM6NTk6MDBaIiwiUGVyY2VudGFnZUNvbXBsZXRlIjpudWxsLCJTdHlsZSI6eyIkaWQiOiIzMTgzIiwiU2hhcGUiOjEsIlNoYXBlVGhpY2tuZXNzIjowLCJEdXJhdGlvbkZvcm1hdCI6MCwiSW5jbHVkZU5vbldvcmtpbmdEYXlzSW5EdXJhdGlvbiI6ZmFsc2UsIlBlcmNlbnRhZ2VDb21wbGV0ZVN0eWxlIjp7IiRpZCI6IjMxODQiLCJGb250U2V0dGluZ3MiOnsiJGlkIjoiMzE4NSIsIkZvbnRTaXplIjoxMCwiRm9udE5hbWUiOiJDYWxpYnJpIiwiSXNCb2xkIjpmYWxzZSwiSXNJdGFsaWMiOmZhbHNlLCJJc1VuZGVybGluZWQiOmZhbHNlLCJQYXJlbnRTdHlsZSI6bnVsbH0sIkF1dG9TaXplIjowLCJGb3JlZ3JvdW5kIjp7IiRpZCI6IjMxODYiLCJDb2xvciI6eyIkaWQiOiIzMTg3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zE4OCIsIlRvcCI6MC4wLCJMZWZ0IjowLjAsIlJpZ2h0IjowLjAsIkJvdHRvbSI6MC4wfSwiUGFkZGluZyI6eyIkaWQiOiIzMTg5IiwiVG9wIjowLjAsIkxlZnQiOjAuMCwiUmlnaHQiOjAuMCwiQm90dG9tIjowLjB9LCJCYWNrZ3JvdW5kIjp7IiRpZCI6IjMxOTAiLCJDb2xvciI6eyIkaWQiOiIzMTkxIiwiQSI6ODksIlIiOjAsIkciOjAsIkIiOjB9fSwiSXNWaXNpYmxlIjp0cnVlLCJXaWR0aCI6MC4wLCJIZWlnaHQiOjAuMCwiQm9yZGVyU3R5bGUiOnsiJGlkIjoiMzE5MiIsIkxpbmVDb2xvciI6bnVsbCwiTGluZVdlaWdodCI6MC4wLCJMaW5lVHlwZSI6MCwiUGFyZW50U3R5bGUiOm51bGx9LCJQYXJlbnRTdHlsZSI6bnVsbH0sIkR1cmF0aW9uU3R5bGUiOnsiJGlkIjoiMzE5MyIsIkZvbnRTZXR0aW5ncyI6eyIkaWQiOiIzMTk0IiwiRm9udFNpemUiOjEwLCJGb250TmFtZSI6IkNhbGlicmkiLCJJc0JvbGQiOmZhbHNlLCJJc0l0YWxpYyI6ZmFsc2UsIklzVW5kZXJsaW5lZCI6ZmFsc2UsIlBhcmVudFN0eWxlIjpudWxsfSwiQXV0b1NpemUiOjAsIkZvcmVncm91bmQiOnsiJGlkIjoiMzE5NSIsIkNvbG9yIjp7IiRpZCI6IjMxOT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MTk3IiwiVG9wIjowLjAsIkxlZnQiOjAuMCwiUmlnaHQiOjAuMCwiQm90dG9tIjowLjB9LCJQYWRkaW5nIjp7IiRpZCI6IjMxOTgiLCJUb3AiOjAuMCwiTGVmdCI6MC4wLCJSaWdodCI6MC4wLCJCb3R0b20iOjAuMH0sIkJhY2tncm91bmQiOnsiJGlkIjoiMzE5OSIsIkNvbG9yIjp7IiRpZCI6IjMyMDAiLCJBIjowLCJSIjowLCJHIjowLCJCIjowfX0sIklzVmlzaWJsZSI6dHJ1ZSwiV2lkdGgiOjAuMCwiSGVpZ2h0IjowLjAsIkJvcmRlclN0eWxlIjp7IiRpZCI6IjMyMDEiLCJMaW5lQ29sb3IiOm51bGwsIkxpbmVXZWlnaHQiOjAuMCwiTGluZVR5cGUiOjAsIlBhcmVudFN0eWxlIjpudWxsfSwiUGFyZW50U3R5bGUiOm51bGx9LCJIb3Jpem9udGFsQ29ubmVjdG9yU3R5bGUiOnsiJGlkIjoiMzIwMiIsIkxpbmVDb2xvciI6eyIkaWQiOiIzMjAzIiwiJHR5cGUiOiJOTFJFLkNvbW1vbi5Eb20uU29saWRDb2xvckJydXNoLCBOTFJFLkNvbW1vbiIsIkNvbG9yIjp7IiRpZCI6IjMyMDQiLCJBIjoyNTUsIlIiOjIwNCwiRyI6MjA0LCJCIjoyMDR9fSwiTGluZVdlaWdodCI6MS4wLCJMaW5lVHlwZSI6MCwiUGFyZW50U3R5bGUiOm51bGx9LCJWZXJ0aWNhbENvbm5lY3RvclN0eWxlIjp7IiRpZCI6IjMyMDUiLCJMaW5lQ29sb3IiOnsiJGlkIjoiMzIwNiIsIiR0eXBlIjoiTkxSRS5Db21tb24uRG9tLlNvbGlkQ29sb3JCcnVzaCwgTkxSRS5Db21tb24iLCJDb2xvciI6eyIkaWQiOiIzMjA3IiwiQSI6MjU1LCJSIjoyMDQsIkciOjIwNCwiQiI6MjA0fX0sIkxpbmVXZWlnaHQiOjAuMCwiTGluZVR5cGUiOjAsIlBhcmVudFN0eWxlIjpudWxsfSwiTWFyZ2luIjpudWxsLCJTdGFydERhdGVQb3NpdGlvbiI6NiwiRW5kRGF0ZVBvc2l0aW9uIjo2LCJEYXRlSXNWaXNpYmxlIjpmYWxzZSwiVGl0bGVQb3NpdGlvbiI6NCwiRHVyYXRpb25Qb3NpdGlvbiI6NiwiUGVyY2VudGFnZUNvbXBsZXRlZFBvc2l0aW9uIjoyLCJWYXJpYW5jZVBvc2l0aW9uIjo2LCJTcGFjaW5nIjozLCJJc0JlbG93VGltZWJhbmQiOnRydWUsIlBlcmNlbnRhZ2VDb21wbGV0ZVNoYXBlT3BhY2l0eSI6MzUsIkJhc2VsaW5lU3R5bGUiOnsiJGlkIjoiMzIwOCIsIlNoYXBlU3R5bGUiOnsiJGlkIjoiMzIwOSIsIk1hcmdpbiI6eyIkaWQiOiIzMjEwIiwiVG9wIjowLjAsIkxlZnQiOjAuMCwiUmlnaHQiOjAuMCwiQm90dG9tIjowLjB9LCJQYWRkaW5nIjp7IiRpZCI6IjMyMTEiLCJUb3AiOjAuMCwiTGVmdCI6MC4wLCJSaWdodCI6MC4wLCJCb3R0b20iOjAuMH0sIkJhY2tncm91bmQiOnsiJGlkIjoiMzIxMiIsIkNvbG9yIjp7IiRpZCI6IjMyMTMiLCJBIjoxNTMsIlIiOjAsIkciOjAsIkIiOjB9fSwiSXNWaXNpYmxlIjp0cnVlLCJXaWR0aCI6MC4wLCJIZWlnaHQiOjAuMCwiQm9yZGVyU3R5bGUiOm51bGwsIlBhcmVudFN0eWxlIjpudWxsfSwiTWFyZ2luIjp7IiRpZCI6IjMyMTQiLCJUb3AiOjAuMCwiTGVmdCI6MC4wLCJSaWdodCI6MC4wLCJCb3R0b20iOjAuMH0sIlBhZGRpbmciOnsiJGlkIjoiMzIxNSIsIlRvcCI6MC4wLCJMZWZ0IjowLjAsIlJpZ2h0IjowLjAsIkJvdHRvbSI6MC4wfSwiQmFja2dyb3VuZCI6bnVsbCwiSXNWaXNpYmxlIjp0cnVlLCJXaWR0aCI6MC4wLCJIZWlnaHQiOjAuMCwiQm9yZGVyU3R5bGUiOm51bGwsIlBhcmVudFN0eWxlIjpudWxsfSwiU2hhcGVTdHlsZSI6eyIkaWQiOiIzMjE2IiwiTWFyZ2luIjp7IiRpZCI6IjMyMTciLCJUb3AiOjAuMCwiTGVmdCI6NC4wLCJSaWdodCI6NC4wLCJCb3R0b20iOjAuMH0sIlBhZGRpbmciOnsiJGlkIjoiMzIxOCIsIlRvcCI6MC4wLCJMZWZ0IjowLjAsIlJpZ2h0IjowLjAsIkJvdHRvbSI6MC4wfSwiQmFja2dyb3VuZCI6eyIkaWQiOiIzMjE5IiwiQ29sb3IiOnsiJGlkIjoiMzIyMCIsIkEiOjI1NSwiUiI6MjYsIkciOjE3MCwiQiI6NjZ9fSwiSXNWaXNpYmxlIjp0cnVlLCJXaWR0aCI6MjU2LjAsIkhlaWdodCI6MTAuMCwiQm9yZGVyU3R5bGUiOnsiJGlkIjoiMzIyMSIsIkxpbmVDb2xvciI6eyIkaWQiOiIzMjIyIiwiJHR5cGUiOiJOTFJFLkNvbW1vbi5Eb20uU29saWRDb2xvckJydXNoLCBOTFJFLkNvbW1vbiIsIkNvbG9yIjp7IiRpZCI6IjMyMjMiLCJBIjoyNTUsIlIiOjI1NSwiRyI6MCwiQiI6MH19LCJMaW5lV2VpZ2h0IjowLjAsIkxpbmVUeXBlIjowLCJQYXJlbnRTdHlsZSI6bnVsbH0sIlBhcmVudFN0eWxlIjpudWxsfSwiVGl0bGVTdHlsZSI6eyIkaWQiOiIzMjI0IiwiRm9udFNldHRpbmdzIjp7IiRpZCI6IjMyMjUiLCJGb250U2l6ZSI6MTEsIkZvbnROYW1lIjoiQ2FsaWJyaSIsIklzQm9sZCI6dHJ1ZSwiSXNJdGFsaWMiOmZhbHNlLCJJc1VuZGVybGluZWQiOmZhbHNlLCJQYXJlbnRTdHlsZSI6bnVsbH0sIkF1dG9TaXplIjowLCJGb3JlZ3JvdW5kIjp7IiRpZCI6IjMyMjYiLCJDb2xvciI6eyIkaWQiOiIzMjI3IiwiQSI6MjU1LCJSIjowLCJHIjowLCJCIjowfX0sIk1heFdpZHRoIjo3MjAuMCwiTWF4SGVpZ2h0IjoiSW5maW5pdHkiLCJTbWFydEZvcmVncm91bmRJc0FjdGl2ZSI6ZmFsc2UsIkhvcml6b250YWxBbGlnbm1lbnQiOjAsIlZlcnRpY2FsQWxpZ25tZW50IjowLCJTbWFydEZvcmVncm91bmQiOm51bGwsIkJhY2tncm91bmRGaWxsVHlwZSI6MCwiTWFyZ2luIjp7IiRpZCI6IjMyMjgiLCJUb3AiOjAuMCwiTGVmdCI6MC4wLCJSaWdodCI6MC4wLCJCb3R0b20iOjAuMH0sIlBhZGRpbmciOnsiJGlkIjoiMzIyOSIsIlRvcCI6MC4wLCJMZWZ0IjowLjAsIlJpZ2h0IjowLjAsIkJvdHRvbSI6MC4wfSwiQmFja2dyb3VuZCI6eyIkaWQiOiIzMjMwIiwiQ29sb3IiOnsiJGlkIjoiMzIzMSIsIkEiOjAsIlIiOjI1NSwiRyI6MjU1LCJCIjoyNTV9fSwiSXNWaXNpYmxlIjp0cnVlLCJXaWR0aCI6MC4wLCJIZWlnaHQiOjAuMCwiQm9yZGVyU3R5bGUiOnsiJGlkIjoiMzIzMiIsIkxpbmVDb2xvciI6bnVsbCwiTGluZVdlaWdodCI6MC4wLCJMaW5lVHlwZSI6MCwiUGFyZW50U3R5bGUiOm51bGx9LCJQYXJlbnRTdHlsZSI6bnVsbH0sIkRhdGVTdHlsZSI6eyIkaWQiOiIzMjMzIiwiRm9udFNldHRpbmdzIjp7IiRpZCI6IjMyMzQiLCJGb250U2l6ZSI6MTAsIkZvbnROYW1lIjoiQ2FsaWJyaSIsIklzQm9sZCI6ZmFsc2UsIklzSXRhbGljIjpmYWxzZSwiSXNVbmRlcmxpbmVkIjpmYWxzZSwiUGFyZW50U3R5bGUiOm51bGx9LCJBdXRvU2l6ZSI6MCwiRm9yZWdyb3VuZCI6eyIkaWQiOiIzMjM1IiwiQ29sb3IiOnsiJGlkIjoiMzIz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IzNyIsIlRvcCI6MC4wLCJMZWZ0IjowLjAsIlJpZ2h0IjowLjAsIkJvdHRvbSI6MC4wfSwiUGFkZGluZyI6eyIkaWQiOiIzMjM4IiwiVG9wIjowLjAsIkxlZnQiOjAuMCwiUmlnaHQiOjAuMCwiQm90dG9tIjowLjB9LCJCYWNrZ3JvdW5kIjp7IiRpZCI6IjMyMzkiLCJDb2xvciI6eyIkaWQiOiIzMjQwIiwiQSI6MCwiUiI6MCwiRyI6MCwiQiI6MH19LCJJc1Zpc2libGUiOnRydWUsIldpZHRoIjowLjAsIkhlaWdodCI6MC4wLCJCb3JkZXJTdHlsZSI6eyIkaWQiOiIzMjQxIiwiTGluZUNvbG9yIjpudWxsLCJMaW5lV2VpZ2h0IjowLjAsIkxpbmVUeXBlIjowLCJQYXJlbnRTdHlsZSI6bnVsbH0sIlBhcmVudFN0eWxlIjpudWxsfSwiRGF0ZUZvcm1hdCI6eyIkaWQiOiIzMjQ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yNDMiLCJGb3JtYXQiOjAsIklzVmlzaWJsZSI6ZmFsc2UsIkxhc3RLbm93blZpc2liaWxpdHlTdGF0ZSI6ZmFsc2V9LCJJc1Zpc2libGUiOnRydWUsIlZhcmlhbmNlU3R5bGUiOnsiJGlkIjoiMzI0NCIsIlRleHRTdHlsZSI6eyIkaWQiOiIzMjQ1IiwiRm9udFNldHRpbmdzIjp7IiRpZCI6IjMyNDYiLCJGb250U2l6ZSI6MTEsIkZvbnROYW1lIjoiQ2FsaWJyaSIsIklzQm9sZCI6ZmFsc2UsIklzSXRhbGljIjpmYWxzZSwiSXNVbmRlcmxpbmVkIjpmYWxzZSwiUGFyZW50U3R5bGUiOm51bGx9LCJBdXRvU2l6ZSI6MCwiRm9yZWdyb3VuZCI6eyIkaWQiOiIzMjQ3IiwiQ29sb3IiOnsiJGlkIjoiMzI0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MjQ5IiwiVG9wIjowLjAsIkxlZnQiOjAuMCwiUmlnaHQiOjAuMCwiQm90dG9tIjowLjB9LCJQYWRkaW5nIjp7IiRpZCI6IjMyNTAiLCJUb3AiOjAuMCwiTGVmdCI6MC4wLCJSaWdodCI6MC4wLCJCb3R0b20iOjAuMH0sIkJhY2tncm91bmQiOnsiJGlkIjoiMzI1MSIsIkNvbG9yIjp7IiRpZCI6IjMyNTIiLCJBIjowLCJSIjowLCJHIjowLCJCIjowfX0sIklzVmlzaWJsZSI6dHJ1ZSwiV2lkdGgiOjAuMCwiSGVpZ2h0IjowLjAsIkJvcmRlclN0eWxlIjp7IiRpZCI6IjMyNTMiLCJMaW5lQ29sb3IiOm51bGwsIkxpbmVXZWlnaHQiOjAuMCwiTGluZVR5cGUiOjAsIlBhcmVudFN0eWxlIjpudWxsfSwiUGFyZW50U3R5bGUiOm51bGx9LCJQYXJlbnRTdHlsZSI6bnVsbH0sIlBhcmVudFN0eWxlIjpudWxsfSwiSW5kZXgiOjM5LCJTbWFydER1cmF0aW9uQWN0aXZhdGVkIjpmYWxzZSwiRGF0ZUZvcm1hdCI6eyIkcmVmIjoiMzI0MiJ9LCJXZWVrTnVtYmVyaW5nIjp7IiRpZCI6IjMyNTQiLCJGb3JtYXQiOjAsIklzVmlzaWJsZSI6ZmFsc2UsIkxhc3RLbm93blZpc2liaWxpdHlTdGF0ZSI6ZmFsc2V9LCJCYXNlbGluZURhdGEiOnsiJGlkIjoiMzI1NSIsIlN0YXJ0RGF0ZSI6IjIwMjUtMDMtMjZUMDA6MDA6MDBaIiwiRW5kRGF0ZSI6IjIwMjUtMDQtMDRUMjM6NTk6MDBaIn0sIklkIjoiNjhkNmUyOWYtNzFkNi00OGZhLWE0Y2YtOTE0MDQ2Mjg3YTE2IiwiSW1wb3J0SWQiOm51bGwsIlRpdGxlIjoiT3BzdGFydCBkaWFsb2ciLCJOb3RlIjpudWxsLCJIeXBlcmxpbmsiOnsiJGlkIjoiMzI1NiIsIkFkZHJlc3MiOiIiLCJTdWJBZGRyZXNzIjoiIn0sIklzQ2hhbmdlZCI6ZmFsc2UsIklzTmV3IjpmYWxzZX19XSwiX21pbGVzdG9uZXMiOltdLCJJZCI6IjAwMDAwMDAwLTAwMDAtMDAwMC0wMDAwLTAwMDAwMDAwMDAwMCIsIklzU2luZ2xlSXRlbVJvdyI6dHJ1ZX0seyIkaWQiOiIzMjU3IiwiX3Rhc2tzIjpbeyIkaWQiOiIzMjU4IiwiX2F0dGFjaGVkTWlsZXN0b25lcyI6W10sIlRhc2tEZWZpbml0aW9uIjp7IiRpZCI6IjMyNTkiLCJHcm91cE5hbWUiOm51bGwsIlN0YXJ0RGF0ZSI6IjIwMjUtMDYtMzBUMDA6MDA6MDBaIiwiRW5kRGF0ZSI6IjIwMjUtMDktMzBUMjM6NTk6MDBaIiwiUGVyY2VudGFnZUNvbXBsZXRlIjpudWxsLCJTdHlsZSI6eyIkaWQiOiIzMjYwIiwiU2hhcGUiOjEsIlNoYXBlVGhpY2tuZXNzIjowLCJEdXJhdGlvbkZvcm1hdCI6MCwiSW5jbHVkZU5vbldvcmtpbmdEYXlzSW5EdXJhdGlvbiI6ZmFsc2UsIlBlcmNlbnRhZ2VDb21wbGV0ZVN0eWxlIjp7IiRpZCI6IjMyNjEiLCJGb250U2V0dGluZ3MiOnsiJGlkIjoiMzI2MiIsIkZvbnRTaXplIjoxMCwiRm9udE5hbWUiOiJDYWxpYnJpIiwiSXNCb2xkIjpmYWxzZSwiSXNJdGFsaWMiOmZhbHNlLCJJc1VuZGVybGluZWQiOmZhbHNlLCJQYXJlbnRTdHlsZSI6bnVsbH0sIkF1dG9TaXplIjowLCJGb3JlZ3JvdW5kIjp7IiRpZCI6IjMyNjMiLCJDb2xvciI6eyIkaWQiOiIzMjY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I2NSIsIlRvcCI6MC4wLCJMZWZ0IjowLjAsIlJpZ2h0IjowLjAsIkJvdHRvbSI6MC4wfSwiUGFkZGluZyI6eyIkaWQiOiIzMjY2IiwiVG9wIjowLjAsIkxlZnQiOjAuMCwiUmlnaHQiOjAuMCwiQm90dG9tIjowLjB9LCJCYWNrZ3JvdW5kIjp7IiRpZCI6IjMyNjciLCJDb2xvciI6eyIkaWQiOiIzMjY4IiwiQSI6ODksIlIiOjAsIkciOjAsIkIiOjB9fSwiSXNWaXNpYmxlIjp0cnVlLCJXaWR0aCI6MC4wLCJIZWlnaHQiOjAuMCwiQm9yZGVyU3R5bGUiOnsiJGlkIjoiMzI2OSIsIkxpbmVDb2xvciI6bnVsbCwiTGluZVdlaWdodCI6MC4wLCJMaW5lVHlwZSI6MCwiUGFyZW50U3R5bGUiOm51bGx9LCJQYXJlbnRTdHlsZSI6bnVsbH0sIkR1cmF0aW9uU3R5bGUiOnsiJGlkIjoiMzI3MCIsIkZvbnRTZXR0aW5ncyI6eyIkaWQiOiIzMjcxIiwiRm9udFNpemUiOjEwLCJGb250TmFtZSI6IkNhbGlicmkiLCJJc0JvbGQiOmZhbHNlLCJJc0l0YWxpYyI6ZmFsc2UsIklzVW5kZXJsaW5lZCI6ZmFsc2UsIlBhcmVudFN0eWxlIjpudWxsfSwiQXV0b1NpemUiOjAsIkZvcmVncm91bmQiOnsiJGlkIjoiMzI3MiIsIkNvbG9yIjp7IiRpZCI6IjMyNzM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Mjc0IiwiVG9wIjowLjAsIkxlZnQiOjAuMCwiUmlnaHQiOjAuMCwiQm90dG9tIjowLjB9LCJQYWRkaW5nIjp7IiRpZCI6IjMyNzUiLCJUb3AiOjAuMCwiTGVmdCI6MC4wLCJSaWdodCI6MC4wLCJCb3R0b20iOjAuMH0sIkJhY2tncm91bmQiOnsiJGlkIjoiMzI3NiIsIkNvbG9yIjp7IiRpZCI6IjMyNzciLCJBIjowLCJSIjowLCJHIjowLCJCIjowfX0sIklzVmlzaWJsZSI6dHJ1ZSwiV2lkdGgiOjAuMCwiSGVpZ2h0IjowLjAsIkJvcmRlclN0eWxlIjp7IiRpZCI6IjMyNzgiLCJMaW5lQ29sb3IiOm51bGwsIkxpbmVXZWlnaHQiOjAuMCwiTGluZVR5cGUiOjAsIlBhcmVudFN0eWxlIjpudWxsfSwiUGFyZW50U3R5bGUiOm51bGx9LCJIb3Jpem9udGFsQ29ubmVjdG9yU3R5bGUiOnsiJGlkIjoiMzI3OSIsIkxpbmVDb2xvciI6eyIkaWQiOiIzMjgwIiwiJHR5cGUiOiJOTFJFLkNvbW1vbi5Eb20uU29saWRDb2xvckJydXNoLCBOTFJFLkNvbW1vbiIsIkNvbG9yIjp7IiRpZCI6IjMyODEiLCJBIjoyNTUsIlIiOjIwNCwiRyI6MjA0LCJCIjoyMDR9fSwiTGluZVdlaWdodCI6MS4wLCJMaW5lVHlwZSI6MCwiUGFyZW50U3R5bGUiOm51bGx9LCJWZXJ0aWNhbENvbm5lY3RvclN0eWxlIjp7IiRpZCI6IjMyODIiLCJMaW5lQ29sb3IiOnsiJGlkIjoiMzI4MyIsIiR0eXBlIjoiTkxSRS5Db21tb24uRG9tLlNvbGlkQ29sb3JCcnVzaCwgTkxSRS5Db21tb24iLCJDb2xvciI6eyIkaWQiOiIzMjg0IiwiQSI6MjU1LCJSIjoyMDQsIkciOjIwNCwiQiI6MjA0fX0sIkxpbmVXZWlnaHQiOjAuMCwiTGluZVR5cGUiOjAsIlBhcmVudFN0eWxlIjpudWxsfSwiTWFyZ2luIjpudWxsLCJTdGFydERhdGVQb3NpdGlvbiI6NiwiRW5kRGF0ZVBvc2l0aW9uIjo2LCJEYXRlSXNWaXNpYmxlIjpmYWxzZSwiVGl0bGVQb3NpdGlvbiI6NCwiRHVyYXRpb25Qb3NpdGlvbiI6NiwiUGVyY2VudGFnZUNvbXBsZXRlZFBvc2l0aW9uIjo2LCJWYXJpYW5jZVBvc2l0aW9uIjo2LCJTcGFjaW5nIjozLCJJc0JlbG93VGltZWJhbmQiOnRydWUsIlBlcmNlbnRhZ2VDb21wbGV0ZVNoYXBlT3BhY2l0eSI6MzUsIkJhc2VsaW5lU3R5bGUiOnsiJGlkIjoiMzI4NSIsIlNoYXBlU3R5bGUiOnsiJGlkIjoiMzI4NiIsIk1hcmdpbiI6eyIkaWQiOiIzMjg3IiwiVG9wIjowLjAsIkxlZnQiOjAuMCwiUmlnaHQiOjAuMCwiQm90dG9tIjowLjB9LCJQYWRkaW5nIjp7IiRpZCI6IjMyODgiLCJUb3AiOjAuMCwiTGVmdCI6MC4wLCJSaWdodCI6MC4wLCJCb3R0b20iOjAuMH0sIkJhY2tncm91bmQiOnsiJGlkIjoiMzI4OSIsIkNvbG9yIjp7IiRpZCI6IjMyOTAiLCJBIjoxNTMsIlIiOjAsIkciOjAsIkIiOjB9fSwiSXNWaXNpYmxlIjp0cnVlLCJXaWR0aCI6MC4wLCJIZWlnaHQiOjAuMCwiQm9yZGVyU3R5bGUiOm51bGwsIlBhcmVudFN0eWxlIjpudWxsfSwiTWFyZ2luIjp7IiRpZCI6IjMyOTEiLCJUb3AiOjAuMCwiTGVmdCI6MC4wLCJSaWdodCI6MC4wLCJCb3R0b20iOjAuMH0sIlBhZGRpbmciOnsiJGlkIjoiMzI5MiIsIlRvcCI6MC4wLCJMZWZ0IjowLjAsIlJpZ2h0IjowLjAsIkJvdHRvbSI6MC4wfSwiQmFja2dyb3VuZCI6bnVsbCwiSXNWaXNpYmxlIjp0cnVlLCJXaWR0aCI6MC4wLCJIZWlnaHQiOjAuMCwiQm9yZGVyU3R5bGUiOm51bGwsIlBhcmVudFN0eWxlIjpudWxsfSwiU2hhcGVTdHlsZSI6eyIkaWQiOiIzMjkzIiwiTWFyZ2luIjp7IiRpZCI6IjMyOTQiLCJUb3AiOjAuMCwiTGVmdCI6NC4wLCJSaWdodCI6NC4wLCJCb3R0b20iOjAuMH0sIlBhZGRpbmciOnsiJGlkIjoiMzI5NSIsIlRvcCI6MC4wLCJMZWZ0IjowLjAsIlJpZ2h0IjowLjAsIkJvdHRvbSI6MC4wfSwiQmFja2dyb3VuZCI6eyIkaWQiOiIzMjk2IiwiQ29sb3IiOnsiJGlkIjoiMzI5NyIsIkEiOjI1NSwiUiI6MjYsIkciOjE3MCwiQiI6NjZ9fSwiSXNWaXNpYmxlIjp0cnVlLCJXaWR0aCI6MC4wLCJIZWlnaHQiOjEwLjAsIkJvcmRlclN0eWxlIjp7IiRpZCI6IjMyOTgiLCJMaW5lQ29sb3IiOnsiJGlkIjoiMzI5OSIsIiR0eXBlIjoiTkxSRS5Db21tb24uRG9tLlNvbGlkQ29sb3JCcnVzaCwgTkxSRS5Db21tb24iLCJDb2xvciI6eyIkaWQiOiIzMzAwIiwiQSI6MjU1LCJSIjoyNTUsIkciOjAsIkIiOjB9fSwiTGluZVdlaWdodCI6MC4wLCJMaW5lVHlwZSI6MCwiUGFyZW50U3R5bGUiOm51bGx9LCJQYXJlbnRTdHlsZSI6bnVsbH0sIlRpdGxlU3R5bGUiOnsiJGlkIjoiMzMwMSIsIkZvbnRTZXR0aW5ncyI6eyIkaWQiOiIzMzAyIiwiRm9udFNpemUiOjExLCJGb250TmFtZSI6IkNhbGlicmkiLCJJc0JvbGQiOnRydWUsIklzSXRhbGljIjpmYWxzZSwiSXNVbmRlcmxpbmVkIjpmYWxzZSwiUGFyZW50U3R5bGUiOm51bGx9LCJBdXRvU2l6ZSI6MCwiRm9yZWdyb3VuZCI6eyIkaWQiOiIzMzAzIiwiQ29sb3IiOnsiJGlkIjoiMzMwNC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zMzA1IiwiVG9wIjowLjAsIkxlZnQiOjAuMCwiUmlnaHQiOjAuMCwiQm90dG9tIjowLjB9LCJQYWRkaW5nIjp7IiRpZCI6IjMzMDYiLCJUb3AiOjAuMCwiTGVmdCI6MC4wLCJSaWdodCI6MC4wLCJCb3R0b20iOjAuMH0sIkJhY2tncm91bmQiOnsiJGlkIjoiMzMwNyIsIkNvbG9yIjp7IiRpZCI6IjMzMDgiLCJBIjowLCJSIjoyNTUsIkciOjI1NSwiQiI6MjU1fX0sIklzVmlzaWJsZSI6dHJ1ZSwiV2lkdGgiOjAuMCwiSGVpZ2h0IjowLjAsIkJvcmRlclN0eWxlIjp7IiRpZCI6IjMzMDkiLCJMaW5lQ29sb3IiOm51bGwsIkxpbmVXZWlnaHQiOjAuMCwiTGluZVR5cGUiOjAsIlBhcmVudFN0eWxlIjpudWxsfSwiUGFyZW50U3R5bGUiOm51bGx9LCJEYXRlU3R5bGUiOnsiJGlkIjoiMzMxMCIsIkZvbnRTZXR0aW5ncyI6eyIkaWQiOiIzMzExIiwiRm9udFNpemUiOjEwLCJGb250TmFtZSI6IkNhbGlicmkiLCJJc0JvbGQiOmZhbHNlLCJJc0l0YWxpYyI6ZmFsc2UsIklzVW5kZXJsaW5lZCI6ZmFsc2UsIlBhcmVudFN0eWxlIjpudWxsfSwiQXV0b1NpemUiOjAsIkZvcmVncm91bmQiOnsiJGlkIjoiMzMxMiIsIkNvbG9yIjp7IiRpZCI6IjMzMT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MzMTQiLCJUb3AiOjAuMCwiTGVmdCI6MC4wLCJSaWdodCI6MC4wLCJCb3R0b20iOjAuMH0sIlBhZGRpbmciOnsiJGlkIjoiMzMxNSIsIlRvcCI6MC4wLCJMZWZ0IjowLjAsIlJpZ2h0IjowLjAsIkJvdHRvbSI6MC4wfSwiQmFja2dyb3VuZCI6eyIkaWQiOiIzMzE2IiwiQ29sb3IiOnsiJGlkIjoiMzMxNyIsIkEiOjAsIlIiOjI1NSwiRyI6MjU1LCJCIjoyNTV9fSwiSXNWaXNpYmxlIjp0cnVlLCJXaWR0aCI6MC4wLCJIZWlnaHQiOjAuMCwiQm9yZGVyU3R5bGUiOnsiJGlkIjoiMzMxOCIsIkxpbmVDb2xvciI6bnVsbCwiTGluZVdlaWdodCI6MC4wLCJMaW5lVHlwZSI6MCwiUGFyZW50U3R5bGUiOm51bGx9LCJQYXJlbnRTdHlsZSI6bnVsbH0sIkRhdGVGb3JtYXQiOnsiJGlkIjoiMzMx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IwIiwiRm9ybWF0IjowLCJJc1Zpc2libGUiOmZhbHNlLCJMYXN0S25vd25WaXNpYmlsaXR5U3RhdGUiOmZhbHNlfSwiSXNWaXNpYmxlIjp0cnVlLCJWYXJpYW5jZVN0eWxlIjp7IiRpZCI6IjMzMjEiLCJUZXh0U3R5bGUiOnsiJGlkIjoiMzMyMiIsIkZvbnRTZXR0aW5ncyI6eyIkaWQiOiIzMzIzIiwiRm9udFNpemUiOjExLCJGb250TmFtZSI6IkNhbGlicmkiLCJJc0JvbGQiOmZhbHNlLCJJc0l0YWxpYyI6ZmFsc2UsIklzVW5kZXJsaW5lZCI6ZmFsc2UsIlBhcmVudFN0eWxlIjpudWxsfSwiQXV0b1NpemUiOjAsIkZvcmVncm91bmQiOnsiJGlkIjoiMzMyNCIsIkNvbG9yIjp7IiRpZCI6IjMzMj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MyNiIsIlRvcCI6MC4wLCJMZWZ0IjowLjAsIlJpZ2h0IjowLjAsIkJvdHRvbSI6MC4wfSwiUGFkZGluZyI6eyIkaWQiOiIzMzI3IiwiVG9wIjowLjAsIkxlZnQiOjAuMCwiUmlnaHQiOjAuMCwiQm90dG9tIjowLjB9LCJCYWNrZ3JvdW5kIjp7IiRpZCI6IjMzMjgiLCJDb2xvciI6eyIkaWQiOiIzMzI5IiwiQSI6MCwiUiI6MCwiRyI6MCwiQiI6MH19LCJJc1Zpc2libGUiOnRydWUsIldpZHRoIjowLjAsIkhlaWdodCI6MC4wLCJCb3JkZXJTdHlsZSI6eyIkaWQiOiIzMzMwIiwiTGluZUNvbG9yIjpudWxsLCJMaW5lV2VpZ2h0IjowLjAsIkxpbmVUeXBlIjowLCJQYXJlbnRTdHlsZSI6bnVsbH0sIlBhcmVudFN0eWxlIjpudWxsfSwiUGFyZW50U3R5bGUiOm51bGx9LCJQYXJlbnRTdHlsZSI6bnVsbH0sIkluZGV4Ijo0MCwiU21hcnREdXJhdGlvbkFjdGl2YXRlZCI6ZmFsc2UsIkRhdGVGb3JtYXQiOnsiJHJlZiI6IjMzMTkifSwiV2Vla051bWJlcmluZyI6eyIkaWQiOiIzMzMxIiwiRm9ybWF0IjowLCJJc1Zpc2libGUiOmZhbHNlLCJMYXN0S25vd25WaXNpYmlsaXR5U3RhdGUiOmZhbHNlfSwiQmFzZWxpbmVEYXRhIjp7IiRpZCI6IjMzMzIiLCJTdGFydERhdGUiOiIyMDI1LTA2LTMwVDAwOjAwOjAwWiIsIkVuZERhdGUiOiIyMDI1LTA5LTMwVDIzOjU5OjAwWiJ9LCJJZCI6IjZiOTQ1MGJjLWIzYWYtNDgxZS1hMmNlLTY1ODMwNmM4ZjYxNiIsIkltcG9ydElkIjpudWxsLCJUaXRsZSI6IktsYXJnw7hyaW5nIGFmIG1hdGVyaWFsZSIsIk5vdGUiOm51bGwsIkh5cGVybGluayI6eyIkaWQiOiIzMzMzIiwiQWRkcmVzcyI6IiIsIlN1YkFkZHJlc3MiOiIifSwiSXNDaGFuZ2VkIjpmYWxzZSwiSXNOZXciOmZhbHNlfX1dLCJfbWlsZXN0b25lcyI6W10sIklkIjoiMDAwMDAwMDAtMDAwMC0wMDAwLTAwMDAtMDAwMDAwMDAwMDAwIiwiSXNTaW5nbGVJdGVtUm93Ijp0cnVlfSx7IiRpZCI6IjMzMzQiLCJfdGFza3MiOltdLCJfbWlsZXN0b25lcyI6W3siJGlkIjoiMzMzNSIsIklkIjoiZjMxNjM4YzYtYjkyOS00NTQwLWJkNDYtODMwYmJiNzkwN2UwIiwiSW5kZXgiOjQxLCJHcm91cElkIjpudWxsLCJUaXRsZSI6IlJpc2lrb3Z1cmRlcmluZyBmcmEgU3RhdGVucyBJVC1yw6VkIiwiRGF0ZVRpbWUiOiIyMDI1LTEwLTMwVDIzOjU5OjAwIiwiUGVyY2VudGFnZUNvbXBsZXRlIjpudWxsLCJOb3RlIjpudWxsLCJTdHlsZSI6eyIkaWQiOiIzMzM2IiwiVGl0bGVQb3NpdGlvbiI6IlJpZ2h0IiwiRGF0ZVBvc2l0aW9uIjoiTGVmdCIsIlZhcmlhbmNlUG9zaXRpb24iOiJMZWZ0IiwiU2hhcGVUeXBlIjoyLCJTaGFwZVNpemUiOjEsIlNwYWNpbmciOjUsIlNoYXBlU3R5bGUiOnsiJGlkIjoiMzMzNyIsIk1hcmdpbiI6eyIkaWQiOiIzMzM4IiwiVG9wIjowLjAsIkxlZnQiOjAuMCwiUmlnaHQiOjAuMCwiQm90dG9tIjowLjB9LCJQYWRkaW5nIjp7IiRpZCI6IjMzMzkiLCJUb3AiOjAuMCwiTGVmdCI6MC4wLCJSaWdodCI6MC4wLCJCb3R0b20iOjAuMH0sIkJhY2tncm91bmQiOnsiJGlkIjoiMzM0MCIsIkNvbG9yIjp7IiRpZCI6IjMzNDEiLCJBIjoyNTUsIlIiOjI2LCJHIjoxNzAsIkIiOjY2fX0sIklzVmlzaWJsZSI6dHJ1ZSwiV2lkdGgiOjEzLjAsIkhlaWdodCI6MTMuMCwiQm9yZGVyU3R5bGUiOnsiJGlkIjoiMzM0MiIsIkxpbmVDb2xvciI6eyIkaWQiOiIzMzQzIiwiJHR5cGUiOiJOTFJFLkNvbW1vbi5Eb20uU29saWRDb2xvckJydXNoLCBOTFJFLkNvbW1vbiIsIkNvbG9yIjp7IiRpZCI6IjMzNDQiLCJBIjoyNTUsIlIiOjI1NSwiRyI6MCwiQiI6MH19LCJMaW5lV2VpZ2h0IjowLjAsIkxpbmVUeXBlIjowLCJQYXJlbnRTdHlsZSI6bnVsbH0sIlBhcmVudFN0eWxlIjpudWxsfSwiVGl0bGVTdHlsZSI6eyIkaWQiOiIzMzQ1IiwiRm9udFNldHRpbmdzIjp7IiRpZCI6IjMzNDYiLCJGb250U2l6ZSI6MTEsIkZvbnROYW1lIjoiQ2FsaWJyaSIsIklzQm9sZCI6dHJ1ZSwiSXNJdGFsaWMiOmZhbHNlLCJJc1VuZGVybGluZWQiOmZhbHNlLCJQYXJlbnRTdHlsZSI6bnVsbH0sIkF1dG9TaXplIjowLCJGb3JlZ3JvdW5kIjp7IiRpZCI6IjMzNDciLCJDb2xvciI6eyIkaWQiOiIzMzQ4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zNDkiLCJUb3AiOjAuMCwiTGVmdCI6MC4wLCJSaWdodCI6MC4wLCJCb3R0b20iOjAuMH0sIlBhZGRpbmciOnsiJGlkIjoiMzM1MCIsIlRvcCI6MC4wLCJMZWZ0IjowLjAsIlJpZ2h0IjowLjAsIkJvdHRvbSI6MC4wfSwiQmFja2dyb3VuZCI6eyIkaWQiOiIzMzUxIiwiQ29sb3IiOnsiJGlkIjoiMzM1MiIsIkEiOjAsIlIiOjI1NSwiRyI6MjU1LCJCIjoyNTV9fSwiSXNWaXNpYmxlIjp0cnVlLCJXaWR0aCI6MC4wLCJIZWlnaHQiOjAuMCwiQm9yZGVyU3R5bGUiOnsiJGlkIjoiMzM1MyIsIkxpbmVDb2xvciI6bnVsbCwiTGluZVdlaWdodCI6MC4wLCJMaW5lVHlwZSI6MCwiUGFyZW50U3R5bGUiOm51bGx9LCJQYXJlbnRTdHlsZSI6bnVsbH0sIkRhdGVTdHlsZSI6eyIkaWQiOiIzMzU0IiwiRm9udFNldHRpbmdzIjp7IiRpZCI6IjMzNTUiLCJGb250U2l6ZSI6MTAsIkZvbnROYW1lIjoiQ2FsaWJyaSIsIklzQm9sZCI6ZmFsc2UsIklzSXRhbGljIjpmYWxzZSwiSXNVbmRlcmxpbmVkIjpmYWxzZSwiUGFyZW50U3R5bGUiOm51bGx9LCJBdXRvU2l6ZSI6MCwiRm9yZWdyb3VuZCI6eyIkaWQiOiIzMzU2IiwiQ29sb3IiOnsiJGlkIjoiMzM1N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M1OCIsIlRvcCI6MC4wLCJMZWZ0IjowLjAsIlJpZ2h0IjowLjAsIkJvdHRvbSI6MC4wfSwiUGFkZGluZyI6eyIkaWQiOiIzMzU5IiwiVG9wIjowLjAsIkxlZnQiOjAuMCwiUmlnaHQiOjAuMCwiQm90dG9tIjowLjB9LCJCYWNrZ3JvdW5kIjp7IiRpZCI6IjMzNjAiLCJDb2xvciI6eyIkaWQiOiIzMzYxIiwiQSI6MCwiUiI6MjU1LCJHIjoyNTUsIkIiOjI1NX19LCJJc1Zpc2libGUiOnRydWUsIldpZHRoIjowLjAsIkhlaWdodCI6MC4wLCJCb3JkZXJTdHlsZSI6eyIkaWQiOiIzMzYyIiwiTGluZUNvbG9yIjpudWxsLCJMaW5lV2VpZ2h0IjowLjAsIkxpbmVUeXBlIjowLCJQYXJlbnRTdHlsZSI6bnVsbH0sIlBhcmVudFN0eWxlIjpudWxsfSwiRGF0ZUZvcm1hdCI6eyIkaWQiOiIzMzY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zNjQiLCJGb3JtYXQiOjAsIklzVmlzaWJsZSI6ZmFsc2UsIkxhc3RLbm93blZpc2liaWxpdHlTdGF0ZSI6ZmFsc2V9LCJJc1Zpc2libGUiOnRydWUsIlZhcmlhbmNlU3R5bGUiOnsiJGlkIjoiMzM2NSIsIlRleHRTdHlsZSI6eyIkaWQiOiIzMzY2IiwiRm9udFNldHRpbmdzIjp7IiRpZCI6IjMzNjciLCJGb250U2l6ZSI6MTEsIkZvbnROYW1lIjoiQ2FsaWJyaSIsIklzQm9sZCI6ZmFsc2UsIklzSXRhbGljIjpmYWxzZSwiSXNVbmRlcmxpbmVkIjpmYWxzZSwiUGFyZW50U3R5bGUiOm51bGx9LCJBdXRvU2l6ZSI6MCwiRm9yZWdyb3VuZCI6eyIkaWQiOiIzMzY4IiwiQ29sb3IiOnsiJGlkIjoiMzM2O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MzcwIiwiVG9wIjowLjAsIkxlZnQiOjAuMCwiUmlnaHQiOjAuMCwiQm90dG9tIjowLjB9LCJQYWRkaW5nIjp7IiRpZCI6IjMzNzEiLCJUb3AiOjAuMCwiTGVmdCI6MC4wLCJSaWdodCI6MC4wLCJCb3R0b20iOjAuMH0sIkJhY2tncm91bmQiOnsiJGlkIjoiMzM3MiIsIkNvbG9yIjp7IiRpZCI6IjMzNzMiLCJBIjowLCJSIjowLCJHIjowLCJCIjowfX0sIklzVmlzaWJsZSI6ZmFsc2UsIldpZHRoIjowLjAsIkhlaWdodCI6MC4wLCJCb3JkZXJTdHlsZSI6eyIkaWQiOiIzMzc0IiwiTGluZUNvbG9yIjpudWxsLCJMaW5lV2VpZ2h0IjowLjAsIkxpbmVUeXBlIjowLCJQYXJlbnRTdHlsZSI6bnVsbH0sIlBhcmVudFN0eWxlIjpudWxsfSwiUGFyZW50U3R5bGUiOm51bGx9LCJQYXJlbnRTdHlsZSI6bnVsbH0sIkh5cGVybGluayI6bnVsbCwiQmFzZWxpbmVEYXRhIjp7IiRpZCI6IjMzNzUiLCJEYXRlIjoiMjAyNS0xMC0zMFQyMzo1OTowMCJ9LCJJbXBvcnRJZCI6IiJ9XSwiSWQiOiIwMDAwMDAwMC0wMDAwLTAwMDAtMDAwMC0wMDAwMDAwMDAwMDAiLCJJc1NpbmdsZUl0ZW1Sb3ciOnRydWV9XSwiSW5kZXgiOjM4LCJJZCI6ImIzMjRkNWM4LWQyM2QtNDdmNi05MTNmLWIwOGJkNWY1YTliMSIsIkhlYWRlclRleHQiOm51bGwsIklzRGVmYXVsdCI6dHJ1ZSwiU3R5bGUiOnsiJGlkIjoiMzM3NiIsIkhlYWRlclN0eWxlIjp7IiRpZCI6IjMzNzciLCJUZXh0U3R5bGUiOnsiJGlkIjoiMzM3OCIsIkZvbnRTZXR0aW5ncyI6eyIkaWQiOiIzMzc5IiwiRm9udFNpemUiOjExLCJGb250TmFtZSI6IkNhbGlicmkiLCJJc0JvbGQiOmZhbHNlLCJJc0l0YWxpYyI6ZmFsc2UsIklzVW5kZXJsaW5lZCI6ZmFsc2UsIlBhcmVudFN0eWxlIjpudWxsfSwiQXV0b1NpemUiOjIsIkZvcmVncm91bmQiOnsiJGlkIjoiMzM4MCIsIkNvbG9yIjp7IiRpZCI6IjMzODEiLCJBIjoyNTUsIlIiOjAsIkciOjAsIkIiOjB9fSwiTWF4V2lkdGgiOjAuMCwiTWF4SGVpZ2h0IjoiSW5maW5pdHkiLCJTbWFydEZvcmVncm91bmRJc0FjdGl2ZSI6ZmFsc2UsIkhvcml6b250YWxBbGlnbm1lbnQiOjAsIlZlcnRpY2FsQWxpZ25tZW50IjowLCJTbWFydEZvcmVncm91bmQiOm51bGwsIkJhY2tncm91bmRGaWxsVHlwZSI6MCwiTWFyZ2luIjp7IiRpZCI6IjMzODIiLCJUb3AiOjAuMCwiTGVmdCI6MC4wLCJSaWdodCI6MC4wLCJCb3R0b20iOjAuMH0sIlBhZGRpbmciOnsiJGlkIjoiMzM4MyIsIlRvcCI6MC4wLCJMZWZ0IjowLjAsIlJpZ2h0IjowLjAsIkJvdHRvbSI6MC4wfSwiQmFja2dyb3VuZCI6bnVsbCwiSXNWaXNpYmxlIjp0cnVlLCJXaWR0aCI6MC4wLCJIZWlnaHQiOjAuMCwiQm9yZGVyU3R5bGUiOm51bGwsIlBhcmVudFN0eWxlIjpudWxsfSwiUmVjdGFuZ2xlU3R5bGUiOnsiJGlkIjoiMzM4NCIsIk1hcmdpbiI6eyIkaWQiOiIzMzg1IiwiVG9wIjowLjAsIkxlZnQiOjAuMCwiUmlnaHQiOjAuMCwiQm90dG9tIjowLjB9LCJQYWRkaW5nIjp7IiRpZCI6IjMzODYiLCJUb3AiOjAuMCwiTGVmdCI6MC4wLCJSaWdodCI6MC4wLCJCb3R0b20iOjAuMH0sIkJhY2tncm91bmQiOnsiJGlkIjoiMzM4NyIsIkNvbG9yIjp7IiRpZCI6IjMzODgiLCJBIjo2MywiUiI6MCwiRyI6MTMzLCJCIjoxNDB9fSwiSXNWaXNpYmxlIjp0cnVlLCJXaWR0aCI6MC4wLCJIZWlnaHQiOjAuMCwiQm9yZGVyU3R5bGUiOnsiJGlkIjoiMzM4OSIsIkxpbmVDb2xvciI6eyIkaWQiOiIzMzkwIiwiJHR5cGUiOiJOTFJFLkNvbW1vbi5Eb20uU29saWRDb2xvckJydXNoLCBOTFJFLkNvbW1vbiIsIkNvbG9yIjp7IiRpZCI6IjMzOTEiLCJBIjoyNTUsIlIiOjI1NSwiRyI6MCwiQiI6MH19LCJMaW5lV2VpZ2h0IjowLjAsIkxpbmVUeXBlIjowLCJQYXJlbnRTdHlsZSI6bnVsbH0sIlBhcmVudFN0eWxlIjpudWxsfSwiTWFyZ2luIjp7IiRpZCI6IjMzOTIiLCJUb3AiOjAuMCwiTGVmdCI6MC4wLCJSaWdodCI6MC4wLCJCb3R0b20iOjAuMH0sIlBhZGRpbmciOnsiJGlkIjoiMzM5MyIsIlRvcCI6MC4wLCJMZWZ0IjowLjAsIlJpZ2h0IjowLjAsIkJvdHRvbSI6MC4wfSwiQmFja2dyb3VuZCI6bnVsbCwiSXNWaXNpYmxlIjp0cnVlLCJXaWR0aCI6MC4wLCJIZWlnaHQiOjAuMCwiQm9yZGVyU3R5bGUiOm51bGwsIlBhcmVudFN0eWxlIjpudWxsfSwiQmFja2dyb3VuZFN0eWxlIjp7IiRpZCI6IjMzOTQiLCJNYXJnaW4iOnsiJGlkIjoiMzM5NSIsIlRvcCI6MC4wLCJMZWZ0IjowLjAsIlJpZ2h0IjowLjAsIkJvdHRvbSI6MC4wfSwiUGFkZGluZyI6eyIkaWQiOiIzMzk2IiwiVG9wIjowLjAsIkxlZnQiOjAuMCwiUmlnaHQiOjAuMCwiQm90dG9tIjowLjB9LCJCYWNrZ3JvdW5kIjp7IiRpZCI6IjMzOTciLCJDb2xvciI6eyIkaWQiOiIzMzk4IiwiQSI6NTEsIlIiOjExNSwiRyI6MTE1LCJCIjoxMTV9fSwiSXNWaXNpYmxlIjp0cnVlLCJXaWR0aCI6MC4wLCJIZWlnaHQiOjAuMCwiQm9yZGVyU3R5bGUiOnsiJGlkIjoiMzM5OSIsIkxpbmVDb2xvciI6eyIkaWQiOiIzNDAwIiwiJHR5cGUiOiJOTFJFLkNvbW1vbi5Eb20uU29saWRDb2xvckJydXNoLCBOTFJFLkNvbW1vbiIsIkNvbG9yIjp7IiRpZCI6IjM0MDEiLCJBIjoyNTUsIlIiOjIzNCwiRyI6MjIsIkIiOjMwfX0sIkxpbmVXZWlnaHQiOjAuMCwiTGluZVR5cGUiOjAsIlBhcmVudFN0eWxlIjpudWxsfSwiUGFyZW50U3R5bGUiOm51bGx9LCJNYXJnaW4iOnsiJGlkIjoiMzQwMiIsIlRvcCI6MC4wLCJMZWZ0IjowLjAsIlJpZ2h0IjowLjAsIkJvdHRvbSI6MC4wfSwiUGFkZGluZyI6eyIkaWQiOiIzNDAzIiwiVG9wIjowLjAsIkxlZnQiOjAuMCwiUmlnaHQiOjAuMCwiQm90dG9tIjowLjB9LCJJc1Zpc2libGUiOnRydWUsIldpZHRoIjowLjAsIkhlaWdodCI6MC4wLCJCb3JkZXJTdHlsZSI6eyIkaWQiOiIzNDA0IiwiTGluZUNvbG9yIjpudWxsLCJMaW5lV2VpZ2h0IjowLjAsIkxpbmVUeXBlIjowLCJQYXJlbnRTdHlsZSI6bnVsbH0sIlBhcmVudFN0eWxlIjpudWxsfX1dLCJJZCI6IjAyY2VlMmJhLTMzZTgtNDgxNi1hNWVmLWU2NDA4MzM2YTRmMiIsIkluZGV4IjozOCwiSGVhZGVyVGV4dCI6IlByb2NlcyBtZWQgU3RhdGVucyBJVC1yw6VkIiwiU3R5bGUiOnsiJGlkIjoiMzQwNSIsIlN0eWxlSWQiOiIwMDAwMDAwMC0wMDAwLTAwMDAtMDAwMC0wMDAwMDAwMDAwMDAiLCJIZWFkZXJTdHlsZSI6eyIkaWQiOiIzNDA2IiwiVGV4dElzVmVydGljYWwiOmZhbHNlLCJUZXh0U3R5bGUiOnsiJGlkIjoiMzQwNyIsIkZvbnRTZXR0aW5ncyI6eyIkaWQiOiIzNDA4IiwiRm9udFNpemUiOjEyLCJGb250TmFtZSI6IkNhbGlicmkiLCJJc0JvbGQiOmZhbHNlLCJJc0l0YWxpYyI6ZmFsc2UsIklzVW5kZXJsaW5lZCI6ZmFsc2UsIlBhcmVudFN0eWxlIjpudWxsfSwiQXV0b1NpemUiOjIsIkZvcmVncm91bmQiOnsiJGlkIjoiMzQwOSIsIkNvbG9yIjp7IiRpZCI6IjM0MTA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zNDExIiwiVG9wIjowLjAsIkxlZnQiOjAuMCwiUmlnaHQiOjAuMCwiQm90dG9tIjowLjB9LCJQYWRkaW5nIjp7IiRpZCI6IjM0MTIiLCJUb3AiOjAuMCwiTGVmdCI6MC4wLCJSaWdodCI6MC4wLCJCb3R0b20iOjAuMH0sIkJhY2tncm91bmQiOm51bGwsIklzVmlzaWJsZSI6dHJ1ZSwiV2lkdGgiOjAuMCwiSGVpZ2h0IjowLjAsIkJvcmRlclN0eWxlIjpudWxsLCJQYXJlbnRTdHlsZSI6bnVsbH0sIlJlY3RhbmdsZVN0eWxlIjp7IiRpZCI6IjM0MTMiLCJNYXJnaW4iOnsiJGlkIjoiMzQxNCIsIlRvcCI6MC4wLCJMZWZ0IjowLjAsIlJpZ2h0IjowLjAsIkJvdHRvbSI6MC4wfSwiUGFkZGluZyI6eyIkaWQiOiIzNDE1IiwiVG9wIjowLjAsIkxlZnQiOjAuMCwiUmlnaHQiOjAuMCwiQm90dG9tIjowLjB9LCJCYWNrZ3JvdW5kIjp7IiRpZCI6IjM0MTYiLCJDb2xvciI6eyIkaWQiOiIzNDE3IiwiQSI6MjU1LCJSIjowLCJHIjoxMzMsIkIiOjE0MH19LCJJc1Zpc2libGUiOnRydWUsIldpZHRoIjowLjAsIkhlaWdodCI6MC4wLCJCb3JkZXJTdHlsZSI6eyIkaWQiOiIzNDE4IiwiTGluZUNvbG9yIjp7IiRpZCI6IjM0MTkiLCIkdHlwZSI6Ik5MUkUuQ29tbW9uLkRvbS5Tb2xpZENvbG9yQnJ1c2gsIE5MUkUuQ29tbW9uIiwiQ29sb3IiOnsiJGlkIjoiMzQyMCIsIkEiOjI1NSwiUiI6MjU1LCJHIjowLCJCIjowfX0sIkxpbmVXZWlnaHQiOjAuMCwiTGluZVR5cGUiOjAsIlBhcmVudFN0eWxlIjpudWxsfSwiUGFyZW50U3R5bGUiOm51bGx9LCJNYXJnaW4iOnsiJGlkIjoiMzQyMSIsIlRvcCI6MC4wLCJMZWZ0IjowLjAsIlJpZ2h0IjowLjAsIkJvdHRvbSI6MC4wfSwiUGFkZGluZyI6eyIkaWQiOiIzNDIyIiwiVG9wIjowLjAsIkxlZnQiOjAuMCwiUmlnaHQiOjAuMCwiQm90dG9tIjowLjB9LCJCYWNrZ3JvdW5kIjpudWxsLCJJc1Zpc2libGUiOnRydWUsIldpZHRoIjowLjAsIkhlaWdodCI6MC4wLCJCb3JkZXJTdHlsZSI6bnVsbCwiUGFyZW50U3R5bGUiOm51bGx9LCJCYWNrZ3JvdW5kU3R5bGUiOnsiJGlkIjoiMzQyMyIsIk1hcmdpbiI6eyIkaWQiOiIzNDI0IiwiVG9wIjowLjAsIkxlZnQiOjAuMCwiUmlnaHQiOjAuMCwiQm90dG9tIjowLjB9LCJQYWRkaW5nIjp7IiRpZCI6IjM0MjUiLCJUb3AiOjAuMCwiTGVmdCI6MC4wLCJSaWdodCI6MC4wLCJCb3R0b20iOjAuMH0sIkJhY2tncm91bmQiOnsiJGlkIjoiMzQyNiIsIkNvbG9yIjp7IiRpZCI6IjM0MjciLCJBIjo1MSwiUiI6MTE1LCJHIjoxMTUsIkIiOjExNX19LCJJc1Zpc2libGUiOnRydWUsIldpZHRoIjowLjAsIkhlaWdodCI6MC4wLCJCb3JkZXJTdHlsZSI6eyIkaWQiOiIzNDI4IiwiTGluZUNvbG9yIjp7IiRpZCI6IjM0MjkiLCIkdHlwZSI6Ik5MUkUuQ29tbW9uLkRvbS5Tb2xpZENvbG9yQnJ1c2gsIE5MUkUuQ29tbW9uIiwiQ29sb3IiOnsiJGlkIjoiMzQzMCIsIkEiOjI1NSwiUiI6MjU1LCJHIjowLCJCIjowfX0sIkxpbmVXZWlnaHQiOjAuMCwiTGluZVR5cGUiOjAsIlBhcmVudFN0eWxlIjpudWxsfSwiUGFyZW50U3R5bGUiOm51bGx9LCJJc0Fib3ZlVGltZWJhbmQiOmZhbHNlLCJTcGFjaW5nIjozLCJEZWZhdWx0U3dpbWxhbmVUYXNrU3R5bGUiOnsiJGlkIjoiMzQzMSIsIiR0eXBlIjoiTkxSRS5Db21tb24uRG9tLlN0eWxlcy5FeHBsaWNpdFNldGFibGVUYXNrU3R5bGUsIE5MUkUuQ29tbW9uIiwiU2hhcGUiOjEsIlNoYXBlVGhpY2tuZXNzIjowLCJEdXJhdGlvbkZvcm1hdCI6MCwiSW5jbHVkZU5vbldvcmtpbmdEYXlzSW5EdXJhdGlvbiI6ZmFsc2UsIlBlcmNlbnRhZ2VDb21wbGV0ZVN0eWxlIjp7IiRpZCI6IjM0MzIiLCJGb250U2V0dGluZ3MiOnsiJGlkIjoiMzQzMyIsIkZvbnRTaXplIjoxMCwiRm9udE5hbWUiOiJDYWxpYnJpIiwiSXNCb2xkIjpmYWxzZSwiSXNJdGFsaWMiOmZhbHNlLCJJc1VuZGVybGluZWQiOmZhbHNlLCJQYXJlbnRTdHlsZSI6bnVsbH0sIkF1dG9TaXplIjowLCJGb3JlZ3JvdW5kIjp7IiRpZCI6IjM0MzQiLCJDb2xvciI6eyIkaWQiOiIzNDM1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MzQzNiIsIlRvcCI6MC4wLCJMZWZ0IjowLjAsIlJpZ2h0IjowLjAsIkJvdHRvbSI6MC4wfSwiUGFkZGluZyI6eyIkaWQiOiIzNDM3IiwiVG9wIjowLjAsIkxlZnQiOjAuMCwiUmlnaHQiOjAuMCwiQm90dG9tIjowLjB9LCJCYWNrZ3JvdW5kIjp7IiRpZCI6IjM0MzgiLCJDb2xvciI6eyIkaWQiOiIzNDM5IiwiQSI6ODksIlIiOjAsIkciOjAsIkIiOjB9fSwiSXNWaXNpYmxlIjp0cnVlLCJXaWR0aCI6MC4wLCJIZWlnaHQiOjAuMCwiQm9yZGVyU3R5bGUiOnsiJGlkIjoiMzQ0MCIsIkxpbmVDb2xvciI6bnVsbCwiTGluZVdlaWdodCI6MC4wLCJMaW5lVHlwZSI6MCwiUGFyZW50U3R5bGUiOm51bGx9LCJQYXJlbnRTdHlsZSI6bnVsbH0sIkR1cmF0aW9uU3R5bGUiOnsiJGlkIjoiMzQ0MSIsIkZvbnRTZXR0aW5ncyI6eyIkaWQiOiIzNDQyIiwiRm9udFNpemUiOjEwLCJGb250TmFtZSI6IkNhbGlicmkiLCJJc0JvbGQiOmZhbHNlLCJJc0l0YWxpYyI6ZmFsc2UsIklzVW5kZXJsaW5lZCI6ZmFsc2UsIlBhcmVudFN0eWxlIjpudWxsfSwiQXV0b1NpemUiOjAsIkZvcmVncm91bmQiOnsiJGlkIjoiMzQ0MyIsIkNvbG9yIjp7IiRpZCI6IjM0NDQ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zNDQ1IiwiVG9wIjowLjAsIkxlZnQiOjAuMCwiUmlnaHQiOjAuMCwiQm90dG9tIjowLjB9LCJQYWRkaW5nIjp7IiRpZCI6IjM0NDYiLCJUb3AiOjAuMCwiTGVmdCI6MC4wLCJSaWdodCI6MC4wLCJCb3R0b20iOjAuMH0sIkJhY2tncm91bmQiOnsiJGlkIjoiMzQ0NyIsIkNvbG9yIjp7IiRpZCI6IjM0NDgiLCJBIjowLCJSIjowLCJHIjowLCJCIjowfX0sIklzVmlzaWJsZSI6dHJ1ZSwiV2lkdGgiOjAuMCwiSGVpZ2h0IjowLjAsIkJvcmRlclN0eWxlIjp7IiRpZCI6IjM0NDkiLCJMaW5lQ29sb3IiOm51bGwsIkxpbmVXZWlnaHQiOjAuMCwiTGluZVR5cGUiOjAsIlBhcmVudFN0eWxlIjpudWxsfSwiUGFyZW50U3R5bGUiOm51bGx9LCJIb3Jpem9udGFsQ29ubmVjdG9yU3R5bGUiOnsiJGlkIjoiMzQ1MCIsIkxpbmVDb2xvciI6eyIkaWQiOiIzNDUxIiwiJHR5cGUiOiJOTFJFLkNvbW1vbi5Eb20uU29saWRDb2xvckJydXNoLCBOTFJFLkNvbW1vbiIsIkNvbG9yIjp7IiRpZCI6IjM0NTIiLCJBIjoyNTUsIlIiOjIwNCwiRyI6MjA0LCJCIjoyMDR9fSwiTGluZVdlaWdodCI6MS4wLCJMaW5lVHlwZSI6MCwiUGFyZW50U3R5bGUiOm51bGx9LCJWZXJ0aWNhbENvbm5lY3RvclN0eWxlIjp7IiRpZCI6IjM0NTMiLCJMaW5lQ29sb3IiOnsiJGlkIjoiMzQ1NCIsIiR0eXBlIjoiTkxSRS5Db21tb24uRG9tLlNvbGlkQ29sb3JCcnVzaCwgTkxSRS5Db21tb24iLCJDb2xvciI6eyIkaWQiOiIzNDU1IiwiQSI6MjU1LCJSIjoyMDQsIkciOjIwNCwiQiI6MjA0fX0sIkxpbmVXZWlnaHQiOjAuMCwiTGluZVR5cGUiOjAsIlBhcmVudFN0eWxlIjpudWxsfSwiTWFyZ2luIjpudWxsLCJTdGFydERhdGVQb3NpdGlvbiI6NiwiRW5kRGF0ZVBvc2l0aW9uIjo2LCJEYXRlSXNWaXNpYmxlIjpmYWxzZSwiVGl0bGVQb3NpdGlvbiI6NCwiRHVyYXRpb25Qb3NpdGlvbiI6NiwiUGVyY2VudGFnZUNvbXBsZXRlZFBvc2l0aW9uIjoyLCJWYXJpYW5jZVBvc2l0aW9uIjo2LCJTcGFjaW5nIjozLCJJc0JlbG93VGltZWJhbmQiOnRydWUsIlBlcmNlbnRhZ2VDb21wbGV0ZVNoYXBlT3BhY2l0eSI6MzUsIkJhc2VsaW5lU3R5bGUiOnsiJGlkIjoiMzQ1NiIsIlNoYXBlU3R5bGUiOnsiJGlkIjoiMzQ1NyIsIk1hcmdpbiI6eyIkaWQiOiIzNDU4IiwiVG9wIjowLjAsIkxlZnQiOjAuMCwiUmlnaHQiOjAuMCwiQm90dG9tIjowLjB9LCJQYWRkaW5nIjp7IiRpZCI6IjM0NTkiLCJUb3AiOjAuMCwiTGVmdCI6MC4wLCJSaWdodCI6MC4wLCJCb3R0b20iOjAuMH0sIkJhY2tncm91bmQiOnsiJGlkIjoiMzQ2MCIsIkNvbG9yIjp7IiRpZCI6IjM0NjEiLCJBIjoxNTMsIlIiOjAsIkciOjAsIkIiOjB9fSwiSXNWaXNpYmxlIjp0cnVlLCJXaWR0aCI6MC4wLCJIZWlnaHQiOjAuMCwiQm9yZGVyU3R5bGUiOnsiJGlkIjoiMzQ2MiIsIkxpbmVDb2xvciI6bnVsbCwiTGluZVdlaWdodCI6MC4wLCJMaW5lVHlwZSI6MCwiUGFyZW50U3R5bGUiOm51bGx9LCJQYXJlbnRTdHlsZSI6bnVsbH0sIk1hcmdpbiI6eyIkaWQiOiIzNDYzIiwiVG9wIjowLjAsIkxlZnQiOjAuMCwiUmlnaHQiOjAuMCwiQm90dG9tIjowLjB9LCJQYWRkaW5nIjp7IiRpZCI6IjM0NjQiLCJUb3AiOjAuMCwiTGVmdCI6MC4wLCJSaWdodCI6MC4wLCJCb3R0b20iOjAuMH0sIkJhY2tncm91bmQiOm51bGwsIklzVmlzaWJsZSI6dHJ1ZSwiV2lkdGgiOjAuMCwiSGVpZ2h0IjowLjAsIkJvcmRlclN0eWxlIjpudWxsLCJQYXJlbnRTdHlsZSI6bnVsbH0sIlNoYXBlU3R5bGUiOnsiJGlkIjoiMzQ2NSIsIk1hcmdpbiI6eyIkaWQiOiIzNDY2IiwiVG9wIjowLjAsIkxlZnQiOjQuMCwiUmlnaHQiOjQuMCwiQm90dG9tIjowLjB9LCJQYWRkaW5nIjp7IiRpZCI6IjM0NjciLCJUb3AiOjAuMCwiTGVmdCI6MC4wLCJSaWdodCI6MC4wLCJCb3R0b20iOjAuMH0sIkJhY2tncm91bmQiOnsiJGlkIjoiMzQ2OCIsIkNvbG9yIjp7IiRpZCI6IjM0NjkiLCJBIjoyNTUsIlIiOjI2LCJHIjoxNzAsIkIiOjY2fX0sIklzVmlzaWJsZSI6dHJ1ZSwiV2lkdGgiOjI1Ni4wLCJIZWlnaHQiOjEwLjAsIkJvcmRlclN0eWxlIjp7IiRpZCI6IjM0NzAiLCJMaW5lQ29sb3IiOnsiJGlkIjoiMzQ3MSIsIiR0eXBlIjoiTkxSRS5Db21tb24uRG9tLlNvbGlkQ29sb3JCcnVzaCwgTkxSRS5Db21tb24iLCJDb2xvciI6eyIkaWQiOiIzNDcyIiwiQSI6MjU1LCJSIjoyMzQsIkciOjIyLCJCIjozMH19LCJMaW5lV2VpZ2h0IjowLjAsIkxpbmVUeXBlIjowLCJQYXJlbnRTdHlsZSI6bnVsbH0sIlBhcmVudFN0eWxlIjpudWxsfSwiVGl0bGVTdHlsZSI6eyIkaWQiOiIzNDczIiwiRm9udFNldHRpbmdzIjp7IiRpZCI6IjM0NzQiLCJGb250U2l6ZSI6MTEsIkZvbnROYW1lIjoiQ2FsaWJyaSIsIklzQm9sZCI6dHJ1ZSwiSXNJdGFsaWMiOmZhbHNlLCJJc1VuZGVybGluZWQiOmZhbHNlLCJQYXJlbnRTdHlsZSI6bnVsbH0sIkF1dG9TaXplIjowLCJGb3JlZ3JvdW5kIjp7IiRpZCI6IjM0NzUiLCJDb2xvciI6eyIkaWQiOiIzNDc2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0NzciLCJUb3AiOjAuMCwiTGVmdCI6MC4wLCJSaWdodCI6MC4wLCJCb3R0b20iOjAuMH0sIlBhZGRpbmciOnsiJGlkIjoiMzQ3OCIsIlRvcCI6MC4wLCJMZWZ0IjowLjAsIlJpZ2h0IjowLjAsIkJvdHRvbSI6MC4wfSwiQmFja2dyb3VuZCI6eyIkaWQiOiIzNDc5IiwiQ29sb3IiOnsiJGlkIjoiMzQ4MCIsIkEiOjAsIlIiOjI1NSwiRyI6MjU1LCJCIjoyNTV9fSwiSXNWaXNpYmxlIjp0cnVlLCJXaWR0aCI6MC4wLCJIZWlnaHQiOjAuMCwiQm9yZGVyU3R5bGUiOnsiJGlkIjoiMzQ4MSIsIkxpbmVDb2xvciI6bnVsbCwiTGluZVdlaWdodCI6MC4wLCJMaW5lVHlwZSI6MCwiUGFyZW50U3R5bGUiOm51bGx9LCJQYXJlbnRTdHlsZSI6bnVsbH0sIkRhdGVTdHlsZSI6eyIkaWQiOiIzNDgyIiwiRm9udFNldHRpbmdzIjp7IiRpZCI6IjM0ODMiLCJGb250U2l6ZSI6MTAsIkZvbnROYW1lIjoiQ2FsaWJyaSIsIklzQm9sZCI6ZmFsc2UsIklzSXRhbGljIjpmYWxzZSwiSXNVbmRlcmxpbmVkIjpmYWxzZSwiUGFyZW50U3R5bGUiOm51bGx9LCJBdXRvU2l6ZSI6MCwiRm9yZWdyb3VuZCI6eyIkaWQiOiIzNDg0IiwiQ29sb3IiOnsiJGlkIjoiMzQ4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Q4NiIsIlRvcCI6MC4wLCJMZWZ0IjowLjAsIlJpZ2h0IjowLjAsIkJvdHRvbSI6MC4wfSwiUGFkZGluZyI6eyIkaWQiOiIzNDg3IiwiVG9wIjowLjAsIkxlZnQiOjAuMCwiUmlnaHQiOjAuMCwiQm90dG9tIjowLjB9LCJCYWNrZ3JvdW5kIjp7IiRpZCI6IjM0ODgiLCJDb2xvciI6eyIkaWQiOiIzNDg5IiwiQSI6MCwiUiI6MCwiRyI6MCwiQiI6MH19LCJJc1Zpc2libGUiOnRydWUsIldpZHRoIjowLjAsIkhlaWdodCI6MC4wLCJCb3JkZXJTdHlsZSI6eyIkaWQiOiIzNDkwIiwiTGluZUNvbG9yIjpudWxsLCJMaW5lV2VpZ2h0IjowLjAsIkxpbmVUeXBlIjowLCJQYXJlbnRTdHlsZSI6bnVsbH0sIlBhcmVudFN0eWxlIjpudWxsfSwiRGF0ZUZvcm1hdCI6eyIkaWQiOiIzNDk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0OTIiLCJGb3JtYXQiOjAsIklzVmlzaWJsZSI6ZmFsc2UsIkxhc3RLbm93blZpc2liaWxpdHlTdGF0ZSI6ZmFsc2V9LCJJc1Zpc2libGUiOnRydWUsIlZhcmlhbmNlU3R5bGUiOnsiJGlkIjoiMzQ5MyIsIlRleHRTdHlsZSI6eyIkaWQiOiIzNDk0IiwiRm9udFNldHRpbmdzIjp7IiRpZCI6IjM0OTUiLCJGb250U2l6ZSI6MTEsIkZvbnROYW1lIjoiQ2FsaWJyaSIsIklzQm9sZCI6ZmFsc2UsIklzSXRhbGljIjpmYWxzZSwiSXNVbmRlcmxpbmVkIjpmYWxzZSwiUGFyZW50U3R5bGUiOm51bGx9LCJBdXRvU2l6ZSI6MCwiRm9yZWdyb3VuZCI6eyIkaWQiOiIzNDk2IiwiQ29sb3IiOnsiJGlkIjoiMzQ5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Dk4IiwiVG9wIjowLjAsIkxlZnQiOjAuMCwiUmlnaHQiOjAuMCwiQm90dG9tIjowLjB9LCJQYWRkaW5nIjp7IiRpZCI6IjM0OTkiLCJUb3AiOjAuMCwiTGVmdCI6MC4wLCJSaWdodCI6MC4wLCJCb3R0b20iOjAuMH0sIkJhY2tncm91bmQiOnsiJGlkIjoiMzUwMCIsIkNvbG9yIjp7IiRpZCI6IjM1MDEiLCJBIjowLCJSIjowLCJHIjowLCJCIjowfX0sIklzVmlzaWJsZSI6dHJ1ZSwiV2lkdGgiOjAuMCwiSGVpZ2h0IjowLjAsIkJvcmRlclN0eWxlIjp7IiRpZCI6IjM1MDIiLCJMaW5lQ29sb3IiOm51bGwsIkxpbmVXZWlnaHQiOjAuMCwiTGluZVR5cGUiOjAsIlBhcmVudFN0eWxlIjpudWxsfSwiUGFyZW50U3R5bGUiOm51bGx9LCJQYXJlbnRTdHlsZSI6bnVsbH0sIlBhcmVudFN0eWxlIjpudWxsLCJfZXhwbGljaXRseVNldCI6eyIkaWQiOiIzNTAz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zUwNCIsIlNoYXBlIjoyLCJDb25uZWN0b3JNYXJnaW4iOnsiJGlkIjoiMzUwNSIsIlRvcCI6MC4wLCJMZWZ0IjoyLjAsIlJpZ2h0IjoyLjAsIkJvdHRvbSI6MC4wfSwiQ29ubmVjdG9yU3R5bGUiOnsiJGlkIjoiMzUwNiIsIkxpbmVDb2xvciI6eyIkaWQiOiIzNTA3IiwiJHR5cGUiOiJOTFJFLkNvbW1vbi5Eb20uU29saWRDb2xvckJydXNoLCBOTFJFLkNvbW1vbiIsIkNvbG9yIjp7IiRpZCI6IjM1MDgiLCJBIjoxMjcsIlIiOjc5LCJHIjoxMjksIkIiOjE4OX19LCJMaW5lV2VpZ2h0IjoxLjAsIkxpbmVUeXBlIjowLCJQYXJlbnRTdHlsZSI6bnVsbH0sIklzQmVsb3dUaW1lYmFuZCI6ZmFsc2UsIlBvc2l0aW9uT25UYXNrIjoxLCJIaWRlRGF0ZSI6ZmFsc2UsIlNoYXBlU2l6ZSI6MSwiU3BhY2luZyI6MC4wLCJQYWRkaW5nIjp7IiRpZCI6IjM1MDkiLCJUb3AiOjUuMCwiTGVmdCI6My4wLCJSaWdodCI6MC4wLCJCb3R0b20iOjIuMH0sIlNoYXBlU3R5bGUiOnsiJGlkIjoiMzUxMCIsIk1hcmdpbiI6eyIkaWQiOiIzNTExIiwiVG9wIjowLjAsIkxlZnQiOjAuMCwiUmlnaHQiOjAuMCwiQm90dG9tIjowLjB9LCJQYWRkaW5nIjp7IiRpZCI6IjM1MTIiLCJUb3AiOjAuMCwiTGVmdCI6MC4wLCJSaWdodCI6MC4wLCJCb3R0b20iOjAuMH0sIkJhY2tncm91bmQiOnsiJGlkIjoiMzUxMyIsIkNvbG9yIjp7IiRpZCI6IjM1MTQiLCJBIjoyNTUsIlIiOjAsIkciOjEzMywiQiI6MTQwfX0sIklzVmlzaWJsZSI6dHJ1ZSwiV2lkdGgiOjEzLjAsIkhlaWdodCI6MTMuMCwiQm9yZGVyU3R5bGUiOnsiJGlkIjoiMzUxNSIsIkxpbmVDb2xvciI6eyIkaWQiOiIzNTE2IiwiJHR5cGUiOiJOTFJFLkNvbW1vbi5Eb20uU29saWRDb2xvckJydXNoLCBOTFJFLkNvbW1vbiIsIkNvbG9yIjp7IiRpZCI6IjM1MTciLCJBIjoyNTUsIlIiOjIzNCwiRyI6MjIsIkIiOjMwfX0sIkxpbmVXZWlnaHQiOjAuMCwiTGluZVR5cGUiOjAsIlBhcmVudFN0eWxlIjpudWxsfSwiUGFyZW50U3R5bGUiOm51bGx9LCJUaXRsZVN0eWxlIjp7IiRpZCI6IjM1MTgiLCJGb250U2V0dGluZ3MiOnsiJGlkIjoiMzUxOSIsIkZvbnRTaXplIjoxMSwiRm9udE5hbWUiOiJDYWxpYnJpIiwiSXNCb2xkIjp0cnVlLCJJc0l0YWxpYyI6ZmFsc2UsIklzVW5kZXJsaW5lZCI6ZmFsc2UsIlBhcmVudFN0eWxlIjpudWxsfSwiQXV0b1NpemUiOjAsIkZvcmVncm91bmQiOnsiJGlkIjoiMzUyMCIsIkNvbG9yIjp7IiRpZCI6IjM1Mj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UyMiIsIlRvcCI6MC4wLCJMZWZ0IjowLjAsIlJpZ2h0IjowLjAsIkJvdHRvbSI6MC4wfSwiUGFkZGluZyI6eyIkaWQiOiIzNTIzIiwiVG9wIjowLjAsIkxlZnQiOjAuMCwiUmlnaHQiOjAuMCwiQm90dG9tIjowLjB9LCJCYWNrZ3JvdW5kIjp7IiRpZCI6IjM1MjQiLCJDb2xvciI6eyIkaWQiOiIzNTI1IiwiQSI6MCwiUiI6MCwiRyI6MCwiQiI6MH19LCJJc1Zpc2libGUiOnRydWUsIldpZHRoIjowLjAsIkhlaWdodCI6MC4wLCJCb3JkZXJTdHlsZSI6eyIkaWQiOiIzNTI2IiwiTGluZUNvbG9yIjpudWxsLCJMaW5lV2VpZ2h0IjowLjAsIkxpbmVUeXBlIjowLCJQYXJlbnRTdHlsZSI6bnVsbH0sIlBhcmVudFN0eWxlIjpudWxsfSwiRGF0ZVN0eWxlIjp7IiRpZCI6IjM1MjciLCJGb250U2V0dGluZ3MiOnsiJGlkIjoiMzUyOCIsIkZvbnRTaXplIjoxMCwiRm9udE5hbWUiOiJDYWxpYnJpIiwiSXNCb2xkIjpmYWxzZSwiSXNJdGFsaWMiOmZhbHNlLCJJc1VuZGVybGluZWQiOmZhbHNlLCJQYXJlbnRTdHlsZSI6bnVsbH0sIkF1dG9TaXplIjowLCJGb3JlZ3JvdW5kIjp7IiRpZCI6IjM1MjkiLCJDb2xvciI6eyIkaWQiOiIzNTM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NTMxIiwiVG9wIjowLjAsIkxlZnQiOjAuMCwiUmlnaHQiOjAuMCwiQm90dG9tIjowLjB9LCJQYWRkaW5nIjp7IiRpZCI6IjM1MzIiLCJUb3AiOjAuMCwiTGVmdCI6MC4wLCJSaWdodCI6MC4wLCJCb3R0b20iOjAuMH0sIkJhY2tncm91bmQiOnsiJGlkIjoiMzUzMyIsIkNvbG9yIjp7IiRpZCI6IjM1MzQiLCJBIjowLCJSIjowLCJHIjowLCJCIjowfX0sIklzVmlzaWJsZSI6dHJ1ZSwiV2lkdGgiOjAuMCwiSGVpZ2h0IjowLjAsIkJvcmRlclN0eWxlIjp7IiRpZCI6IjM1MzUiLCJMaW5lQ29sb3IiOm51bGwsIkxpbmVXZWlnaHQiOjAuMCwiTGluZVR5cGUiOjAsIlBhcmVudFN0eWxlIjpudWxsfSwiUGFyZW50U3R5bGUiOm51bGx9LCJEYXRlRm9ybWF0Ijp7IiRpZCI6IjM1M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UzNyIsIkZvcm1hdCI6MCwiSXNWaXNpYmxlIjpmYWxzZSwiTGFzdEtub3duVmlzaWJpbGl0eVN0YXRlIjpmYWxzZX0sIklzVmlzaWJsZSI6dHJ1ZSwiVmFyaWFuY2VTdHlsZSI6eyIkaWQiOiIzNTM4IiwiVGV4dFN0eWxlIjp7IiRpZCI6IjM1MzkiLCJGb250U2V0dGluZ3MiOnsiJGlkIjoiMzU0MCIsIkZvbnRTaXplIjoxMSwiRm9udE5hbWUiOiJDYWxpYnJpIiwiSXNCb2xkIjpmYWxzZSwiSXNJdGFsaWMiOmZhbHNlLCJJc1VuZGVybGluZWQiOmZhbHNlLCJQYXJlbnRTdHlsZSI6bnVsbH0sIkF1dG9TaXplIjowLCJGb3JlZ3JvdW5kIjp7IiRpZCI6IjM1NDEiLCJDb2xvciI6eyIkaWQiOiIzNTQ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1NDMiLCJUb3AiOjAuMCwiTGVmdCI6MC4wLCJSaWdodCI6MC4wLCJCb3R0b20iOjAuMH0sIlBhZGRpbmciOnsiJGlkIjoiMzU0NCIsIlRvcCI6MC4wLCJMZWZ0IjowLjAsIlJpZ2h0IjowLjAsIkJvdHRvbSI6MC4wfSwiQmFja2dyb3VuZCI6eyIkaWQiOiIzNTQ1IiwiQ29sb3IiOnsiJGlkIjoiMzU0NiIsIkEiOjAsIlIiOjAsIkciOjAsIkIiOjB9fSwiSXNWaXNpYmxlIjpmYWxzZSwiV2lkdGgiOjAuMCwiSGVpZ2h0IjowLjAsIkJvcmRlclN0eWxlIjp7IiRpZCI6IjM1NDciLCJMaW5lQ29sb3IiOm51bGwsIkxpbmVXZWlnaHQiOjAuMCwiTGluZVR5cGUiOjAsIlBhcmVudFN0eWxlIjpudWxsfSwiUGFyZW50U3R5bGUiOm51bGx9LCJQYXJlbnRTdHlsZSI6bnVsbH0sIlBhcmVudFN0eWxlIjpudWxsfSwiRGVmYXVsdFN3aW1sYW5lTWlsZXN0b25lU3R5bGUiOnsiJGlkIjoiMzU0OCIsIlRpdGxlUG9zaXRpb24iOiJSaWdodCIsIkRhdGVQb3NpdGlvbiI6IkxlZnQiLCJWYXJpYW5jZVBvc2l0aW9uIjoiTGVmdCIsIlNoYXBlVHlwZSI6MiwiU2hhcGVTaXplIjoxLCJTcGFjaW5nIjo1LCJTaGFwZVN0eWxlIjp7IiRpZCI6IjM1NDkiLCJNYXJnaW4iOnsiJGlkIjoiMzU1MCIsIlRvcCI6MC4wLCJMZWZ0IjowLjAsIlJpZ2h0IjowLjAsIkJvdHRvbSI6MC4wfSwiUGFkZGluZyI6eyIkaWQiOiIzNTUxIiwiVG9wIjowLjAsIkxlZnQiOjAuMCwiUmlnaHQiOjAuMCwiQm90dG9tIjowLjB9LCJCYWNrZ3JvdW5kIjp7IiRpZCI6IjM1NTIiLCJDb2xvciI6eyIkaWQiOiIzNTUzIiwiQSI6MjU1LCJSIjoyNiwiRyI6MTcwLCJCIjo2Nn19LCJJc1Zpc2libGUiOnRydWUsIldpZHRoIjoxMy4wLCJIZWlnaHQiOjEzLjAsIkJvcmRlclN0eWxlIjp7IiRpZCI6IjM1NTQiLCJMaW5lQ29sb3IiOnsiJGlkIjoiMzU1NSIsIiR0eXBlIjoiTkxSRS5Db21tb24uRG9tLlNvbGlkQ29sb3JCcnVzaCwgTkxSRS5Db21tb24iLCJDb2xvciI6eyIkaWQiOiIzNTU2IiwiQSI6MjU1LCJSIjoyMzQsIkciOjIyLCJCIjozMH19LCJMaW5lV2VpZ2h0IjowLjAsIkxpbmVUeXBlIjowLCJQYXJlbnRTdHlsZSI6bnVsbH0sIlBhcmVudFN0eWxlIjpudWxsfSwiVGl0bGVTdHlsZSI6eyIkaWQiOiIzNTU3IiwiRm9udFNldHRpbmdzIjp7IiRpZCI6IjM1NTgiLCJGb250U2l6ZSI6MTEsIkZvbnROYW1lIjoiQ2FsaWJyaSIsIklzQm9sZCI6dHJ1ZSwiSXNJdGFsaWMiOmZhbHNlLCJJc1VuZGVybGluZWQiOmZhbHNlLCJQYXJlbnRTdHlsZSI6bnVsbH0sIkF1dG9TaXplIjowLCJGb3JlZ3JvdW5kIjp7IiRpZCI6IjM1NTkiLCJDb2xvciI6eyIkaWQiOiIzNTY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1NjEiLCJUb3AiOjAuMCwiTGVmdCI6MC4wLCJSaWdodCI6MC4wLCJCb3R0b20iOjAuMH0sIlBhZGRpbmciOnsiJGlkIjoiMzU2MiIsIlRvcCI6MC4wLCJMZWZ0IjowLjAsIlJpZ2h0IjowLjAsIkJvdHRvbSI6MC4wfSwiQmFja2dyb3VuZCI6eyIkaWQiOiIzNTYzIiwiQ29sb3IiOnsiJGlkIjoiMzU2NCIsIkEiOjAsIlIiOjI1NSwiRyI6MjU1LCJCIjoyNTV9fSwiSXNWaXNpYmxlIjp0cnVlLCJXaWR0aCI6MC4wLCJIZWlnaHQiOjAuMCwiQm9yZGVyU3R5bGUiOnsiJGlkIjoiMzU2NSIsIkxpbmVDb2xvciI6bnVsbCwiTGluZVdlaWdodCI6MC4wLCJMaW5lVHlwZSI6MCwiUGFyZW50U3R5bGUiOm51bGx9LCJQYXJlbnRTdHlsZSI6bnVsbH0sIkRhdGVTdHlsZSI6eyIkaWQiOiIzNTY2IiwiRm9udFNldHRpbmdzIjp7IiRpZCI6IjM1NjciLCJGb250U2l6ZSI6MTAsIkZvbnROYW1lIjoiQ2FsaWJyaSIsIklzQm9sZCI6ZmFsc2UsIklzSXRhbGljIjpmYWxzZSwiSXNVbmRlcmxpbmVkIjpmYWxzZSwiUGFyZW50U3R5bGUiOm51bGx9LCJBdXRvU2l6ZSI6MCwiRm9yZWdyb3VuZCI6eyIkaWQiOiIzNTY4IiwiQ29sb3IiOnsiJGlkIjoiMzU2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zU3MCIsIlRvcCI6MC4wLCJMZWZ0IjowLjAsIlJpZ2h0IjowLjAsIkJvdHRvbSI6MC4wfSwiUGFkZGluZyI6eyIkaWQiOiIzNTcxIiwiVG9wIjowLjAsIkxlZnQiOjAuMCwiUmlnaHQiOjAuMCwiQm90dG9tIjowLjB9LCJCYWNrZ3JvdW5kIjp7IiRpZCI6IjM1NzIiLCJDb2xvciI6eyIkaWQiOiIzNTczIiwiQSI6MCwiUiI6MjU1LCJHIjoyNTUsIkIiOjI1NX19LCJJc1Zpc2libGUiOnRydWUsIldpZHRoIjowLjAsIkhlaWdodCI6MC4wLCJCb3JkZXJTdHlsZSI6eyIkaWQiOiIzNTc0IiwiTGluZUNvbG9yIjpudWxsLCJMaW5lV2VpZ2h0IjowLjAsIkxpbmVUeXBlIjowLCJQYXJlbnRTdHlsZSI6bnVsbH0sIlBhcmVudFN0eWxlIjpudWxsfSwiRGF0ZUZvcm1hdCI6eyIkaWQiOiIzNTc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1NzYiLCJGb3JtYXQiOjAsIklzVmlzaWJsZSI6ZmFsc2UsIkxhc3RLbm93blZpc2liaWxpdHlTdGF0ZSI6ZmFsc2V9LCJJc1Zpc2libGUiOnRydWUsIlZhcmlhbmNlU3R5bGUiOnsiJGlkIjoiMzU3NyIsIlRleHRTdHlsZSI6eyIkaWQiOiIzNTc4IiwiRm9udFNldHRpbmdzIjp7IiRpZCI6IjM1NzkiLCJGb250U2l6ZSI6MTEsIkZvbnROYW1lIjoiQ2FsaWJyaSIsIklzQm9sZCI6ZmFsc2UsIklzSXRhbGljIjpmYWxzZSwiSXNVbmRlcmxpbmVkIjpmYWxzZSwiUGFyZW50U3R5bGUiOm51bGx9LCJBdXRvU2l6ZSI6MCwiRm9yZWdyb3VuZCI6eyIkaWQiOiIzNTgwIiwiQ29sb3IiOnsiJGlkIjoiMzU4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NTgyIiwiVG9wIjowLjAsIkxlZnQiOjAuMCwiUmlnaHQiOjAuMCwiQm90dG9tIjowLjB9LCJQYWRkaW5nIjp7IiRpZCI6IjM1ODMiLCJUb3AiOjAuMCwiTGVmdCI6MC4wLCJSaWdodCI6MC4wLCJCb3R0b20iOjAuMH0sIkJhY2tncm91bmQiOnsiJGlkIjoiMzU4NCIsIkNvbG9yIjp7IiRpZCI6IjM1ODUiLCJBIjowLCJSIjowLCJHIjowLCJCIjowfX0sIklzVmlzaWJsZSI6dHJ1ZSwiV2lkdGgiOjAuMCwiSGVpZ2h0IjowLjAsIkJvcmRlclN0eWxlIjp7IiRpZCI6IjM1ODYiLCJMaW5lQ29sb3IiOm51bGwsIkxpbmVXZWlnaHQiOjAuMCwiTGluZVR5cGUiOjAsIlBhcmVudFN0eWxlIjpudWxsfSwiUGFyZW50U3R5bGUiOm51bGx9LCJQYXJlbnRTdHlsZSI6bnVsbH0sIlBhcmVudFN0eWxlIjpudWxsfSwiRGVmYXVsdFN3aW1sYW5lQWN0aXZpdHlTdHlsZSI6eyIkaWQiOiIzNTg3IiwiSGVhZGVyU3R5bGUiOnsiJGlkIjoiMzU4OCIsIlRleHRTdHlsZSI6eyIkaWQiOiIzNTg5IiwiRm9udFNldHRpbmdzIjp7IiRpZCI6IjM1OTAiLCJGb250U2l6ZSI6MTEsIkZvbnROYW1lIjoiQ2FsaWJyaSIsIklzQm9sZCI6ZmFsc2UsIklzSXRhbGljIjpmYWxzZSwiSXNVbmRlcmxpbmVkIjpmYWxzZSwiUGFyZW50U3R5bGUiOm51bGx9LCJBdXRvU2l6ZSI6MiwiRm9yZWdyb3VuZCI6eyIkaWQiOiIzNTkxIiwiQ29sb3IiOnsiJGlkIjoiMzU5MiIsIkEiOjI1NSwiUiI6MCwiRyI6MCwiQiI6MH19LCJNYXhXaWR0aCI6MC4wLCJNYXhIZWlnaHQiOiJJbmZpbml0eSIsIlNtYXJ0Rm9yZWdyb3VuZElzQWN0aXZlIjpmYWxzZSwiSG9yaXpvbnRhbEFsaWdubWVudCI6MCwiVmVydGljYWxBbGlnbm1lbnQiOjAsIlNtYXJ0Rm9yZWdyb3VuZCI6bnVsbCwiQmFja2dyb3VuZEZpbGxUeXBlIjowLCJNYXJnaW4iOnsiJGlkIjoiMzU5MyIsIlRvcCI6MC4wLCJMZWZ0IjowLjAsIlJpZ2h0IjowLjAsIkJvdHRvbSI6MC4wfSwiUGFkZGluZyI6eyIkaWQiOiIzNTk0IiwiVG9wIjowLjAsIkxlZnQiOjAuMCwiUmlnaHQiOjAuMCwiQm90dG9tIjowLjB9LCJCYWNrZ3JvdW5kIjpudWxsLCJJc1Zpc2libGUiOnRydWUsIldpZHRoIjowLjAsIkhlaWdodCI6MC4wLCJCb3JkZXJTdHlsZSI6bnVsbCwiUGFyZW50U3R5bGUiOm51bGx9LCJSZWN0YW5nbGVTdHlsZSI6eyIkaWQiOiIzNTk1IiwiTWFyZ2luIjp7IiRpZCI6IjM1OTYiLCJUb3AiOjAuMCwiTGVmdCI6MC4wLCJSaWdodCI6MC4wLCJCb3R0b20iOjAuMH0sIlBhZGRpbmciOnsiJGlkIjoiMzU5NyIsIlRvcCI6MC4wLCJMZWZ0IjowLjAsIlJpZ2h0IjowLjAsIkJvdHRvbSI6MC4wfSwiQmFja2dyb3VuZCI6eyIkaWQiOiIzNTk4IiwiQ29sb3IiOnsiJGlkIjoiMzU5OSIsIkEiOjYzLCJSIjowLCJHIjoxMzMsIkIiOjE0MH19LCJJc1Zpc2libGUiOnRydWUsIldpZHRoIjowLjAsIkhlaWdodCI6MC4wLCJCb3JkZXJTdHlsZSI6eyIkaWQiOiIzNjAwIiwiTGluZUNvbG9yIjp7IiRpZCI6IjM2MDEiLCIkdHlwZSI6Ik5MUkUuQ29tbW9uLkRvbS5Tb2xpZENvbG9yQnJ1c2gsIE5MUkUuQ29tbW9uIiwiQ29sb3IiOnsiJGlkIjoiMzYwMiIsIkEiOjI1NSwiUiI6MjU1LCJHIjowLCJCIjowfX0sIkxpbmVXZWlnaHQiOjAuMCwiTGluZVR5cGUiOjAsIlBhcmVudFN0eWxlIjpudWxsfSwiUGFyZW50U3R5bGUiOm51bGx9LCJNYXJnaW4iOnsiJGlkIjoiMzYwMyIsIlRvcCI6MC4wLCJMZWZ0IjowLjAsIlJpZ2h0IjowLjAsIkJvdHRvbSI6MC4wfSwiUGFkZGluZyI6eyIkaWQiOiIzNjA0IiwiVG9wIjowLjAsIkxlZnQiOjAuMCwiUmlnaHQiOjAuMCwiQm90dG9tIjowLjB9LCJCYWNrZ3JvdW5kIjpudWxsLCJJc1Zpc2libGUiOnRydWUsIldpZHRoIjowLjAsIkhlaWdodCI6MC4wLCJCb3JkZXJTdHlsZSI6bnVsbCwiUGFyZW50U3R5bGUiOm51bGx9LCJCYWNrZ3JvdW5kU3R5bGUiOnsiJGlkIjoiMzYwNSIsIk1hcmdpbiI6eyIkaWQiOiIzNjA2IiwiVG9wIjowLjAsIkxlZnQiOjAuMCwiUmlnaHQiOjAuMCwiQm90dG9tIjowLjB9LCJQYWRkaW5nIjp7IiRpZCI6IjM2MDciLCJUb3AiOjAuMCwiTGVmdCI6MC4wLCJSaWdodCI6MC4wLCJCb3R0b20iOjAuMH0sIkJhY2tncm91bmQiOnsiJHJlZiI6IjM0MjYifSwiSXNWaXNpYmxlIjp0cnVlLCJXaWR0aCI6MC4wLCJIZWlnaHQiOjAuMCwiQm9yZGVyU3R5bGUiOnsiJGlkIjoiMzYwOCIsIkxpbmVDb2xvciI6eyIkaWQiOiIzNjA5IiwiJHR5cGUiOiJOTFJFLkNvbW1vbi5Eb20uU29saWRDb2xvckJydXNoLCBOTFJFLkNvbW1vbiIsIkNvbG9yIjp7IiRpZCI6IjM2MTAiLCJBIjoyNTUsIlIiOjIzNCwiRyI6MjIsIkIiOjMwfX0sIkxpbmVXZWlnaHQiOjAuMCwiTGluZVR5cGUiOjAsIlBhcmVudFN0eWxlIjpudWxsfSwiUGFyZW50U3R5bGUiOm51bGx9LCJNYXJnaW4iOnsiJGlkIjoiMzYxMSIsIlRvcCI6MC4wLCJMZWZ0IjowLjAsIlJpZ2h0IjowLjAsIkJvdHRvbSI6MC4wfSwiUGFkZGluZyI6eyIkaWQiOiIzNjEyIiwiVG9wIjowLjAsIkxlZnQiOjAuMCwiUmlnaHQiOjAuMCwiQm90dG9tIjowLjB9LCJJc1Zpc2libGUiOnRydWUsIldpZHRoIjowLjAsIkhlaWdodCI6MC4wLCJCb3JkZXJTdHlsZSI6eyIkaWQiOiIzNjEzIiwiTGluZUNvbG9yIjpudWxsLCJMaW5lV2VpZ2h0IjowLjAsIkxpbmVUeXBlIjowLCJQYXJlbnRTdHlsZSI6bnVsbH0sIlBhcmVudFN0eWxlIjpudWxsfSwiTWFyZ2luIjp7IiRpZCI6IjM2MTQiLCJUb3AiOjAuMCwiTGVmdCI6MC4wLCJSaWdodCI6MC4wLCJCb3R0b20iOjAuMH0sIlBhZGRpbmciOnsiJGlkIjoiMzYxNSIsIlRvcCI6MC4wLCJMZWZ0IjowLjAsIlJpZ2h0IjowLjAsIkJvdHRvbSI6MC4wfSwiSXNWaXNpYmxlIjpmYWxzZSwiV2lkdGgiOjAuMCwiSGVpZ2h0IjowLjAsIkJvcmRlclN0eWxlIjp7IiRpZCI6IjM2MTYiLCJMaW5lQ29sb3IiOm51bGwsIkxpbmVXZWlnaHQiOjAuMCwiTGluZVR5cGUiOjAsIlBhcmVudFN0eWxlIjpudWxsfSwiUGFyZW50U3R5bGUiOm51bGx9fSx7IiRpZCI6IjM2MTciLCJfYWN0aXZpdGllcyI6W3siJGlkIjoiMzYxOCIsIl9yb3dzIjpbeyIkaWQiOiIzNjE5IiwiX3Rhc2tzIjpbXSwiX21pbGVzdG9uZXMiOlt7IiRpZCI6IjM2MjAiLCJJZCI6IjgzNzhiZDMyLTU2ZDQtNDU5NS05NTM2LWFjZDgxY2VlMDIyMyIsIkluZGV4Ijo0MywiR3JvdXBJZCI6bnVsbCwiVGl0bGUiOiIiLCJEYXRlVGltZSI6IjIwMjctMDYtMjJUMjM6NTk6MDAiLCJQZXJjZW50YWdlQ29tcGxldGUiOm51bGwsIk5vdGUiOm51bGwsIlN0eWxlIjp7IiRpZCI6IjM2MjEiLCJUaXRsZVBvc2l0aW9uIjoiUmlnaHQiLCJEYXRlUG9zaXRpb24iOiJMZWZ0IiwiVmFyaWFuY2VQb3NpdGlvbiI6IkxlZnQiLCJTaGFwZVR5cGUiOjIsIlNoYXBlU2l6ZSI6MSwiU3BhY2luZyI6NSwiU2hhcGVTdHlsZSI6eyIkaWQiOiIzNjIyIiwiTWFyZ2luIjp7IiRpZCI6IjM2MjMiLCJUb3AiOjAuMCwiTGVmdCI6MC4wLCJSaWdodCI6MC4wLCJCb3R0b20iOjAuMH0sIlBhZGRpbmciOnsiJGlkIjoiMzYyNCIsIlRvcCI6MC4wLCJMZWZ0IjowLjAsIlJpZ2h0IjowLjAsIkJvdHRvbSI6MC4wfSwiQmFja2dyb3VuZCI6eyIkaWQiOiIzNjI1IiwiQ29sb3IiOnsiJGlkIjoiMzYyNiIsIkEiOjI1NSwiUiI6MjYsIkciOjE3MCwiQiI6NjZ9fSwiSXNWaXNpYmxlIjp0cnVlLCJXaWR0aCI6MTMuMCwiSGVpZ2h0IjoxMy4wLCJCb3JkZXJTdHlsZSI6eyIkaWQiOiIzNjI3IiwiTGluZUNvbG9yIjp7IiRpZCI6IjM2MjgiLCIkdHlwZSI6Ik5MUkUuQ29tbW9uLkRvbS5Tb2xpZENvbG9yQnJ1c2gsIE5MUkUuQ29tbW9uIiwiQ29sb3IiOnsiJGlkIjoiMzYyOSIsIkEiOjI1NSwiUiI6MjM0LCJHIjoyMiwiQiI6MzB9fSwiTGluZVdlaWdodCI6MC4wLCJMaW5lVHlwZSI6MCwiUGFyZW50U3R5bGUiOm51bGx9LCJQYXJlbnRTdHlsZSI6bnVsbH0sIlRpdGxlU3R5bGUiOnsiJGlkIjoiMzYzMCIsIkZvbnRTZXR0aW5ncyI6eyIkaWQiOiIzNjMxIiwiRm9udFNpemUiOjExLCJGb250TmFtZSI6IkNhbGlicmkiLCJJc0JvbGQiOnRydWUsIklzSXRhbGljIjpmYWxzZSwiSXNVbmRlcmxpbmVkIjpmYWxzZSwiUGFyZW50U3R5bGUiOm51bGx9LCJBdXRvU2l6ZSI6MCwiRm9yZWdyb3VuZCI6eyIkaWQiOiIzNjMyIiwiQ29sb3IiOnsiJGlkIjoiMzYzM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NjM0IiwiVG9wIjowLjAsIkxlZnQiOjAuMCwiUmlnaHQiOjAuMCwiQm90dG9tIjowLjB9LCJQYWRkaW5nIjp7IiRpZCI6IjM2MzUiLCJUb3AiOjAuMCwiTGVmdCI6MC4wLCJSaWdodCI6MC4wLCJCb3R0b20iOjAuMH0sIkJhY2tncm91bmQiOnsiJGlkIjoiMzYzNiIsIkNvbG9yIjp7IiRpZCI6IjM2MzciLCJBIjowLCJSIjoyNTUsIkciOjI1NSwiQiI6MjU1fX0sIklzVmlzaWJsZSI6dHJ1ZSwiV2lkdGgiOjAuMCwiSGVpZ2h0IjowLjAsIkJvcmRlclN0eWxlIjp7IiRpZCI6IjM2MzgiLCJMaW5lQ29sb3IiOm51bGwsIkxpbmVXZWlnaHQiOjAuMCwiTGluZVR5cGUiOjAsIlBhcmVudFN0eWxlIjpudWxsfSwiUGFyZW50U3R5bGUiOm51bGx9LCJEYXRlU3R5bGUiOnsiJGlkIjoiMzYzOSIsIkZvbnRTZXR0aW5ncyI6eyIkaWQiOiIzNjQwIiwiRm9udFNpemUiOjEwLCJGb250TmFtZSI6IkNhbGlicmkiLCJJc0JvbGQiOmZhbHNlLCJJc0l0YWxpYyI6ZmFsc2UsIklzVW5kZXJsaW5lZCI6ZmFsc2UsIlBhcmVudFN0eWxlIjpudWxsfSwiQXV0b1NpemUiOjAsIkZvcmVncm91bmQiOnsiJGlkIjoiMzY0MSIsIkNvbG9yIjp7IiRpZCI6IjM2ND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2NDMiLCJUb3AiOjAuMCwiTGVmdCI6MC4wLCJSaWdodCI6MC4wLCJCb3R0b20iOjAuMH0sIlBhZGRpbmciOnsiJGlkIjoiMzY0NCIsIlRvcCI6MC4wLCJMZWZ0IjowLjAsIlJpZ2h0IjowLjAsIkJvdHRvbSI6MC4wfSwiQmFja2dyb3VuZCI6eyIkaWQiOiIzNjQ1IiwiQ29sb3IiOnsiJGlkIjoiMzY0NiIsIkEiOjAsIlIiOjI1NSwiRyI6MjU1LCJCIjoyNTV9fSwiSXNWaXNpYmxlIjp0cnVlLCJXaWR0aCI6MC4wLCJIZWlnaHQiOjAuMCwiQm9yZGVyU3R5bGUiOnsiJGlkIjoiMzY0NyIsIkxpbmVDb2xvciI6bnVsbCwiTGluZVdlaWdodCI6MC4wLCJMaW5lVHlwZSI6MCwiUGFyZW50U3R5bGUiOm51bGx9LCJQYXJlbnRTdHlsZSI6bnVsbH0sIkRhdGVGb3JtYXQiOnsiJGlkIjoiMzY0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jQ5IiwiRm9ybWF0IjowLCJJc1Zpc2libGUiOmZhbHNlLCJMYXN0S25vd25WaXNpYmlsaXR5U3RhdGUiOmZhbHNlfSwiSXNWaXNpYmxlIjp0cnVlLCJWYXJpYW5jZVN0eWxlIjp7IiRpZCI6IjM2NTAiLCJUZXh0U3R5bGUiOnsiJGlkIjoiMzY1MSIsIkZvbnRTZXR0aW5ncyI6eyIkaWQiOiIzNjUyIiwiRm9udFNpemUiOjExLCJGb250TmFtZSI6IkNhbGlicmkiLCJJc0JvbGQiOmZhbHNlLCJJc0l0YWxpYyI6ZmFsc2UsIklzVW5kZXJsaW5lZCI6ZmFsc2UsIlBhcmVudFN0eWxlIjpudWxsfSwiQXV0b1NpemUiOjAsIkZvcmVncm91bmQiOnsiJGlkIjoiMzY1MyIsIkNvbG9yIjp7IiRpZCI6IjM2NTQ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Y1NSIsIlRvcCI6MC4wLCJMZWZ0IjowLjAsIlJpZ2h0IjowLjAsIkJvdHRvbSI6MC4wfSwiUGFkZGluZyI6eyIkaWQiOiIzNjU2IiwiVG9wIjowLjAsIkxlZnQiOjAuMCwiUmlnaHQiOjAuMCwiQm90dG9tIjowLjB9LCJCYWNrZ3JvdW5kIjp7IiRpZCI6IjM2NTciLCJDb2xvciI6eyIkaWQiOiIzNjU4IiwiQSI6MCwiUiI6MCwiRyI6MCwiQiI6MH19LCJJc1Zpc2libGUiOnRydWUsIldpZHRoIjowLjAsIkhlaWdodCI6MC4wLCJCb3JkZXJTdHlsZSI6eyIkaWQiOiIzNjU5IiwiTGluZUNvbG9yIjpudWxsLCJMaW5lV2VpZ2h0IjowLjAsIkxpbmVUeXBlIjowLCJQYXJlbnRTdHlsZSI6bnVsbH0sIlBhcmVudFN0eWxlIjpudWxsfSwiUGFyZW50U3R5bGUiOm51bGx9LCJQYXJlbnRTdHlsZSI6bnVsbH0sIkh5cGVybGluayI6bnVsbCwiQmFzZWxpbmVEYXRhIjp7IiRpZCI6IjM2NjAiLCJEYXRlIjoiMjAyNy0wNi0yMlQyMzo1OTowMCJ9LCJJbXBvcnRJZCI6IiJ9XSwiSWQiOiIwMDAwMDAwMC0wMDAwLTAwMDAtMDAwMC0wMDAwMDAwMDAwMDAiLCJJc1NpbmdsZUl0ZW1Sb3ciOnRydWV9XSwiSW5kZXgiOjQyLCJJZCI6IjkyZGMzMTEyLTFjMjktNDQ3Yy04OTM5LTRjYzkxYWU2ZGI3ZiIsIkhlYWRlclRleHQiOm51bGwsIklzRGVmYXVsdCI6dHJ1ZSwiU3R5bGUiOnsiJGlkIjoiMzY2MSIsIkhlYWRlclN0eWxlIjp7IiRpZCI6IjM2NjIiLCJUZXh0U3R5bGUiOnsiJGlkIjoiMzY2MyIsIkZvbnRTZXR0aW5ncyI6eyIkaWQiOiIzNjY0IiwiRm9udFNpemUiOjExLCJGb250TmFtZSI6IkNhbGlicmkiLCJJc0JvbGQiOmZhbHNlLCJJc0l0YWxpYyI6ZmFsc2UsIklzVW5kZXJsaW5lZCI6ZmFsc2UsIlBhcmVudFN0eWxlIjpudWxsfSwiQXV0b1NpemUiOjIsIkZvcmVncm91bmQiOnsiJGlkIjoiMzY2NSIsIkNvbG9yIjp7IiRpZCI6IjM2NjYiLCJBIjoyNTUsIlIiOjAsIkciOjAsIkIiOjB9fSwiTWF4V2lkdGgiOjAuMCwiTWF4SGVpZ2h0IjoiSW5maW5pdHkiLCJTbWFydEZvcmVncm91bmRJc0FjdGl2ZSI6ZmFsc2UsIkhvcml6b250YWxBbGlnbm1lbnQiOjAsIlZlcnRpY2FsQWxpZ25tZW50IjowLCJTbWFydEZvcmVncm91bmQiOm51bGwsIkJhY2tncm91bmRGaWxsVHlwZSI6MCwiTWFyZ2luIjp7IiRpZCI6IjM2NjciLCJUb3AiOjAuMCwiTGVmdCI6MC4wLCJSaWdodCI6MC4wLCJCb3R0b20iOjAuMH0sIlBhZGRpbmciOnsiJGlkIjoiMzY2OCIsIlRvcCI6MC4wLCJMZWZ0IjowLjAsIlJpZ2h0IjowLjAsIkJvdHRvbSI6MC4wfSwiQmFja2dyb3VuZCI6bnVsbCwiSXNWaXNpYmxlIjp0cnVlLCJXaWR0aCI6MC4wLCJIZWlnaHQiOjAuMCwiQm9yZGVyU3R5bGUiOm51bGwsIlBhcmVudFN0eWxlIjpudWxsfSwiUmVjdGFuZ2xlU3R5bGUiOnsiJGlkIjoiMzY2OSIsIk1hcmdpbiI6eyIkaWQiOiIzNjcwIiwiVG9wIjowLjAsIkxlZnQiOjAuMCwiUmlnaHQiOjAuMCwiQm90dG9tIjowLjB9LCJQYWRkaW5nIjp7IiRpZCI6IjM2NzEiLCJUb3AiOjAuMCwiTGVmdCI6MC4wLCJSaWdodCI6MC4wLCJCb3R0b20iOjAuMH0sIkJhY2tncm91bmQiOnsiJGlkIjoiMzY3MiIsIkNvbG9yIjp7IiRpZCI6IjM2NzMiLCJBIjo2MywiUiI6NzgsIkciOjkxLCJCIjo5N319LCJJc1Zpc2libGUiOnRydWUsIldpZHRoIjowLjAsIkhlaWdodCI6MC4wLCJCb3JkZXJTdHlsZSI6eyIkaWQiOiIzNjc0IiwiTGluZUNvbG9yIjp7IiRpZCI6IjM2NzUiLCIkdHlwZSI6Ik5MUkUuQ29tbW9uLkRvbS5Tb2xpZENvbG9yQnJ1c2gsIE5MUkUuQ29tbW9uIiwiQ29sb3IiOnsiJGlkIjoiMzY3NiIsIkEiOjI1NSwiUiI6MjU1LCJHIjowLCJCIjowfX0sIkxpbmVXZWlnaHQiOjAuMCwiTGluZVR5cGUiOjAsIlBhcmVudFN0eWxlIjpudWxsfSwiUGFyZW50U3R5bGUiOm51bGx9LCJNYXJnaW4iOnsiJGlkIjoiMzY3NyIsIlRvcCI6MC4wLCJMZWZ0IjowLjAsIlJpZ2h0IjowLjAsIkJvdHRvbSI6MC4wfSwiUGFkZGluZyI6eyIkaWQiOiIzNjc4IiwiVG9wIjowLjAsIkxlZnQiOjAuMCwiUmlnaHQiOjAuMCwiQm90dG9tIjowLjB9LCJCYWNrZ3JvdW5kIjpudWxsLCJJc1Zpc2libGUiOnRydWUsIldpZHRoIjowLjAsIkhlaWdodCI6MC4wLCJCb3JkZXJTdHlsZSI6bnVsbCwiUGFyZW50U3R5bGUiOm51bGx9LCJCYWNrZ3JvdW5kU3R5bGUiOnsiJGlkIjoiMzY3OSIsIk1hcmdpbiI6eyIkaWQiOiIzNjgwIiwiVG9wIjowLjAsIkxlZnQiOjAuMCwiUmlnaHQiOjAuMCwiQm90dG9tIjowLjB9LCJQYWRkaW5nIjp7IiRpZCI6IjM2ODEiLCJUb3AiOjAuMCwiTGVmdCI6MC4wLCJSaWdodCI6MC4wLCJCb3R0b20iOjAuMH0sIkJhY2tncm91bmQiOnsiJGlkIjoiMzY4MiIsIkNvbG9yIjp7IiRpZCI6IjM2ODMiLCJBIjo1MSwiUiI6MTE1LCJHIjoxMTUsIkIiOjExNX19LCJJc1Zpc2libGUiOnRydWUsIldpZHRoIjowLjAsIkhlaWdodCI6MC4wLCJCb3JkZXJTdHlsZSI6eyIkaWQiOiIzNjg0IiwiTGluZUNvbG9yIjp7IiRpZCI6IjM2ODUiLCIkdHlwZSI6Ik5MUkUuQ29tbW9uLkRvbS5Tb2xpZENvbG9yQnJ1c2gsIE5MUkUuQ29tbW9uIiwiQ29sb3IiOnsiJGlkIjoiMzY4NiIsIkEiOjI1NSwiUiI6MjM0LCJHIjoyMiwiQiI6MzB9fSwiTGluZVdlaWdodCI6MC4wLCJMaW5lVHlwZSI6MCwiUGFyZW50U3R5bGUiOm51bGx9LCJQYXJlbnRTdHlsZSI6bnVsbH0sIk1hcmdpbiI6eyIkaWQiOiIzNjg3IiwiVG9wIjowLjAsIkxlZnQiOjAuMCwiUmlnaHQiOjAuMCwiQm90dG9tIjowLjB9LCJQYWRkaW5nIjp7IiRpZCI6IjM2ODgiLCJUb3AiOjAuMCwiTGVmdCI6MC4wLCJSaWdodCI6MC4wLCJCb3R0b20iOjAuMH0sIklzVmlzaWJsZSI6dHJ1ZSwiV2lkdGgiOjAuMCwiSGVpZ2h0IjowLjAsIkJvcmRlclN0eWxlIjp7IiRpZCI6IjM2ODkiLCJMaW5lQ29sb3IiOm51bGwsIkxpbmVXZWlnaHQiOjAuMCwiTGluZVR5cGUiOjAsIlBhcmVudFN0eWxlIjpudWxsfSwiUGFyZW50U3R5bGUiOm51bGx9fV0sIklkIjoiYWJjNDRlMTMtY2VjMC00MTA5LTk5MzgtNDE5ZjE4YWIyNTdmIiwiSW5kZXgiOjQyLCJIZWFkZXJUZXh0IjoiTG92cHJvY2Vzc2VuIiwiU3R5bGUiOnsiJGlkIjoiMzY5MCIsIlN0eWxlSWQiOiIwMDAwMDAwMC0wMDAwLTAwMDAtMDAwMC0wMDAwMDAwMDAwMDAiLCJIZWFkZXJTdHlsZSI6eyIkaWQiOiIzNjkxIiwiVGV4dElzVmVydGljYWwiOmZhbHNlLCJUZXh0U3R5bGUiOnsiJGlkIjoiMzY5MiIsIkZvbnRTZXR0aW5ncyI6eyIkaWQiOiIzNjkzIiwiRm9udFNpemUiOjEyLCJGb250TmFtZSI6IkNhbGlicmkiLCJJc0JvbGQiOmZhbHNlLCJJc0l0YWxpYyI6ZmFsc2UsIklzVW5kZXJsaW5lZCI6ZmFsc2UsIlBhcmVudFN0eWxlIjpudWxsfSwiQXV0b1NpemUiOjIsIkZvcmVncm91bmQiOnsiJGlkIjoiMzY5NCIsIkNvbG9yIjp7IiRpZCI6IjM2OTU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zNjk2IiwiVG9wIjowLjAsIkxlZnQiOjAuMCwiUmlnaHQiOjAuMCwiQm90dG9tIjowLjB9LCJQYWRkaW5nIjp7IiRpZCI6IjM2OTciLCJUb3AiOjAuMCwiTGVmdCI6MC4wLCJSaWdodCI6MC4wLCJCb3R0b20iOjAuMH0sIkJhY2tncm91bmQiOm51bGwsIklzVmlzaWJsZSI6dHJ1ZSwiV2lkdGgiOjAuMCwiSGVpZ2h0IjowLjAsIkJvcmRlclN0eWxlIjpudWxsLCJQYXJlbnRTdHlsZSI6bnVsbH0sIlJlY3RhbmdsZVN0eWxlIjp7IiRpZCI6IjM2OTgiLCJNYXJnaW4iOnsiJGlkIjoiMzY5OSIsIlRvcCI6MC4wLCJMZWZ0IjowLjAsIlJpZ2h0IjowLjAsIkJvdHRvbSI6MC4wfSwiUGFkZGluZyI6eyIkaWQiOiIzNzAwIiwiVG9wIjowLjAsIkxlZnQiOjAuMCwiUmlnaHQiOjAuMCwiQm90dG9tIjowLjB9LCJCYWNrZ3JvdW5kIjp7IiRpZCI6IjM3MDEiLCJDb2xvciI6eyIkaWQiOiIzNzAyIiwiQSI6MjU1LCJSIjo3OCwiRyI6OTEsIkIiOjk3fX0sIklzVmlzaWJsZSI6dHJ1ZSwiV2lkdGgiOjAuMCwiSGVpZ2h0IjowLjAsIkJvcmRlclN0eWxlIjp7IiRpZCI6IjM3MDMiLCJMaW5lQ29sb3IiOnsiJGlkIjoiMzcwNCIsIiR0eXBlIjoiTkxSRS5Db21tb24uRG9tLlNvbGlkQ29sb3JCcnVzaCwgTkxSRS5Db21tb24iLCJDb2xvciI6eyIkaWQiOiIzNzA1IiwiQSI6MjU1LCJSIjoyNTUsIkciOjAsIkIiOjB9fSwiTGluZVdlaWdodCI6MC4wLCJMaW5lVHlwZSI6MCwiUGFyZW50U3R5bGUiOm51bGx9LCJQYXJlbnRTdHlsZSI6bnVsbH0sIk1hcmdpbiI6eyIkaWQiOiIzNzA2IiwiVG9wIjowLjAsIkxlZnQiOjAuMCwiUmlnaHQiOjAuMCwiQm90dG9tIjowLjB9LCJQYWRkaW5nIjp7IiRpZCI6IjM3MDciLCJUb3AiOjAuMCwiTGVmdCI6MC4wLCJSaWdodCI6MC4wLCJCb3R0b20iOjAuMH0sIkJhY2tncm91bmQiOm51bGwsIklzVmlzaWJsZSI6dHJ1ZSwiV2lkdGgiOjAuMCwiSGVpZ2h0IjowLjAsIkJvcmRlclN0eWxlIjpudWxsLCJQYXJlbnRTdHlsZSI6bnVsbH0sIkJhY2tncm91bmRTdHlsZSI6eyIkaWQiOiIzNzA4IiwiTWFyZ2luIjp7IiRpZCI6IjM3MDkiLCJUb3AiOjAuMCwiTGVmdCI6MC4wLCJSaWdodCI6MC4wLCJCb3R0b20iOjAuMH0sIlBhZGRpbmciOnsiJGlkIjoiMzcxMCIsIlRvcCI6MC4wLCJMZWZ0IjowLjAsIlJpZ2h0IjowLjAsIkJvdHRvbSI6MC4wfSwiQmFja2dyb3VuZCI6eyIkaWQiOiIzNzExIiwiQ29sb3IiOnsiJGlkIjoiMzcxMiIsIkEiOjUxLCJSIjoxMTUsIkciOjExNSwiQiI6MTE1fX0sIklzVmlzaWJsZSI6dHJ1ZSwiV2lkdGgiOjAuMCwiSGVpZ2h0IjowLjAsIkJvcmRlclN0eWxlIjp7IiRpZCI6IjM3MTMiLCJMaW5lQ29sb3IiOnsiJGlkIjoiMzcxNCIsIiR0eXBlIjoiTkxSRS5Db21tb24uRG9tLlNvbGlkQ29sb3JCcnVzaCwgTkxSRS5Db21tb24iLCJDb2xvciI6eyIkaWQiOiIzNzE1IiwiQSI6MjU1LCJSIjoyMzQsIkciOjIyLCJCIjozMH19LCJMaW5lV2VpZ2h0IjowLjAsIkxpbmVUeXBlIjowLCJQYXJlbnRTdHlsZSI6bnVsbH0sIlBhcmVudFN0eWxlIjpudWxsfSwiSXNBYm92ZVRpbWViYW5kIjpmYWxzZSwiU3BhY2luZyI6MSwiRGVmYXVsdFN3aW1sYW5lVGFza1N0eWxlIjp7IiRpZCI6IjM3MTYiLCIkdHlwZSI6Ik5MUkUuQ29tbW9uLkRvbS5TdHlsZXMuRXhwbGljaXRTZXRhYmxlVGFza1N0eWxlLCBOTFJFLkNvbW1vbiIsIlNoYXBlIjoxLCJTaGFwZVRoaWNrbmVzcyI6MCwiRHVyYXRpb25Gb3JtYXQiOjAsIkluY2x1ZGVOb25Xb3JraW5nRGF5c0luRHVyYXRpb24iOmZhbHNlLCJQZXJjZW50YWdlQ29tcGxldGVTdHlsZSI6eyIkaWQiOiIzNzE3IiwiRm9udFNldHRpbmdzIjp7IiRpZCI6IjM3MTgiLCJGb250U2l6ZSI6MTAsIkZvbnROYW1lIjoiQ2FsaWJyaSIsIklzQm9sZCI6ZmFsc2UsIklzSXRhbGljIjpmYWxzZSwiSXNVbmRlcmxpbmVkIjpmYWxzZSwiUGFyZW50U3R5bGUiOm51bGx9LCJBdXRvU2l6ZSI6MCwiRm9yZWdyb3VuZCI6eyIkaWQiOiIzNzE5IiwiQ29sb3IiOnsiJGlkIjoiMzcyM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M3MjEiLCJUb3AiOjAuMCwiTGVmdCI6MC4wLCJSaWdodCI6MC4wLCJCb3R0b20iOjAuMH0sIlBhZGRpbmciOnsiJGlkIjoiMzcyMiIsIlRvcCI6MC4wLCJMZWZ0IjowLjAsIlJpZ2h0IjowLjAsIkJvdHRvbSI6MC4wfSwiQmFja2dyb3VuZCI6eyIkaWQiOiIzNzIzIiwiQ29sb3IiOnsiJGlkIjoiMzcyNCIsIkEiOjg5LCJSIjowLCJHIjowLCJCIjowfX0sIklzVmlzaWJsZSI6dHJ1ZSwiV2lkdGgiOjAuMCwiSGVpZ2h0IjowLjAsIkJvcmRlclN0eWxlIjp7IiRpZCI6IjM3MjUiLCJMaW5lQ29sb3IiOm51bGwsIkxpbmVXZWlnaHQiOjAuMCwiTGluZVR5cGUiOjAsIlBhcmVudFN0eWxlIjpudWxsfSwiUGFyZW50U3R5bGUiOm51bGx9LCJEdXJhdGlvblN0eWxlIjp7IiRpZCI6IjM3MjYiLCJGb250U2V0dGluZ3MiOnsiJGlkIjoiMzcyNyIsIkZvbnRTaXplIjoxMCwiRm9udE5hbWUiOiJDYWxpYnJpIiwiSXNCb2xkIjpmYWxzZSwiSXNJdGFsaWMiOmZhbHNlLCJJc1VuZGVybGluZWQiOmZhbHNlLCJQYXJlbnRTdHlsZSI6bnVsbH0sIkF1dG9TaXplIjowLCJGb3JlZ3JvdW5kIjp7IiRpZCI6IjM3MjgiLCJDb2xvciI6eyIkaWQiOiIzNzI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czMCIsIlRvcCI6MC4wLCJMZWZ0IjowLjAsIlJpZ2h0IjowLjAsIkJvdHRvbSI6MC4wfSwiUGFkZGluZyI6eyIkaWQiOiIzNzMxIiwiVG9wIjowLjAsIkxlZnQiOjAuMCwiUmlnaHQiOjAuMCwiQm90dG9tIjowLjB9LCJCYWNrZ3JvdW5kIjp7IiRpZCI6IjM3MzIiLCJDb2xvciI6eyIkaWQiOiIzNzMzIiwiQSI6MCwiUiI6MCwiRyI6MCwiQiI6MH19LCJJc1Zpc2libGUiOnRydWUsIldpZHRoIjowLjAsIkhlaWdodCI6MC4wLCJCb3JkZXJTdHlsZSI6eyIkaWQiOiIzNzM0IiwiTGluZUNvbG9yIjpudWxsLCJMaW5lV2VpZ2h0IjowLjAsIkxpbmVUeXBlIjowLCJQYXJlbnRTdHlsZSI6bnVsbH0sIlBhcmVudFN0eWxlIjpudWxsfSwiSG9yaXpvbnRhbENvbm5lY3RvclN0eWxlIjp7IiRpZCI6IjM3MzUiLCJMaW5lQ29sb3IiOnsiJGlkIjoiMzczNiIsIiR0eXBlIjoiTkxSRS5Db21tb24uRG9tLlNvbGlkQ29sb3JCcnVzaCwgTkxSRS5Db21tb24iLCJDb2xvciI6eyIkaWQiOiIzNzM3IiwiQSI6MjU1LCJSIjoyMDQsIkciOjIwNCwiQiI6MjA0fX0sIkxpbmVXZWlnaHQiOjEuMCwiTGluZVR5cGUiOjAsIlBhcmVudFN0eWxlIjpudWxsfSwiVmVydGljYWxDb25uZWN0b3JTdHlsZSI6eyIkaWQiOiIzNzM4IiwiTGluZUNvbG9yIjp7IiRpZCI6IjM3MzkiLCIkdHlwZSI6Ik5MUkUuQ29tbW9uLkRvbS5Tb2xpZENvbG9yQnJ1c2gsIE5MUkUuQ29tbW9uIiwiQ29sb3IiOnsiJGlkIjoiMzc0MC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NiwiVmFyaWFuY2VQb3NpdGlvbiI6NiwiU3BhY2luZyI6MywiSXNCZWxvd1RpbWViYW5kIjp0cnVlLCJQZXJjZW50YWdlQ29tcGxldGVTaGFwZU9wYWNpdHkiOjM1LCJCYXNlbGluZVN0eWxlIjp7IiRpZCI6IjM3NDEiLCJTaGFwZVN0eWxlIjp7IiRpZCI6IjM3NDIiLCJNYXJnaW4iOnsiJGlkIjoiMzc0MyIsIlRvcCI6MC4wLCJMZWZ0IjowLjAsIlJpZ2h0IjowLjAsIkJvdHRvbSI6MC4wfSwiUGFkZGluZyI6eyIkaWQiOiIzNzQ0IiwiVG9wIjowLjAsIkxlZnQiOjAuMCwiUmlnaHQiOjAuMCwiQm90dG9tIjowLjB9LCJCYWNrZ3JvdW5kIjp7IiRpZCI6IjM3NDUiLCJDb2xvciI6eyIkaWQiOiIzNzQ2IiwiQSI6MTUzLCJSIjowLCJHIjowLCJCIjowfX0sIklzVmlzaWJsZSI6dHJ1ZSwiV2lkdGgiOjAuMCwiSGVpZ2h0IjowLjAsIkJvcmRlclN0eWxlIjp7IiRpZCI6IjM3NDciLCJMaW5lQ29sb3IiOm51bGwsIkxpbmVXZWlnaHQiOjAuMCwiTGluZVR5cGUiOjAsIlBhcmVudFN0eWxlIjpudWxsfSwiUGFyZW50U3R5bGUiOm51bGx9LCJNYXJnaW4iOnsiJGlkIjoiMzc0OCIsIlRvcCI6MC4wLCJMZWZ0IjowLjAsIlJpZ2h0IjowLjAsIkJvdHRvbSI6MC4wfSwiUGFkZGluZyI6eyIkaWQiOiIzNzQ5IiwiVG9wIjowLjAsIkxlZnQiOjAuMCwiUmlnaHQiOjAuMCwiQm90dG9tIjowLjB9LCJCYWNrZ3JvdW5kIjpudWxsLCJJc1Zpc2libGUiOnRydWUsIldpZHRoIjowLjAsIkhlaWdodCI6MC4wLCJCb3JkZXJTdHlsZSI6bnVsbCwiUGFyZW50U3R5bGUiOm51bGx9LCJTaGFwZVN0eWxlIjp7IiRpZCI6IjM3NTAiLCJNYXJnaW4iOnsiJGlkIjoiMzc1MSIsIlRvcCI6MC4wLCJMZWZ0Ijo0LjAsIlJpZ2h0Ijo0LjAsIkJvdHRvbSI6MC4wfSwiUGFkZGluZyI6eyIkaWQiOiIzNzUyIiwiVG9wIjowLjAsIkxlZnQiOjAuMCwiUmlnaHQiOjAuMCwiQm90dG9tIjowLjB9LCJCYWNrZ3JvdW5kIjp7IiRpZCI6IjM3NTMiLCJDb2xvciI6eyIkaWQiOiIzNzU0IiwiQSI6MjU1LCJSIjoyNiwiRyI6MTcwLCJCIjo2Nn19LCJJc1Zpc2libGUiOnRydWUsIldpZHRoIjowLjAsIkhlaWdodCI6MTAuMCwiQm9yZGVyU3R5bGUiOnsiJGlkIjoiMzc1NSIsIkxpbmVDb2xvciI6eyIkaWQiOiIzNzU2IiwiJHR5cGUiOiJOTFJFLkNvbW1vbi5Eb20uU29saWRDb2xvckJydXNoLCBOTFJFLkNvbW1vbiIsIkNvbG9yIjp7IiRpZCI6IjM3NTciLCJBIjoyNTUsIlIiOjIzNCwiRyI6MjIsIkIiOjMwfX0sIkxpbmVXZWlnaHQiOjAuMCwiTGluZVR5cGUiOjAsIlBhcmVudFN0eWxlIjpudWxsfSwiUGFyZW50U3R5bGUiOm51bGx9LCJUaXRsZVN0eWxlIjp7IiRpZCI6IjM3NTgiLCJGb250U2V0dGluZ3MiOnsiJGlkIjoiMzc1OSIsIkZvbnRTaXplIjoxMSwiRm9udE5hbWUiOiJDYWxpYnJpIiwiSXNCb2xkIjp0cnVlLCJJc0l0YWxpYyI6ZmFsc2UsIklzVW5kZXJsaW5lZCI6ZmFsc2UsIlBhcmVudFN0eWxlIjpudWxsfSwiQXV0b1NpemUiOjAsIkZvcmVncm91bmQiOnsiJGlkIjoiMzc2MCIsIkNvbG9yIjp7IiRpZCI6IjM3NjE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Mzc2MiIsIlRvcCI6MC4wLCJMZWZ0IjowLjAsIlJpZ2h0IjowLjAsIkJvdHRvbSI6MC4wfSwiUGFkZGluZyI6eyIkaWQiOiIzNzYzIiwiVG9wIjowLjAsIkxlZnQiOjAuMCwiUmlnaHQiOjAuMCwiQm90dG9tIjowLjB9LCJCYWNrZ3JvdW5kIjp7IiRpZCI6IjM3NjQiLCJDb2xvciI6eyIkaWQiOiIzNzY1IiwiQSI6MCwiUiI6MjU1LCJHIjoyNTUsIkIiOjI1NX19LCJJc1Zpc2libGUiOnRydWUsIldpZHRoIjowLjAsIkhlaWdodCI6MC4wLCJCb3JkZXJTdHlsZSI6eyIkaWQiOiIzNzY2IiwiTGluZUNvbG9yIjpudWxsLCJMaW5lV2VpZ2h0IjowLjAsIkxpbmVUeXBlIjowLCJQYXJlbnRTdHlsZSI6bnVsbH0sIlBhcmVudFN0eWxlIjpudWxsfSwiRGF0ZVN0eWxlIjp7IiRpZCI6IjM3NjciLCJGb250U2V0dGluZ3MiOnsiJGlkIjoiMzc2OCIsIkZvbnRTaXplIjoxMCwiRm9udE5hbWUiOiJDYWxpYnJpIiwiSXNCb2xkIjpmYWxzZSwiSXNJdGFsaWMiOmZhbHNlLCJJc1VuZGVybGluZWQiOmZhbHNlLCJQYXJlbnRTdHlsZSI6bnVsbH0sIkF1dG9TaXplIjowLCJGb3JlZ3JvdW5kIjp7IiRpZCI6IjM3NjkiLCJDb2xvciI6eyIkaWQiOiIzNzc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NzcxIiwiVG9wIjowLjAsIkxlZnQiOjAuMCwiUmlnaHQiOjAuMCwiQm90dG9tIjowLjB9LCJQYWRkaW5nIjp7IiRpZCI6IjM3NzIiLCJUb3AiOjAuMCwiTGVmdCI6MC4wLCJSaWdodCI6MC4wLCJCb3R0b20iOjAuMH0sIkJhY2tncm91bmQiOnsiJGlkIjoiMzc3MyIsIkNvbG9yIjp7IiRpZCI6IjM3NzQiLCJBIjowLCJSIjowLCJHIjowLCJCIjowfX0sIklzVmlzaWJsZSI6dHJ1ZSwiV2lkdGgiOjAuMCwiSGVpZ2h0IjowLjAsIkJvcmRlclN0eWxlIjp7IiRpZCI6IjM3NzUiLCJMaW5lQ29sb3IiOm51bGwsIkxpbmVXZWlnaHQiOjAuMCwiTGluZVR5cGUiOjAsIlBhcmVudFN0eWxlIjpudWxsfSwiUGFyZW50U3R5bGUiOm51bGx9LCJEYXRlRm9ybWF0Ijp7IiRpZCI6IjM3N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c3NyIsIkZvcm1hdCI6MCwiSXNWaXNpYmxlIjpmYWxzZSwiTGFzdEtub3duVmlzaWJpbGl0eVN0YXRlIjpmYWxzZX0sIklzVmlzaWJsZSI6dHJ1ZSwiVmFyaWFuY2VTdHlsZSI6eyIkaWQiOiIzNzc4IiwiVGV4dFN0eWxlIjp7IiRpZCI6IjM3NzkiLCJGb250U2V0dGluZ3MiOnsiJGlkIjoiMzc4MCIsIkZvbnRTaXplIjoxMSwiRm9udE5hbWUiOiJDYWxpYnJpIiwiSXNCb2xkIjpmYWxzZSwiSXNJdGFsaWMiOmZhbHNlLCJJc1VuZGVybGluZWQiOmZhbHNlLCJQYXJlbnRTdHlsZSI6bnVsbH0sIkF1dG9TaXplIjowLCJGb3JlZ3JvdW5kIjp7IiRpZCI6IjM3ODEiLCJDb2xvciI6eyIkaWQiOiIzNzg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3ODMiLCJUb3AiOjAuMCwiTGVmdCI6MC4wLCJSaWdodCI6MC4wLCJCb3R0b20iOjAuMH0sIlBhZGRpbmciOnsiJGlkIjoiMzc4NCIsIlRvcCI6MC4wLCJMZWZ0IjowLjAsIlJpZ2h0IjowLjAsIkJvdHRvbSI6MC4wfSwiQmFja2dyb3VuZCI6eyIkaWQiOiIzNzg1IiwiQ29sb3IiOnsiJGlkIjoiMzc4NiIsIkEiOjAsIlIiOjAsIkciOjAsIkIiOjB9fSwiSXNWaXNpYmxlIjp0cnVlLCJXaWR0aCI6MC4wLCJIZWlnaHQiOjAuMCwiQm9yZGVyU3R5bGUiOnsiJGlkIjoiMzc4NyIsIkxpbmVDb2xvciI6bnVsbCwiTGluZVdlaWdodCI6MC4wLCJMaW5lVHlwZSI6MCwiUGFyZW50U3R5bGUiOm51bGx9LCJQYXJlbnRTdHlsZSI6bnVsbH0sIlBhcmVudFN0eWxlIjpudWxsfSwiUGFyZW50U3R5bGUiOm51bGwsIl9leHBsaWNpdGx5U2V0Ijp7IiRpZCI6IjM3ODg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zNzg5IiwiU2hhcGUiOjIsIkNvbm5lY3Rvck1hcmdpbiI6eyIkaWQiOiIzNzkwIiwiVG9wIjowLjAsIkxlZnQiOjIuMCwiUmlnaHQiOjIuMCwiQm90dG9tIjowLjB9LCJDb25uZWN0b3JTdHlsZSI6eyIkaWQiOiIzNzkxIiwiTGluZUNvbG9yIjp7IiRpZCI6IjM3OTIiLCIkdHlwZSI6Ik5MUkUuQ29tbW9uLkRvbS5Tb2xpZENvbG9yQnJ1c2gsIE5MUkUuQ29tbW9uIiwiQ29sb3IiOnsiJGlkIjoiMzc5MyIsIkEiOjEyNywiUiI6NzksIkciOjEyOSwiQiI6MTg5fX0sIkxpbmVXZWlnaHQiOjEuMCwiTGluZVR5cGUiOjAsIlBhcmVudFN0eWxlIjpudWxsfSwiSXNCZWxvd1RpbWViYW5kIjpmYWxzZSwiUG9zaXRpb25PblRhc2siOjEsIkhpZGVEYXRlIjpmYWxzZSwiU2hhcGVTaXplIjoxLCJTcGFjaW5nIjowLjAsIlBhZGRpbmciOnsiJGlkIjoiMzc5NCIsIlRvcCI6NS4wLCJMZWZ0IjozLjAsIlJpZ2h0IjowLjAsIkJvdHRvbSI6Mi4wfSwiU2hhcGVTdHlsZSI6eyIkaWQiOiIzNzk1IiwiTWFyZ2luIjp7IiRpZCI6IjM3OTYiLCJUb3AiOjAuMCwiTGVmdCI6MC4wLCJSaWdodCI6MC4wLCJCb3R0b20iOjAuMH0sIlBhZGRpbmciOnsiJGlkIjoiMzc5NyIsIlRvcCI6MC4wLCJMZWZ0IjowLjAsIlJpZ2h0IjowLjAsIkJvdHRvbSI6MC4wfSwiQmFja2dyb3VuZCI6eyIkaWQiOiIzNzk4IiwiQ29sb3IiOnsiJGlkIjoiMzc5OSIsIkEiOjI1NSwiUiI6NzgsIkciOjkxLCJCIjo5N319LCJJc1Zpc2libGUiOnRydWUsIldpZHRoIjoxMy4wLCJIZWlnaHQiOjEzLjAsIkJvcmRlclN0eWxlIjp7IiRpZCI6IjM4MDAiLCJMaW5lQ29sb3IiOnsiJGlkIjoiMzgwMSIsIiR0eXBlIjoiTkxSRS5Db21tb24uRG9tLlNvbGlkQ29sb3JCcnVzaCwgTkxSRS5Db21tb24iLCJDb2xvciI6eyIkaWQiOiIzODAyIiwiQSI6MjU1LCJSIjoyMzQsIkciOjIyLCJCIjozMH19LCJMaW5lV2VpZ2h0IjowLjAsIkxpbmVUeXBlIjowLCJQYXJlbnRTdHlsZSI6bnVsbH0sIlBhcmVudFN0eWxlIjpudWxsfSwiVGl0bGVTdHlsZSI6eyIkaWQiOiIzODAzIiwiRm9udFNldHRpbmdzIjp7IiRpZCI6IjM4MDQiLCJGb250U2l6ZSI6MTEsIkZvbnROYW1lIjoiQ2FsaWJyaSIsIklzQm9sZCI6dHJ1ZSwiSXNJdGFsaWMiOmZhbHNlLCJJc1VuZGVybGluZWQiOmZhbHNlLCJQYXJlbnRTdHlsZSI6bnVsbH0sIkF1dG9TaXplIjowLCJGb3JlZ3JvdW5kIjp7IiRpZCI6IjM4MDUiLCJDb2xvciI6eyIkaWQiOiIzODA2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4MDciLCJUb3AiOjAuMCwiTGVmdCI6MC4wLCJSaWdodCI6MC4wLCJCb3R0b20iOjAuMH0sIlBhZGRpbmciOnsiJGlkIjoiMzgwOCIsIlRvcCI6MC4wLCJMZWZ0IjowLjAsIlJpZ2h0IjowLjAsIkJvdHRvbSI6MC4wfSwiQmFja2dyb3VuZCI6eyIkaWQiOiIzODA5IiwiQ29sb3IiOnsiJGlkIjoiMzgxMCIsIkEiOjAsIlIiOjAsIkciOjAsIkIiOjB9fSwiSXNWaXNpYmxlIjp0cnVlLCJXaWR0aCI6MC4wLCJIZWlnaHQiOjAuMCwiQm9yZGVyU3R5bGUiOnsiJGlkIjoiMzgxMSIsIkxpbmVDb2xvciI6bnVsbCwiTGluZVdlaWdodCI6MC4wLCJMaW5lVHlwZSI6MCwiUGFyZW50U3R5bGUiOm51bGx9LCJQYXJlbnRTdHlsZSI6bnVsbH0sIkRhdGVTdHlsZSI6eyIkaWQiOiIzODEyIiwiRm9udFNldHRpbmdzIjp7IiRpZCI6IjM4MTMiLCJGb250U2l6ZSI6MTAsIkZvbnROYW1lIjoiQ2FsaWJyaSIsIklzQm9sZCI6ZmFsc2UsIklzSXRhbGljIjpmYWxzZSwiSXNVbmRlcmxpbmVkIjpmYWxzZSwiUGFyZW50U3R5bGUiOm51bGx9LCJBdXRvU2l6ZSI6MCwiRm9yZWdyb3VuZCI6eyIkaWQiOiIzODE0IiwiQ29sb3IiOnsiJGlkIjoiMzgx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zgxNiIsIlRvcCI6MC4wLCJMZWZ0IjowLjAsIlJpZ2h0IjowLjAsIkJvdHRvbSI6MC4wfSwiUGFkZGluZyI6eyIkaWQiOiIzODE3IiwiVG9wIjowLjAsIkxlZnQiOjAuMCwiUmlnaHQiOjAuMCwiQm90dG9tIjowLjB9LCJCYWNrZ3JvdW5kIjp7IiRpZCI6IjM4MTgiLCJDb2xvciI6eyIkaWQiOiIzODE5IiwiQSI6MCwiUiI6MCwiRyI6MCwiQiI6MH19LCJJc1Zpc2libGUiOnRydWUsIldpZHRoIjowLjAsIkhlaWdodCI6MC4wLCJCb3JkZXJTdHlsZSI6eyIkaWQiOiIzODIwIiwiTGluZUNvbG9yIjpudWxsLCJMaW5lV2VpZ2h0IjowLjAsIkxpbmVUeXBlIjowLCJQYXJlbnRTdHlsZSI6bnVsbH0sIlBhcmVudFN0eWxlIjpudWxsfSwiRGF0ZUZvcm1hdCI6eyIkaWQiOiIzODI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4MjIiLCJGb3JtYXQiOjAsIklzVmlzaWJsZSI6ZmFsc2UsIkxhc3RLbm93blZpc2liaWxpdHlTdGF0ZSI6ZmFsc2V9LCJJc1Zpc2libGUiOnRydWUsIlZhcmlhbmNlU3R5bGUiOnsiJGlkIjoiMzgyMyIsIlRleHRTdHlsZSI6eyIkaWQiOiIzODI0IiwiRm9udFNldHRpbmdzIjp7IiRpZCI6IjM4MjUiLCJGb250U2l6ZSI6MTEsIkZvbnROYW1lIjoiQ2FsaWJyaSIsIklzQm9sZCI6ZmFsc2UsIklzSXRhbGljIjpmYWxzZSwiSXNVbmRlcmxpbmVkIjpmYWxzZSwiUGFyZW50U3R5bGUiOm51bGx9LCJBdXRvU2l6ZSI6MCwiRm9yZWdyb3VuZCI6eyIkaWQiOiIzODI2IiwiQ29sb3IiOnsiJGlkIjoiMzgy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zODI4IiwiVG9wIjowLjAsIkxlZnQiOjAuMCwiUmlnaHQiOjAuMCwiQm90dG9tIjowLjB9LCJQYWRkaW5nIjp7IiRpZCI6IjM4MjkiLCJUb3AiOjAuMCwiTGVmdCI6MC4wLCJSaWdodCI6MC4wLCJCb3R0b20iOjAuMH0sIkJhY2tncm91bmQiOnsiJGlkIjoiMzgzMCIsIkNvbG9yIjp7IiRpZCI6IjM4MzEiLCJBIjowLCJSIjowLCJHIjowLCJCIjowfX0sIklzVmlzaWJsZSI6ZmFsc2UsIldpZHRoIjowLjAsIkhlaWdodCI6MC4wLCJCb3JkZXJTdHlsZSI6eyIkaWQiOiIzODMyIiwiTGluZUNvbG9yIjpudWxsLCJMaW5lV2VpZ2h0IjowLjAsIkxpbmVUeXBlIjowLCJQYXJlbnRTdHlsZSI6bnVsbH0sIlBhcmVudFN0eWxlIjpudWxsfSwiUGFyZW50U3R5bGUiOm51bGx9LCJQYXJlbnRTdHlsZSI6bnVsbH0sIkRlZmF1bHRTd2ltbGFuZU1pbGVzdG9uZVN0eWxlIjp7IiRpZCI6IjM4MzMiLCJUaXRsZVBvc2l0aW9uIjoiUmlnaHQiLCJEYXRlUG9zaXRpb24iOiJMZWZ0IiwiVmFyaWFuY2VQb3NpdGlvbiI6IkxlZnQiLCJTaGFwZVR5cGUiOjIsIlNoYXBlU2l6ZSI6MSwiU3BhY2luZyI6NSwiU2hhcGVTdHlsZSI6eyIkaWQiOiIzODM0IiwiTWFyZ2luIjp7IiRpZCI6IjM4MzUiLCJUb3AiOjAuMCwiTGVmdCI6MC4wLCJSaWdodCI6MC4wLCJCb3R0b20iOjAuMH0sIlBhZGRpbmciOnsiJGlkIjoiMzgzNiIsIlRvcCI6MC4wLCJMZWZ0IjowLjAsIlJpZ2h0IjowLjAsIkJvdHRvbSI6MC4wfSwiQmFja2dyb3VuZCI6eyIkaWQiOiIzODM3IiwiQ29sb3IiOnsiJGlkIjoiMzgzOCIsIkEiOjI1NSwiUiI6MjYsIkciOjE3MCwiQiI6NjZ9fSwiSXNWaXNpYmxlIjp0cnVlLCJXaWR0aCI6MTMuMCwiSGVpZ2h0IjoxMy4wLCJCb3JkZXJTdHlsZSI6eyIkaWQiOiIzODM5IiwiTGluZUNvbG9yIjp7IiRpZCI6IjM4NDAiLCIkdHlwZSI6Ik5MUkUuQ29tbW9uLkRvbS5Tb2xpZENvbG9yQnJ1c2gsIE5MUkUuQ29tbW9uIiwiQ29sb3IiOnsiJGlkIjoiMzg0MSIsIkEiOjI1NSwiUiI6MjM0LCJHIjoyMiwiQiI6MzB9fSwiTGluZVdlaWdodCI6MC4wLCJMaW5lVHlwZSI6MCwiUGFyZW50U3R5bGUiOm51bGx9LCJQYXJlbnRTdHlsZSI6bnVsbH0sIlRpdGxlU3R5bGUiOnsiJGlkIjoiMzg0MiIsIkZvbnRTZXR0aW5ncyI6eyIkaWQiOiIzODQzIiwiRm9udFNpemUiOjExLCJGb250TmFtZSI6IkNhbGlicmkiLCJJc0JvbGQiOnRydWUsIklzSXRhbGljIjpmYWxzZSwiSXNVbmRlcmxpbmVkIjpmYWxzZSwiUGFyZW50U3R5bGUiOm51bGx9LCJBdXRvU2l6ZSI6MCwiRm9yZWdyb3VuZCI6eyIkaWQiOiIzODQ0IiwiQ29sb3IiOnsiJGlkIjoiMzg0N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ODQ2IiwiVG9wIjowLjAsIkxlZnQiOjAuMCwiUmlnaHQiOjAuMCwiQm90dG9tIjowLjB9LCJQYWRkaW5nIjp7IiRpZCI6IjM4NDciLCJUb3AiOjAuMCwiTGVmdCI6MC4wLCJSaWdodCI6MC4wLCJCb3R0b20iOjAuMH0sIkJhY2tncm91bmQiOnsiJGlkIjoiMzg0OCIsIkNvbG9yIjp7IiRpZCI6IjM4NDkiLCJBIjowLCJSIjoyNTUsIkciOjI1NSwiQiI6MjU1fX0sIklzVmlzaWJsZSI6dHJ1ZSwiV2lkdGgiOjAuMCwiSGVpZ2h0IjowLjAsIkJvcmRlclN0eWxlIjp7IiRpZCI6IjM4NTAiLCJMaW5lQ29sb3IiOm51bGwsIkxpbmVXZWlnaHQiOjAuMCwiTGluZVR5cGUiOjAsIlBhcmVudFN0eWxlIjpudWxsfSwiUGFyZW50U3R5bGUiOm51bGx9LCJEYXRlU3R5bGUiOnsiJGlkIjoiMzg1MSIsIkZvbnRTZXR0aW5ncyI6eyIkaWQiOiIzODUyIiwiRm9udFNpemUiOjEwLCJGb250TmFtZSI6IkNhbGlicmkiLCJJc0JvbGQiOmZhbHNlLCJJc0l0YWxpYyI6ZmFsc2UsIklzVW5kZXJsaW5lZCI6ZmFsc2UsIlBhcmVudFN0eWxlIjpudWxsfSwiQXV0b1NpemUiOjAsIkZvcmVncm91bmQiOnsiJGlkIjoiMzg1MyIsIkNvbG9yIjp7IiRpZCI6IjM4NTQ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M4NTUiLCJUb3AiOjAuMCwiTGVmdCI6MC4wLCJSaWdodCI6MC4wLCJCb3R0b20iOjAuMH0sIlBhZGRpbmciOnsiJGlkIjoiMzg1NiIsIlRvcCI6MC4wLCJMZWZ0IjowLjAsIlJpZ2h0IjowLjAsIkJvdHRvbSI6MC4wfSwiQmFja2dyb3VuZCI6eyIkaWQiOiIzODU3IiwiQ29sb3IiOnsiJGlkIjoiMzg1OCIsIkEiOjAsIlIiOjI1NSwiRyI6MjU1LCJCIjoyNTV9fSwiSXNWaXNpYmxlIjp0cnVlLCJXaWR0aCI6MC4wLCJIZWlnaHQiOjAuMCwiQm9yZGVyU3R5bGUiOnsiJGlkIjoiMzg1OSIsIkxpbmVDb2xvciI6bnVsbCwiTGluZVdlaWdodCI6MC4wLCJMaW5lVHlwZSI6MCwiUGFyZW50U3R5bGUiOm51bGx9LCJQYXJlbnRTdHlsZSI6bnVsbH0sIkRhdGVGb3JtYXQiOnsiJGlkIjoiMzg2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DYxIiwiRm9ybWF0IjowLCJJc1Zpc2libGUiOmZhbHNlLCJMYXN0S25vd25WaXNpYmlsaXR5U3RhdGUiOmZhbHNlfSwiSXNWaXNpYmxlIjp0cnVlLCJWYXJpYW5jZVN0eWxlIjp7IiRpZCI6IjM4NjIiLCJUZXh0U3R5bGUiOnsiJGlkIjoiMzg2MyIsIkZvbnRTZXR0aW5ncyI6eyIkaWQiOiIzODY0IiwiRm9udFNpemUiOjExLCJGb250TmFtZSI6IkNhbGlicmkiLCJJc0JvbGQiOmZhbHNlLCJJc0l0YWxpYyI6ZmFsc2UsIklzVW5kZXJsaW5lZCI6ZmFsc2UsIlBhcmVudFN0eWxlIjpudWxsfSwiQXV0b1NpemUiOjAsIkZvcmVncm91bmQiOnsiJGlkIjoiMzg2NSIsIkNvbG9yIjp7IiRpZCI6IjM4Nj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zg2NyIsIlRvcCI6MC4wLCJMZWZ0IjowLjAsIlJpZ2h0IjowLjAsIkJvdHRvbSI6MC4wfSwiUGFkZGluZyI6eyIkaWQiOiIzODY4IiwiVG9wIjowLjAsIkxlZnQiOjAuMCwiUmlnaHQiOjAuMCwiQm90dG9tIjowLjB9LCJCYWNrZ3JvdW5kIjp7IiRpZCI6IjM4NjkiLCJDb2xvciI6eyIkaWQiOiIzODcwIiwiQSI6MCwiUiI6MCwiRyI6MCwiQiI6MH19LCJJc1Zpc2libGUiOnRydWUsIldpZHRoIjowLjAsIkhlaWdodCI6MC4wLCJCb3JkZXJTdHlsZSI6eyIkaWQiOiIzODcxIiwiTGluZUNvbG9yIjpudWxsLCJMaW5lV2VpZ2h0IjowLjAsIkxpbmVUeXBlIjowLCJQYXJlbnRTdHlsZSI6bnVsbH0sIlBhcmVudFN0eWxlIjpudWxsfSwiUGFyZW50U3R5bGUiOm51bGx9LCJQYXJlbnRTdHlsZSI6bnVsbH0sIkRlZmF1bHRTd2ltbGFuZUFjdGl2aXR5U3R5bGUiOnsiJGlkIjoiMzg3MiIsIkhlYWRlclN0eWxlIjp7IiRpZCI6IjM4NzMiLCJUZXh0U3R5bGUiOnsiJGlkIjoiMzg3NCIsIkZvbnRTZXR0aW5ncyI6eyIkaWQiOiIzODc1IiwiRm9udFNpemUiOjExLCJGb250TmFtZSI6IkNhbGlicmkiLCJJc0JvbGQiOmZhbHNlLCJJc0l0YWxpYyI6ZmFsc2UsIklzVW5kZXJsaW5lZCI6ZmFsc2UsIlBhcmVudFN0eWxlIjpudWxsfSwiQXV0b1NpemUiOjIsIkZvcmVncm91bmQiOnsiJGlkIjoiMzg3NiIsIkNvbG9yIjp7IiRpZCI6IjM4NzciLCJBIjoyNTUsIlIiOjAsIkciOjAsIkIiOjB9fSwiTWF4V2lkdGgiOjAuMCwiTWF4SGVpZ2h0IjoiSW5maW5pdHkiLCJTbWFydEZvcmVncm91bmRJc0FjdGl2ZSI6ZmFsc2UsIkhvcml6b250YWxBbGlnbm1lbnQiOjAsIlZlcnRpY2FsQWxpZ25tZW50IjowLCJTbWFydEZvcmVncm91bmQiOm51bGwsIkJhY2tncm91bmRGaWxsVHlwZSI6MCwiTWFyZ2luIjp7IiRpZCI6IjM4NzgiLCJUb3AiOjAuMCwiTGVmdCI6MC4wLCJSaWdodCI6MC4wLCJCb3R0b20iOjAuMH0sIlBhZGRpbmciOnsiJGlkIjoiMzg3OSIsIlRvcCI6MC4wLCJMZWZ0IjowLjAsIlJpZ2h0IjowLjAsIkJvdHRvbSI6MC4wfSwiQmFja2dyb3VuZCI6bnVsbCwiSXNWaXNpYmxlIjp0cnVlLCJXaWR0aCI6MC4wLCJIZWlnaHQiOjAuMCwiQm9yZGVyU3R5bGUiOm51bGwsIlBhcmVudFN0eWxlIjpudWxsfSwiUmVjdGFuZ2xlU3R5bGUiOnsiJGlkIjoiMzg4MCIsIk1hcmdpbiI6eyIkaWQiOiIzODgxIiwiVG9wIjowLjAsIkxlZnQiOjAuMCwiUmlnaHQiOjAuMCwiQm90dG9tIjowLjB9LCJQYWRkaW5nIjp7IiRpZCI6IjM4ODIiLCJUb3AiOjAuMCwiTGVmdCI6MC4wLCJSaWdodCI6MC4wLCJCb3R0b20iOjAuMH0sIkJhY2tncm91bmQiOnsiJGlkIjoiMzg4MyIsIkNvbG9yIjp7IiRpZCI6IjM4ODQiLCJBIjo2MywiUiI6NzgsIkciOjkxLCJCIjo5N319LCJJc1Zpc2libGUiOnRydWUsIldpZHRoIjowLjAsIkhlaWdodCI6MC4wLCJCb3JkZXJTdHlsZSI6eyIkaWQiOiIzODg1IiwiTGluZUNvbG9yIjp7IiRpZCI6IjM4ODYiLCIkdHlwZSI6Ik5MUkUuQ29tbW9uLkRvbS5Tb2xpZENvbG9yQnJ1c2gsIE5MUkUuQ29tbW9uIiwiQ29sb3IiOnsiJGlkIjoiMzg4NyIsIkEiOjI1NSwiUiI6MjU1LCJHIjowLCJCIjowfX0sIkxpbmVXZWlnaHQiOjAuMCwiTGluZVR5cGUiOjAsIlBhcmVudFN0eWxlIjpudWxsfSwiUGFyZW50U3R5bGUiOm51bGx9LCJNYXJnaW4iOnsiJGlkIjoiMzg4OCIsIlRvcCI6MC4wLCJMZWZ0IjowLjAsIlJpZ2h0IjowLjAsIkJvdHRvbSI6MC4wfSwiUGFkZGluZyI6eyIkaWQiOiIzODg5IiwiVG9wIjowLjAsIkxlZnQiOjAuMCwiUmlnaHQiOjAuMCwiQm90dG9tIjowLjB9LCJCYWNrZ3JvdW5kIjpudWxsLCJJc1Zpc2libGUiOnRydWUsIldpZHRoIjowLjAsIkhlaWdodCI6MC4wLCJCb3JkZXJTdHlsZSI6bnVsbCwiUGFyZW50U3R5bGUiOm51bGx9LCJCYWNrZ3JvdW5kU3R5bGUiOnsiJGlkIjoiMzg5MCIsIk1hcmdpbiI6eyIkaWQiOiIzODkxIiwiVG9wIjowLjAsIkxlZnQiOjAuMCwiUmlnaHQiOjAuMCwiQm90dG9tIjowLjB9LCJQYWRkaW5nIjp7IiRpZCI6IjM4OTIiLCJUb3AiOjAuMCwiTGVmdCI6MC4wLCJSaWdodCI6MC4wLCJCb3R0b20iOjAuMH0sIkJhY2tncm91bmQiOnsiJGlkIjoiMzg5MyIsIkNvbG9yIjp7IiRpZCI6IjM4OTQiLCJBIjo1MSwiUiI6MTE1LCJHIjoxMTUsIkIiOjExNX19LCJJc1Zpc2libGUiOnRydWUsIldpZHRoIjowLjAsIkhlaWdodCI6MC4wLCJCb3JkZXJTdHlsZSI6eyIkaWQiOiIzODk1IiwiTGluZUNvbG9yIjp7IiRpZCI6IjM4OTYiLCIkdHlwZSI6Ik5MUkUuQ29tbW9uLkRvbS5Tb2xpZENvbG9yQnJ1c2gsIE5MUkUuQ29tbW9uIiwiQ29sb3IiOnsiJGlkIjoiMzg5NyIsIkEiOjI1NSwiUiI6MjM0LCJHIjoyMiwiQiI6MzB9fSwiTGluZVdlaWdodCI6MC4wLCJMaW5lVHlwZSI6MCwiUGFyZW50U3R5bGUiOm51bGx9LCJQYXJlbnRTdHlsZSI6bnVsbH0sIk1hcmdpbiI6eyIkaWQiOiIzODk4IiwiVG9wIjowLjAsIkxlZnQiOjAuMCwiUmlnaHQiOjAuMCwiQm90dG9tIjowLjB9LCJQYWRkaW5nIjp7IiRpZCI6IjM4OTkiLCJUb3AiOjAuMCwiTGVmdCI6MC4wLCJSaWdodCI6MC4wLCJCb3R0b20iOjAuMH0sIklzVmlzaWJsZSI6dHJ1ZSwiV2lkdGgiOjAuMCwiSGVpZ2h0IjowLjAsIkJvcmRlclN0eWxlIjp7IiRpZCI6IjM5MDAiLCJMaW5lQ29sb3IiOm51bGwsIkxpbmVXZWlnaHQiOjAuMCwiTGluZVR5cGUiOjAsIlBhcmVudFN0eWxlIjpudWxsfSwiUGFyZW50U3R5bGUiOm51bGx9LCJNYXJnaW4iOnsiJGlkIjoiMzkwMSIsIlRvcCI6MC4wLCJMZWZ0IjowLjAsIlJpZ2h0IjowLjAsIkJvdHRvbSI6MC4wfSwiUGFkZGluZyI6eyIkaWQiOiIzOTAyIiwiVG9wIjowLjAsIkxlZnQiOjAuMCwiUmlnaHQiOjAuMCwiQm90dG9tIjowLjB9LCJJc1Zpc2libGUiOmZhbHNlLCJXaWR0aCI6MC4wLCJIZWlnaHQiOjAuMCwiQm9yZGVyU3R5bGUiOnsiJGlkIjoiMzkwMyIsIkxpbmVDb2xvciI6bnVsbCwiTGluZVdlaWdodCI6MC4wLCJMaW5lVHlwZSI6MCwiUGFyZW50U3R5bGUiOm51bGx9LCJQYXJlbnRTdHlsZSI6bnVsbH19XSwiSGFzQmFzZWxpbmVzIjpmYWxzZSwiQ3VsdHVyZUluZm9OYW1lIjoiZGEtREsiLCJTdHlsZU5hbWUiOm51bGwsIlZlcnNpb24iOnsiJGlkIjoiMzkwNCIsIlZlcnNpb24iOiI1LjYuMCIsIk9yaWdpbmFsQXNzZW1ibHlWZXJzaW9uIjoiNy4wMy4wMi4wMCIsIkVkaXRpb24iOm51bGwsIkxhc3RTYXZlZEVkaXRpb24iOjMsIklzUGx1c0VkaXRpb24iOmZhbHNlLCJJc1Byb0VkaXRpb24iOmZhbHNlfSwiRWZmZWN0IjowLCJTdHlsZSI6eyIkaWQiOiIzOTA1IiwiRGVmYXVsdERlcGVuZGVuY3lTdHlsZSI6eyIkaWQiOiIzOTA2IiwiTGluZVN0eWxlIjp7IiRpZCI6IjM5MDciLCJMaW5lQ29sb3IiOnsiJGlkIjoiMzkwOCIsIiR0eXBlIjoiTkxSRS5Db21tb24uRG9tLlNvbGlkQ29sb3JCcnVzaCwgTkxSRS5Db21tb24iLCJDb2xvciI6eyIkaWQiOiIzOTA5IiwiQSI6MjU1LCJSIjowLCJHIjowLCJCIjowfX0sIkxpbmVXZWlnaHQiOjEuMCwiTGluZVR5cGUiOjAsIlBhcmVudFN0eWxlIjpudWxsfSwiRW5kQXJyb3doZWFkTGluZVN0eWxlIjp7IiRpZCI6IjM5MTAiLCJLaW5kIjoxLCJXaWR0aCI6MSwiTGVuZ3RoIjowLCJQYXJlbnRTdHlsZSI6bnVsbH0sIkJyaW5nVG9Gcm9udCI6dHJ1ZSwiRWxib3dSYWRpdXMiOjAuMCwiTWFyZ2luIjp7IiRpZCI6IjM5MTEiLCJUb3AiOjAuMCwiTGVmdCI6MC4wLCJSaWdodCI6MC4wLCJCb3R0b20iOjAuMH0sIlBhZGRpbmciOnsiJGlkIjoiMzkxMiIsIlRvcCI6MC4wLCJMZWZ0IjowLjAsIlJpZ2h0IjowLjAsIkJvdHRvbSI6MC4wfSwiQmFja2dyb3VuZCI6bnVsbCwiSXNWaXNpYmxlIjp0cnVlLCJXaWR0aCI6MC4wLCJIZWlnaHQiOjAuMCwiQm9yZGVyU3R5bGUiOm51bGwsIlBhcmVudFN0eWxlIjpudWxsfSwiQ3JpdGljYWxQYXRoU3R5bGUiOnsiJGlkIjoiMzkxMyIsIkNyaXRpY2FsUGF0aFN0eWxlT3B0aW9ucyI6MTUsIkxpbmVTdHlsZSI6eyIkaWQiOiIzOTE0IiwiTGluZUNvbG9yIjp7IiRpZCI6IjM5MTUiLCIkdHlwZSI6Ik5MUkUuQ29tbW9uLkRvbS5Tb2xpZENvbG9yQnJ1c2gsIE5MUkUuQ29tbW9uIiwiQ29sb3IiOnsiJGlkIjoiMzkxNiIsIkEiOjI1NSwiUiI6MjIyLCJHIjo1MCwiQiI6NTB9fSwiTGluZVdlaWdodCI6MS4wLCJMaW5lVHlwZSI6MCwiUGFyZW50U3R5bGUiOm51bGx9LCJUaXRsZUZvcmVncm91bmQiOnsiJGlkIjoiMzkxNyIsIkNvbG9yIjp7IiRpZCI6IjM5MTgiLCJBIjoyNTUsIlIiOjE3NiwiRyI6MTksIkIiOjI1fX0sIlNoYXBlc0JhY2tncm91bmQiOnsiJGlkIjoiMzkxOSIsIkNvbG9yIjp7IiRpZCI6IjM5MjAiLCJBIjoyNTUsIlIiOjI1MywiRyI6MjAzLCJCIjoyMDh9fSwiU2hhcGVzQm9yZGVyU3R5bGUiOnsiJGlkIjoiMzkyMSIsIkxpbmVDb2xvciI6eyIkaWQiOiIzOTIyIiwiJHR5cGUiOiJOTFJFLkNvbW1vbi5Eb20uU29saWRDb2xvckJydXNoLCBOTFJFLkNvbW1vbiIsIkNvbG9yIjp7IiRpZCI6IjM5MjMiLCJBIjoyNTUsIlIiOjIyMiwiRyI6NTAsIkIiOjUwfX0sIkxpbmVXZWlnaHQiOjEuNSwiTGluZVR5cGUiOjAsIlBhcmVudFN0eWxlIjpudWxsfSwiTWFyZ2luIjp7IiRpZCI6IjM5MjQiLCJUb3AiOjAuMCwiTGVmdCI6MC4wLCJSaWdodCI6MC4wLCJCb3R0b20iOjAuMH0sIlBhZGRpbmciOnsiJGlkIjoiMzkyNSIsIlRvcCI6MC4wLCJMZWZ0IjowLjAsIlJpZ2h0IjowLjAsIkJvdHRvbSI6MC4wfSwiQmFja2dyb3VuZCI6bnVsbCwiSXNWaXNpYmxlIjpmYWxzZSwiV2lkdGgiOjAuMCwiSGVpZ2h0IjowLjAsIkJvcmRlclN0eWxlIjpudWxsLCJQYXJlbnRTdHlsZSI6bnVsbH0sIlBhbmVsc1NwYWNpbmdEZWZpbml0aW9uIjp7IiRpZCI6IjM5MjYiLCJTcGFjaW5nQWJvdmVUaW1lYmFuZCI6NSwiU3BhY2luZ0JlbG93VGltZWJhbmQiOjUsIlNwYWNpbmdBYm92ZUJldHdlZW5Td2ltbGFuZXNBbmRUYXNrcyI6NSwiU3BhY2luZ0JlbG93QmV0d2VlblN3aW1sYW5lc0FuZFRhc2tzIjo1fSwiVGltZWJhbmRTdHlsZSI6eyIkaWQiOiIzOTI3IiwiU2NhbGVNYXJraW5nIjowLCJTaGFwZSI6MCwiU2hhcGVTdHlsZSI6eyIkaWQiOiIzOTI4IiwiTWFyZ2luIjp7IiRpZCI6IjM5MjkiLCJUb3AiOjAuMCwiTGVmdCI6MTAuMCwiUmlnaHQiOjEwLjAsIkJvdHRvbSI6MC4wfSwiUGFkZGluZyI6eyIkaWQiOiIzOTMwIiwiVG9wIjowLjAsIkxlZnQiOjAuMCwiUmlnaHQiOjAuMCwiQm90dG9tIjowLjB9LCJCYWNrZ3JvdW5kIjp7IiRpZCI6IjM5MzEiLCJDb2xvciI6eyIkaWQiOiIzOTMyIiwiQSI6MjU1LCJSIjo2OCwiRyI6ODQsIkIiOjEwNn19LCJJc1Zpc2libGUiOnRydWUsIldpZHRoIjo4NTguMCwiSGVpZ2h0IjoxNC4zOTk5OTk2MTg1MzAyNzMsIkJvcmRlclN0eWxlIjp7IiRpZCI6IjM5MzMiLCJMaW5lQ29sb3IiOnsiJGlkIjoiMzkzNCIsIiR0eXBlIjoiTkxSRS5Db21tb24uRG9tLlNvbGlkQ29sb3JCcnVzaCwgTkxSRS5Db21tb24iLCJDb2xvciI6eyIkaWQiOiIzOTM1IiwiQSI6MjU1LCJSIjoyNTUsIkciOjAsIkIiOjB9fSwiTGluZVdlaWdodCI6MC4wLCJMaW5lVHlwZSI6MCwiUGFyZW50U3R5bGUiOm51bGx9LCJQYXJlbnRTdHlsZSI6bnVsbH0sIk1pZGRsZVRpZXJTaGFwZVN0eWxlIjp7IiRpZCI6IjM5MzYiLCJNYXJnaW4iOnsiJGlkIjoiMzkzNyIsIlRvcCI6MC4wLCJMZWZ0IjoxMC4wLCJSaWdodCI6MTAuMCwiQm90dG9tIjowLjB9LCJQYWRkaW5nIjp7IiRpZCI6IjM5MzgiLCJUb3AiOjAuMCwiTGVmdCI6MC4wLCJSaWdodCI6MC4wLCJCb3R0b20iOjAuMH0sIkJhY2tncm91bmQiOnsiJGlkIjoiMzkzOSIsIkNvbG9yIjp7IiRpZCI6IjM5NDAiLCJBIjoyNTUsIlIiOjY4LCJHIjo4NCwiQiI6MTA2fX0sIklzVmlzaWJsZSI6dHJ1ZSwiV2lkdGgiOjg1OC4wLCJIZWlnaHQiOjE0LjM5OTk5OTYxODUzMDI3MywiQm9yZGVyU3R5bGUiOnsiJGlkIjoiMzk0MSIsIkxpbmVDb2xvciI6eyIkaWQiOiIzOTQyIiwiJHR5cGUiOiJOTFJFLkNvbW1vbi5Eb20uU29saWRDb2xvckJydXNoLCBOTFJFLkNvbW1vbiIsIkNvbG9yIjp7IiRpZCI6IjM5NDMiLCJBIjoyNTUsIlIiOjI1NSwiRyI6MCwiQiI6MH19LCJMaW5lV2VpZ2h0IjowLjAsIkxpbmVUeXBlIjowLCJQYXJlbnRTdHlsZSI6bnVsbH0sIlBhcmVudFN0eWxlIjpudWxsfSwiQm90dG9tVGllclNoYXBlU3R5bGUiOnsiJGlkIjoiMzk0NCIsIk1hcmdpbiI6eyIkaWQiOiIzOTQ1IiwiVG9wIjowLjAsIkxlZnQiOjEwLjAsIlJpZ2h0IjoxMC4wLCJCb3R0b20iOjAuMH0sIlBhZGRpbmciOnsiJGlkIjoiMzk0NiIsIlRvcCI6MC4wLCJMZWZ0IjowLjAsIlJpZ2h0IjowLjAsIkJvdHRvbSI6MC4wfSwiQmFja2dyb3VuZCI6eyIkaWQiOiIzOTQ3IiwiQ29sb3IiOnsiJGlkIjoiMzk0OCIsIkEiOjI1NSwiUiI6NjgsIkciOjg0LCJCIjoxMDZ9fSwiSXNWaXNpYmxlIjp0cnVlLCJXaWR0aCI6ODU4LjAsIkhlaWdodCI6MTQuMzk5OTk5NjE4NTMwMjczLCJCb3JkZXJTdHlsZSI6eyIkaWQiOiIzOTQ5IiwiTGluZUNvbG9yIjp7IiRpZCI6IjM5NTAiLCIkdHlwZSI6Ik5MUkUuQ29tbW9uLkRvbS5Tb2xpZENvbG9yQnJ1c2gsIE5MUkUuQ29tbW9uIiwiQ29sb3IiOnsiJGlkIjoiMzk1MSIsIkEiOjI1NSwiUiI6MjU1LCJHIjowLCJCIjowfX0sIkxpbmVXZWlnaHQiOjAuMCwiTGluZVR5cGUiOjAsIlBhcmVudFN0eWxlIjpudWxsfSwiUGFyZW50U3R5bGUiOm51bGx9LCJSaWdodEVuZENhcHNTdHlsZSI6eyIkaWQiOiIzOTUyIiwiRm9udFNldHRpbmdzIjp7IiRpZCI6IjM5NTMiLCJGb250U2l6ZSI6MTgsIkZvbnROYW1lIjoiQ2FsaWJyaSIsIklzQm9sZCI6dHJ1ZSwiSXNJdGFsaWMiOmZhbHNlLCJJc1VuZGVybGluZWQiOmZhbHNlLCJQYXJlbnRTdHlsZSI6bnVsbH0sIkF1dG9TaXplIjowLCJGb3JlZ3JvdW5kIjp7IiRpZCI6IjM5NTQiLCJDb2xvciI6eyIkaWQiOiIzOTU1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zOTU2IiwiVG9wIjowLjAsIkxlZnQiOjAuMCwiUmlnaHQiOjIwLjAsIkJvdHRvbSI6MC4wfSwiUGFkZGluZyI6eyIkaWQiOiIzOTU3IiwiVG9wIjowLjAsIkxlZnQiOjAuMCwiUmlnaHQiOjAuMCwiQm90dG9tIjowLjB9LCJCYWNrZ3JvdW5kIjp7IiRpZCI6IjM5NTgiLCJDb2xvciI6eyIkaWQiOiIzOTU5IiwiQSI6MCwiUiI6MCwiRyI6MCwiQiI6MH19LCJJc1Zpc2libGUiOmZhbHNlLCJXaWR0aCI6MC4wLCJIZWlnaHQiOjAuMCwiQm9yZGVyU3R5bGUiOm51bGwsIlBhcmVudFN0eWxlIjpudWxsfSwiTGVmdEVuZENhcHNTdHlsZSI6eyIkaWQiOiIzOTYwIiwiRm9udFNldHRpbmdzIjp7IiRpZCI6IjM5NjEiLCJGb250U2l6ZSI6MTgsIkZvbnROYW1lIjoiQ2FsaWJyaSIsIklzQm9sZCI6dHJ1ZSwiSXNJdGFsaWMiOmZhbHNlLCJJc1VuZGVybGluZWQiOmZhbHNlLCJQYXJlbnRTdHlsZSI6bnVsbH0sIkF1dG9TaXplIjowLCJGb3JlZ3JvdW5kIjp7IiRpZCI6IjM5NjIiLCJDb2xvciI6eyIkaWQiOiIzOTYz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zOTY0IiwiVG9wIjowLjAsIkxlZnQiOjM5LjUwNjY2NjY2NjY2NjY2MSwiUmlnaHQiOjAuMCwiQm90dG9tIjowLjB9LCJQYWRkaW5nIjp7IiRpZCI6IjM5NjUiLCJUb3AiOjAuMCwiTGVmdCI6MC4wLCJSaWdodCI6MC4wLCJCb3R0b20iOjAuMH0sIkJhY2tncm91bmQiOnsiJGlkIjoiMzk2NiIsIkNvbG9yIjp7IiRpZCI6IjM5NjciLCJBIjowLCJSIjowLCJHIjowLCJCIjowfX0sIklzVmlzaWJsZSI6ZmFsc2UsIldpZHRoIjowLjAsIkhlaWdodCI6MC4wLCJCb3JkZXJTdHlsZSI6bnVsbCwiUGFyZW50U3R5bGUiOm51bGx9LCJUb2RheVRleHRTdHlsZSI6eyIkaWQiOiIzOTY4IiwiRm9udFNldHRpbmdzIjp7IiRpZCI6IjM5NjkiLCJGb250U2l6ZSI6MTIsIkZvbnROYW1lIjoiQ2FsaWJyaSIsIklzQm9sZCI6ZmFsc2UsIklzSXRhbGljIjpmYWxzZSwiSXNVbmRlcmxpbmVkIjpmYWxzZSwiUGFyZW50U3R5bGUiOm51bGx9LCJBdXRvU2l6ZSI6MCwiRm9yZWdyb3VuZCI6eyIkaWQiOiIzOTcwIiwiQ29sb3IiOnsiJGlkIjoiMzk3M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zOTcyIiwiVG9wIjowLjAsIkxlZnQiOjAuMCwiUmlnaHQiOjAuMCwiQm90dG9tIjowLjB9LCJQYWRkaW5nIjp7IiRpZCI6IjM5NzMiLCJUb3AiOjAuMCwiTGVmdCI6MC4wLCJSaWdodCI6MC4wLCJCb3R0b20iOjAuMH0sIkJhY2tncm91bmQiOnsiJGlkIjoiMzk3NCIsIkNvbG9yIjp7IiRpZCI6IjM5NzUiLCJBIjowLCJSIjowLCJHIjowLCJCIjowfX0sIklzVmlzaWJsZSI6dHJ1ZSwiV2lkdGgiOjAuMCwiSGVpZ2h0IjowLjAsIkJvcmRlclN0eWxlIjpudWxsLCJQYXJlbnRTdHlsZSI6bnVsbH0sIlRvZGF5TWFya2VyU3R5bGUiOnsiJGlkIjoiMzk3NiIsIk1hcmdpbiI6eyIkaWQiOiIzOTc3IiwiVG9wIjowLjAsIkxlZnQiOjAuMCwiUmlnaHQiOjAuMCwiQm90dG9tIjowLjB9LCJQYWRkaW5nIjp7IiRpZCI6IjM5NzgiLCJUb3AiOjAuMCwiTGVmdCI6MC4wLCJSaWdodCI6MC4wLCJCb3R0b20iOjAuMH0sIkJhY2tncm91bmQiOnsiJGlkIjoiMzk3OSIsIkNvbG9yIjp7IiRpZCI6IjM5ODAiLCJBIjoyNTUsIlIiOjI1NSwiRyI6MCwiQiI6MH19LCJJc1Zpc2libGUiOnRydWUsIldpZHRoIjowLjAsIkhlaWdodCI6MC4wLCJCb3JkZXJTdHlsZSI6bnVsbCwiUGFyZW50U3R5bGUiOm51bGx9LCJTY2FsZVN0eWxlIjp7IiRpZCI6IjM5ODEiLCJTaGFwZSI6MCwiU2hvd1NlZ21lbnRTZXBhcmF0b3JzIjp0cnVlLCJTZWdtZW50U2VwYXJhdG9yT3BhY2l0eSI6MzAsIkhhc0JlZW5WaXNpYmxlQmVmb3JlIjp0cnVlLCJGb250U2V0dGluZ3MiOnsiJGlkIjoiMzk4MiIsIkZvbnRTaXplIjoxMSwiRm9udE5hbWUiOiJDYWxpYnJpIiwiSXNCb2xkIjpmYWxzZSwiSXNJdGFsaWMiOmZhbHNlLCJJc1VuZGVybGluZWQiOmZhbHNlLCJQYXJlbnRTdHlsZSI6bnVsbH0sIkF1dG9TaXplIjowLCJGb3JlZ3JvdW5kIjp7IiRpZCI6IjM5ODMiLCJDb2xvciI6eyIkaWQiOiIzOTg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M5ODUiLCJUb3AiOjAuMCwiTGVmdCI6NC4wLCJSaWdodCI6NC4wLCJCb3R0b20iOjAuMH0sIlBhZGRpbmciOnsiJGlkIjoiMzk4NiIsIlRvcCI6MC4wLCJMZWZ0IjowLjAsIlJpZ2h0IjowLjAsIkJvdHRvbSI6MC4wfSwiQmFja2dyb3VuZCI6eyIkaWQiOiIzOTg3IiwiQ29sb3IiOnsiJGlkIjoiMzk4OCIsIkEiOjAsIlIiOjAsIkciOjAsIkIiOjB9fSwiSXNWaXNpYmxlIjp0cnVlLCJXaWR0aCI6MC4wLCJIZWlnaHQiOjAuMCwiQm9yZGVyU3R5bGUiOm51bGwsIlBhcmVudFN0eWxlIjpudWxsfSwiU2luZ2xlU2NhbGVTaGFwZVN0eWxlIjp7IiRpZCI6IjM5ODkiLCJTaGFwZSI6MywiSGVpZ2h0IjoyMC4wfSwiTWlkZGxlVGllclNjYWxlU3R5bGUiOnsiJGlkIjoiMzk5MCIsIlNoYXBlIjowLCJTaG93U2VnbWVudFNlcGFyYXRvcnMiOnRydWUsIlNlZ21lbnRTZXBhcmF0b3JPcGFjaXR5IjozMCwiSGFzQmVlblZpc2libGVCZWZvcmUiOnRydWUsIkZvbnRTZXR0aW5ncyI6eyIkaWQiOiIzOTkxIiwiRm9udFNpemUiOjExLCJGb250TmFtZSI6IkNhbGlicmkiLCJJc0JvbGQiOmZhbHNlLCJJc0l0YWxpYyI6ZmFsc2UsIklzVW5kZXJsaW5lZCI6ZmFsc2UsIlBhcmVudFN0eWxlIjpudWxsfSwiQXV0b1NpemUiOjAsIkZvcmVncm91bmQiOnsiJHJlZiI6IjM5ODMifSwiTWF4V2lkdGgiOjIwMC4wLCJNYXhIZWlnaHQiOiJJbmZpbml0eSIsIlNtYXJ0Rm9yZWdyb3VuZElzQWN0aXZlIjpmYWxzZSwiSG9yaXpvbnRhbEFsaWdubWVudCI6MCwiVmVydGljYWxBbGlnbm1lbnQiOjEsIlNtYXJ0Rm9yZWdyb3VuZCI6bnVsbCwiQmFja2dyb3VuZEZpbGxUeXBlIjowLCJNYXJnaW4iOnsiJGlkIjoiMzk5MiIsIlRvcCI6MC4wLCJMZWZ0Ijo0LjAsIlJpZ2h0Ijo0LjAsIkJvdHRvbSI6MC4wfSwiUGFkZGluZyI6eyIkaWQiOiIzOTkzIiwiVG9wIjowLjAsIkxlZnQiOjAuMCwiUmlnaHQiOjAuMCwiQm90dG9tIjowLjB9LCJCYWNrZ3JvdW5kIjp7IiRpZCI6IjM5OTQiLCJDb2xvciI6eyIkaWQiOiIzOTk1IiwiQSI6MCwiUiI6MCwiRyI6MCwiQiI6MH19LCJJc1Zpc2libGUiOnRydWUsIldpZHRoIjowLjAsIkhlaWdodCI6MC4wLCJCb3JkZXJTdHlsZSI6bnVsbCwiUGFyZW50U3R5bGUiOm51bGx9LCJCb3R0b21UaWVyU2NhbGVTdHlsZSI6eyIkaWQiOiIzOTk2IiwiU2hhcGUiOjAsIlNob3dTZWdtZW50U2VwYXJhdG9ycyI6dHJ1ZSwiU2VnbWVudFNlcGFyYXRvck9wYWNpdHkiOjMwLCJIYXNCZWVuVmlzaWJsZUJlZm9yZSI6dHJ1ZSwiRm9udFNldHRpbmdzIjp7IiRpZCI6IjM5OTciLCJGb250U2l6ZSI6MTIsIkZvbnROYW1lIjoiQ2FsaWJyaSIsIklzQm9sZCI6ZmFsc2UsIklzSXRhbGljIjpmYWxzZSwiSXNVbmRlcmxpbmVkIjpmYWxzZSwiUGFyZW50U3R5bGUiOm51bGx9LCJBdXRvU2l6ZSI6MCwiRm9yZWdyb3VuZCI6eyIkcmVmIjoiMzk4MyJ9LCJNYXhXaWR0aCI6MjAwLjAsIk1heEhlaWdodCI6IkluZmluaXR5IiwiU21hcnRGb3JlZ3JvdW5kSXNBY3RpdmUiOmZhbHNlLCJIb3Jpem9udGFsQWxpZ25tZW50IjowLCJWZXJ0aWNhbEFsaWdubWVudCI6MSwiU21hcnRGb3JlZ3JvdW5kIjpudWxsLCJCYWNrZ3JvdW5kRmlsbFR5cGUiOjAsIk1hcmdpbiI6eyIkaWQiOiIzOTk4IiwiVG9wIjowLjAsIkxlZnQiOjQuMCwiUmlnaHQiOjQuMCwiQm90dG9tIjowLjB9LCJQYWRkaW5nIjp7IiRpZCI6IjM5OTkiLCJUb3AiOjAuMCwiTGVmdCI6MC4wLCJSaWdodCI6MC4wLCJCb3R0b20iOjAuMH0sIkJhY2tncm91bmQiOnsiJGlkIjoiNDAwMCIsIkNvbG9yIjp7IiRpZCI6IjQwMDEiLCJBIjowLCJSIjowLCJHIjowLCJCIjowfX0sIklzVmlzaWJsZSI6ZmFsc2UsIldpZHRoIjowLjAsIkhlaWdodCI6MC4wLCJCb3JkZXJTdHlsZSI6bnVsbCwiUGFyZW50U3R5bGUiOm51bGx9LCJFbGFwc2VkVGltZUJhY2tncm91bmQiOnsiJGlkIjoiNDAwMiIsIkNvbG9yIjp7IiRpZCI6IjQwMDMiLCJBIjoxOTEsIlIiOjI1NSwiRyI6MCwiQiI6MH19LCJBcHBlbmRZZWFyT25ZZWFyQ2hhbmdlIjpmYWxzZSwiRWxhcHNlZFRpbWVGb3JtYXQiOjAsIlRvZGF5TWFya2VyUG9zaXRpb24iOjIsIlF1aWNrUG9zaXRpb24iOjMsIkFic29sdXRlUG9zaXRpb24iOjU5LjU4MTczMzcsIk1hcmdpbiI6eyIkaWQiOiI0MDA0IiwiVG9wIjowLjAsIkxlZnQiOjEwLjAsIlJpZ2h0IjoxMC4wLCJCb3R0b20iOjAuMH0sIlBhZGRpbmciOnsiJGlkIjoiNDAwNSIsIlRvcCI6MC4wLCJMZWZ0IjowLjAsIlJpZ2h0IjowLjAsIkJvdHRvbSI6MC4wfSwiQmFja2dyb3VuZCI6eyIkaWQiOiI0MDA2IiwiQ29sb3IiOnsiJGlkIjoiNDAwNyIsIkEiOjI1NSwiUiI6NDcsIkciOjU0LCJCIjoxNTN9fSwiSXNWaXNpYmxlIjp0cnVlLCJXaWR0aCI6MC4wLCJIZWlnaHQiOjAuMCwiQm9yZGVyU3R5bGUiOm51bGwsIlBhcmVudFN0eWxlIjpudWxsfSwiRGVmYXVsdE1pbGVzdG9uZVN0eWxlIjp7IiRpZCI6IjQwMDgiLCJTaGFwZSI6MiwiQ29ubmVjdG9yTWFyZ2luIjp7IiRpZCI6IjQwMDkiLCJUb3AiOjAuMCwiTGVmdCI6Mi4wLCJSaWdodCI6Mi4wLCJCb3R0b20iOjAuMH0sIkNvbm5lY3RvclN0eWxlIjp7IiRpZCI6IjQwMTAiLCJMaW5lQ29sb3IiOnsiJGlkIjoiNDAxMSIsIiR0eXBlIjoiTkxSRS5Db21tb24uRG9tLlNvbGlkQ29sb3JCcnVzaCwgTkxSRS5Db21tb24iLCJDb2xvciI6eyIkaWQiOiI0MDEyIiwiQSI6MTI3LCJSIjo3OSwiRyI6MTI5LCJCIjoxODl9fSwiTGluZVdlaWdodCI6MS4wLCJMaW5lVHlwZSI6MCwiUGFyZW50U3R5bGUiOm51bGx9LCJJc0JlbG93VGltZWJhbmQiOmZhbHNlLCJQb3NpdGlvbk9uVGFzayI6MCwiSGlkZURhdGUiOmZhbHNlLCJTaGFwZVNpemUiOjEsIlNwYWNpbmciOjAuMCwiUGFkZGluZyI6eyIkaWQiOiI0MDEzIiwiVG9wIjo1LjAsIkxlZnQiOjMuMCwiUmlnaHQiOjAuMCwiQm90dG9tIjoyLjB9LCJTaGFwZVN0eWxlIjp7IiRpZCI6IjQwMTQiLCJNYXJnaW4iOnsiJGlkIjoiNDAxNSIsIlRvcCI6MC4wLCJMZWZ0IjowLjAsIlJpZ2h0IjowLjAsIkJvdHRvbSI6MC4wfSwiUGFkZGluZyI6eyIkaWQiOiI0MDE2IiwiVG9wIjowLjAsIkxlZnQiOjAuMCwiUmlnaHQiOjAuMCwiQm90dG9tIjowLjB9LCJCYWNrZ3JvdW5kIjp7IiRpZCI6IjQwMTciLCJDb2xvciI6eyIkaWQiOiI0MDE4IiwiQSI6MjU1LCJSIjowLCJHIjo5MiwiQiI6MTQxfX0sIklzVmlzaWJsZSI6dHJ1ZSwiV2lkdGgiOjEzLjAsIkhlaWdodCI6MTMuMCwiQm9yZGVyU3R5bGUiOnsiJGlkIjoiNDAxOSIsIkxpbmVDb2xvciI6eyIkaWQiOiI0MDIwIiwiJHR5cGUiOiJOTFJFLkNvbW1vbi5Eb20uU29saWRDb2xvckJydXNoLCBOTFJFLkNvbW1vbiIsIkNvbG9yIjp7IiRpZCI6IjQwMjEiLCJBIjoyNTUsIlIiOjIzNCwiRyI6MjIsIkIiOjMwfX0sIkxpbmVXZWlnaHQiOjAuMCwiTGluZVR5cGUiOjAsIlBhcmVudFN0eWxlIjpudWxsfSwiUGFyZW50U3R5bGUiOm51bGx9LCJUaXRsZVN0eWxlIjp7IiRpZCI6IjQwMjIiLCJGb250U2V0dGluZ3MiOnsiJGlkIjoiNDAyMyIsIkZvbnRTaXplIjoxMSwiRm9udE5hbWUiOiJDYWxpYnJpIiwiSXNCb2xkIjp0cnVlLCJJc0l0YWxpYyI6ZmFsc2UsIklzVW5kZXJsaW5lZCI6ZmFsc2UsIlBhcmVudFN0eWxlIjpudWxsfSwiQXV0b1NpemUiOjAsIkZvcmVncm91bmQiOnsiJGlkIjoiNDAyNCIsIkNvbG9yIjp7IiRpZCI6IjQwMjU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DAyNiIsIlRvcCI6MC4wLCJMZWZ0IjowLjAsIlJpZ2h0IjowLjAsIkJvdHRvbSI6MC4wfSwiUGFkZGluZyI6eyIkaWQiOiI0MDI3IiwiVG9wIjowLjAsIkxlZnQiOjAuMCwiUmlnaHQiOjAuMCwiQm90dG9tIjowLjB9LCJCYWNrZ3JvdW5kIjp7IiRpZCI6IjQwMjgiLCJDb2xvciI6eyIkaWQiOiI0MDI5IiwiQSI6MCwiUiI6MjU1LCJHIjoyNTUsIkIiOjI1NX19LCJJc1Zpc2libGUiOnRydWUsIldpZHRoIjowLjAsIkhlaWdodCI6MC4wLCJCb3JkZXJTdHlsZSI6bnVsbCwiUGFyZW50U3R5bGUiOm51bGx9LCJEYXRlU3R5bGUiOnsiJGlkIjoiNDAzMCIsIkZvbnRTZXR0aW5ncyI6eyIkaWQiOiI0MDMxIiwiRm9udFNpemUiOjEwLCJGb250TmFtZSI6IkNhbGlicmkiLCJJc0JvbGQiOmZhbHNlLCJJc0l0YWxpYyI6ZmFsc2UsIklzVW5kZXJsaW5lZCI6ZmFsc2UsIlBhcmVudFN0eWxlIjpudWxsfSwiQXV0b1NpemUiOjAsIkZvcmVncm91bmQiOnsiJGlkIjoiNDAzMiIsIkNvbG9yIjp7IiRpZCI6IjQwMz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wMzQiLCJUb3AiOjAuMCwiTGVmdCI6MC4wLCJSaWdodCI6MC4wLCJCb3R0b20iOjAuMH0sIlBhZGRpbmciOnsiJGlkIjoiNDAzNSIsIlRvcCI6MC4wLCJMZWZ0IjowLjAsIlJpZ2h0IjowLjAsIkJvdHRvbSI6MC4wfSwiQmFja2dyb3VuZCI6eyIkaWQiOiI0MDM2IiwiQ29sb3IiOnsiJGlkIjoiNDAzNyIsIkEiOjAsIlIiOjI1NSwiRyI6MjU1LCJCIjoyNTV9fSwiSXNWaXNpYmxlIjp0cnVlLCJXaWR0aCI6MC4wLCJIZWlnaHQiOjAuMCwiQm9yZGVyU3R5bGUiOm51bGwsIlBhcmVudFN0eWxlIjpudWxsfSwiRGF0ZUZvcm1hdCI6eyIkaWQiOiI0MDM4IiwiRm9ybWF0U3RyaW5nIjoiTU1NIGQiLCJTZXBhcmF0b3IiOiIvIiwiVXNlSW50ZXJuYXRpb25hbERhdGVGb3JtYXQiOmZhbHNlLCJEYXRlSXNWaXNpYmxlIjp0cnVlLCJUaW1lSXNWaXNpYmxlIjpmYWxzZSwiSG91ckRpZ2l0cyI6MSwiQW1QbURlc2lnbmF0b3IiOjIsIlRyaW0wME1pbnV0ZXMiOmZhbHNlLCJMYXN0S25vd25WaXNpYmlsaXR5U3RhdGUiOnsiJGlkIjoiNDAzOSIsIkRhdGVQYXJ0SXNWaXNpYmxlIjp0cnVlLCJUaW1lUGFydElzVmlzaWJsZSI6ZmFsc2V9fSwiV2Vla051bWJlcmluZyI6eyIkaWQiOiI0MDQwIiwiRm9ybWF0IjowLCJJc1Zpc2libGUiOmZhbHNlLCJMYXN0S25vd25WaXNpYmlsaXR5U3RhdGUiOmZhbHNlfSwiSXNWaXNpYmxlIjp0cnVlLCJWYXJpYW5jZVN0eWxlIjp7IiRpZCI6IjQwNDEiLCJUZXh0U3R5bGUiOnsiJGlkIjoiNDA0MiIsIkZvbnRTZXR0aW5ncyI6eyIkaWQiOiI0MDQzIiwiRm9udFNpemUiOjExLCJGb250TmFtZSI6IkNhbGlicmkiLCJJc0JvbGQiOmZhbHNlLCJJc0l0YWxpYyI6ZmFsc2UsIklzVW5kZXJsaW5lZCI6ZmFsc2UsIlBhcmVudFN0eWxlIjpudWxsfSwiQXV0b1NpemUiOjAsIkZvcmVncm91bmQiOnsiJGlkIjoiNDA0NCIsIkNvbG9yIjp7IiRpZCI6IjQwN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A0NiIsIlRvcCI6MC4wLCJMZWZ0IjowLjAsIlJpZ2h0IjowLjAsIkJvdHRvbSI6MC4wfSwiUGFkZGluZyI6eyIkaWQiOiI0MDQ3IiwiVG9wIjowLjAsIkxlZnQiOjAuMCwiUmlnaHQiOjAuMCwiQm90dG9tIjowLjB9LCJCYWNrZ3JvdW5kIjp7IiRpZCI6IjQwNDgiLCJDb2xvciI6eyIkaWQiOiI0MDQ5IiwiQSI6MCwiUiI6MCwiRyI6MCwiQiI6MH19LCJJc1Zpc2libGUiOmZhbHNlLCJXaWR0aCI6MC4wLCJIZWlnaHQiOjAuMCwiQm9yZGVyU3R5bGUiOnsiJGlkIjoiNDA1MCIsIkxpbmVDb2xvciI6bnVsbCwiTGluZVdlaWdodCI6MC4wLCJMaW5lVHlwZSI6MCwiUGFyZW50U3R5bGUiOm51bGx9LCJQYXJlbnRTdHlsZSI6bnVsbH0sIlBhcmVudFN0eWxlIjpudWxsfSwiUGFyZW50U3R5bGUiOm51bGx9LCJEZWZhdWx0TW90U3R5bGUiOnsiJGlkIjoiNDA1MSIsIlNoYXBlIjoyLCJDb25uZWN0b3JNYXJnaW4iOnsiJGlkIjoiNDA1MiIsIlRvcCI6MC4wLCJMZWZ0IjoyLjAsIlJpZ2h0IjoyLjAsIkJvdHRvbSI6MC4wfSwiQ29ubmVjdG9yU3R5bGUiOnsiJGlkIjoiNDA1MyIsIkxpbmVDb2xvciI6eyIkaWQiOiI0MDU0IiwiJHR5cGUiOiJOTFJFLkNvbW1vbi5Eb20uU29saWRDb2xvckJydXNoLCBOTFJFLkNvbW1vbiIsIkNvbG9yIjp7IiRpZCI6IjQwNTUiLCJBIjoxMjcsIlIiOjc5LCJHIjoxMjksIkIiOjE4OX19LCJMaW5lV2VpZ2h0IjoxLjAsIkxpbmVUeXBlIjowLCJQYXJlbnRTdHlsZSI6bnVsbH0sIklzQmVsb3dUaW1lYmFuZCI6ZmFsc2UsIlBvc2l0aW9uT25UYXNrIjoxLCJIaWRlRGF0ZSI6ZmFsc2UsIlNoYXBlU2l6ZSI6MSwiU3BhY2luZyI6MC4wLCJQYWRkaW5nIjp7IiRpZCI6IjQwNTYiLCJUb3AiOjUuMCwiTGVmdCI6My4wLCJSaWdodCI6MC4wLCJCb3R0b20iOjIuMH0sIlNoYXBlU3R5bGUiOnsiJGlkIjoiNDA1NyIsIk1hcmdpbiI6eyIkaWQiOiI0MDU4IiwiVG9wIjowLjAsIkxlZnQiOjAuMCwiUmlnaHQiOjAuMCwiQm90dG9tIjowLjB9LCJQYWRkaW5nIjp7IiRpZCI6IjQwNTkiLCJUb3AiOjAuMCwiTGVmdCI6MC4wLCJSaWdodCI6MC4wLCJCb3R0b20iOjAuMH0sIkJhY2tncm91bmQiOnsiJGlkIjoiNDA2MCIsIkNvbG9yIjp7IiRpZCI6IjQwNjEiLCJBIjoyNTUsIlIiOjAsIkciOjkyLCJCIjoxNDF9fSwiSXNWaXNpYmxlIjp0cnVlLCJXaWR0aCI6MTMuMCwiSGVpZ2h0IjoxMy4wLCJCb3JkZXJTdHlsZSI6eyIkaWQiOiI0MDYyIiwiTGluZUNvbG9yIjp7IiRpZCI6IjQwNjMiLCIkdHlwZSI6Ik5MUkUuQ29tbW9uLkRvbS5Tb2xpZENvbG9yQnJ1c2gsIE5MUkUuQ29tbW9uIiwiQ29sb3IiOnsiJGlkIjoiNDA2NCIsIkEiOjI1NSwiUiI6MjM0LCJHIjoyMiwiQiI6MzB9fSwiTGluZVdlaWdodCI6MC4wLCJMaW5lVHlwZSI6MCwiUGFyZW50U3R5bGUiOm51bGx9LCJQYXJlbnRTdHlsZSI6bnVsbH0sIlRpdGxlU3R5bGUiOnsiJGlkIjoiNDA2NSIsIkZvbnRTZXR0aW5ncyI6eyIkaWQiOiI0MDY2IiwiRm9udFNpemUiOjExLCJGb250TmFtZSI6IkNhbGlicmkiLCJJc0JvbGQiOnRydWUsIklzSXRhbGljIjpmYWxzZSwiSXNVbmRlcmxpbmVkIjpmYWxzZSwiUGFyZW50U3R5bGUiOm51bGx9LCJBdXRvU2l6ZSI6MCwiRm9yZWdyb3VuZCI6eyIkaWQiOiI0MDY3IiwiQ29sb3IiOnsiJGlkIjoiNDA2O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DY5IiwiVG9wIjowLjAsIkxlZnQiOjAuMCwiUmlnaHQiOjAuMCwiQm90dG9tIjowLjB9LCJQYWRkaW5nIjp7IiRpZCI6IjQwNzAiLCJUb3AiOjAuMCwiTGVmdCI6MC4wLCJSaWdodCI6MC4wLCJCb3R0b20iOjAuMH0sIkJhY2tncm91bmQiOnsiJGlkIjoiNDA3MSIsIkNvbG9yIjp7IiRpZCI6IjQwNzIiLCJBIjowLCJSIjoyNTUsIkciOjI1NSwiQiI6MjU1fX0sIklzVmlzaWJsZSI6dHJ1ZSwiV2lkdGgiOjAuMCwiSGVpZ2h0IjowLjAsIkJvcmRlclN0eWxlIjpudWxsLCJQYXJlbnRTdHlsZSI6bnVsbH0sIkRhdGVTdHlsZSI6eyIkaWQiOiI0MDczIiwiRm9udFNldHRpbmdzIjp7IiRpZCI6IjQwNzQiLCJGb250U2l6ZSI6MTAsIkZvbnROYW1lIjoiQ2FsaWJyaSIsIklzQm9sZCI6ZmFsc2UsIklzSXRhbGljIjpmYWxzZSwiSXNVbmRlcmxpbmVkIjpmYWxzZSwiUGFyZW50U3R5bGUiOm51bGx9LCJBdXRvU2l6ZSI6MCwiRm9yZWdyb3VuZCI6eyIkaWQiOiI0MDc1IiwiQ29sb3IiOnsiJGlkIjoiNDA3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A3NyIsIlRvcCI6MC4wLCJMZWZ0IjowLjAsIlJpZ2h0IjowLjAsIkJvdHRvbSI6MC4wfSwiUGFkZGluZyI6eyIkaWQiOiI0MDc4IiwiVG9wIjowLjAsIkxlZnQiOjAuMCwiUmlnaHQiOjAuMCwiQm90dG9tIjowLjB9LCJCYWNrZ3JvdW5kIjp7IiRpZCI6IjQwNzkiLCJDb2xvciI6eyIkaWQiOiI0MDgwIiwiQSI6MCwiUiI6MjU1LCJHIjoyNTUsIkIiOjI1NX19LCJJc1Zpc2libGUiOnRydWUsIldpZHRoIjowLjAsIkhlaWdodCI6MC4wLCJCb3JkZXJTdHlsZSI6bnVsbCwiUGFyZW50U3R5bGUiOm51bGx9LCJEYXRlRm9ybWF0Ijp7IiRpZCI6IjQwODEiLCJGb3JtYXRTdHJpbmciOiJNTU0gZCIsIlNlcGFyYXRvciI6Ii8iLCJVc2VJbnRlcm5hdGlvbmFsRGF0ZUZvcm1hdCI6ZmFsc2UsIkRhdGVJc1Zpc2libGUiOnRydWUsIlRpbWVJc1Zpc2libGUiOmZhbHNlLCJIb3VyRGlnaXRzIjoxLCJBbVBtRGVzaWduYXRvciI6MiwiVHJpbTAwTWludXRlcyI6ZmFsc2UsIkxhc3RLbm93blZpc2liaWxpdHlTdGF0ZSI6eyIkaWQiOiI0MDgyIiwiRGF0ZVBhcnRJc1Zpc2libGUiOnRydWUsIlRpbWVQYXJ0SXNWaXNpYmxlIjpmYWxzZX19LCJXZWVrTnVtYmVyaW5nIjp7IiRpZCI6IjQwODMiLCJGb3JtYXQiOjAsIklzVmlzaWJsZSI6ZmFsc2UsIkxhc3RLbm93blZpc2liaWxpdHlTdGF0ZSI6ZmFsc2V9LCJJc1Zpc2libGUiOnRydWUsIlZhcmlhbmNlU3R5bGUiOnsiJGlkIjoiNDA4NCIsIlRleHRTdHlsZSI6eyIkaWQiOiI0MDg1IiwiRm9udFNldHRpbmdzIjp7IiRpZCI6IjQwODYiLCJGb250U2l6ZSI6MTEsIkZvbnROYW1lIjoiQ2FsaWJyaSIsIklzQm9sZCI6ZmFsc2UsIklzSXRhbGljIjpmYWxzZSwiSXNVbmRlcmxpbmVkIjpmYWxzZSwiUGFyZW50U3R5bGUiOm51bGx9LCJBdXRvU2l6ZSI6MCwiRm9yZWdyb3VuZCI6eyIkaWQiOiI0MDg3IiwiQ29sb3IiOnsiJGlkIjoiNDA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Dg5IiwiVG9wIjowLjAsIkxlZnQiOjAuMCwiUmlnaHQiOjAuMCwiQm90dG9tIjowLjB9LCJQYWRkaW5nIjp7IiRpZCI6IjQwOTAiLCJUb3AiOjAuMCwiTGVmdCI6MC4wLCJSaWdodCI6MC4wLCJCb3R0b20iOjAuMH0sIkJhY2tncm91bmQiOnsiJGlkIjoiNDA5MSIsIkNvbG9yIjp7IiRpZCI6IjQwOTIiLCJBIjowLCJSIjowLCJHIjowLCJCIjowfX0sIklzVmlzaWJsZSI6ZmFsc2UsIldpZHRoIjowLjAsIkhlaWdodCI6MC4wLCJCb3JkZXJTdHlsZSI6eyIkaWQiOiI0MDkzIiwiTGluZUNvbG9yIjpudWxsLCJMaW5lV2VpZ2h0IjowLjAsIkxpbmVUeXBlIjowLCJQYXJlbnRTdHlsZSI6bnVsbH0sIlBhcmVudFN0eWxlIjpudWxsfSwiUGFyZW50U3R5bGUiOm51bGx9LCJQYXJlbnRTdHlsZSI6bnVsbH0sIkRlZmF1bHRUYXNrU3R5bGUiOnsiJGlkIjoiNDA5NCIsIlNoYXBlIjoxLCJTaGFwZVRoaWNrbmVzcyI6MCwiRHVyYXRpb25Gb3JtYXQiOjAsIkluY2x1ZGVOb25Xb3JraW5nRGF5c0luRHVyYXRpb24iOmZhbHNlLCJQZXJjZW50YWdlQ29tcGxldGVTdHlsZSI6eyIkaWQiOiI0MDk1IiwiRm9udFNldHRpbmdzIjp7IiRpZCI6IjQwOTYiLCJGb250U2l6ZSI6MTAsIkZvbnROYW1lIjoiQ2FsaWJyaSIsIklzQm9sZCI6ZmFsc2UsIklzSXRhbGljIjpmYWxzZSwiSXNVbmRlcmxpbmVkIjpmYWxzZSwiUGFyZW50U3R5bGUiOm51bGx9LCJBdXRvU2l6ZSI6MCwiRm9yZWdyb3VuZCI6eyIkaWQiOiI0MDk3IiwiQ29sb3IiOnsiJGlkIjoiNDA5O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wOTkiLCJUb3AiOjAuMCwiTGVmdCI6MC4wLCJSaWdodCI6MC4wLCJCb3R0b20iOjAuMH0sIlBhZGRpbmciOnsiJGlkIjoiNDEwMCIsIlRvcCI6MC4wLCJMZWZ0IjowLjAsIlJpZ2h0IjowLjAsIkJvdHRvbSI6MC4wfSwiQmFja2dyb3VuZCI6eyIkaWQiOiI0MTAxIiwiQ29sb3IiOnsiJGlkIjoiNDEwMiIsIkEiOjg5LCJSIjowLCJHIjowLCJCIjowfX0sIklzVmlzaWJsZSI6dHJ1ZSwiV2lkdGgiOjAuMCwiSGVpZ2h0IjowLjAsIkJvcmRlclN0eWxlIjpudWxsLCJQYXJlbnRTdHlsZSI6bnVsbH0sIkR1cmF0aW9uU3R5bGUiOnsiJGlkIjoiNDEwMyIsIkZvbnRTZXR0aW5ncyI6eyIkaWQiOiI0MTA0IiwiRm9udFNpemUiOjEwLCJGb250TmFtZSI6IkNhbGlicmkiLCJJc0JvbGQiOmZhbHNlLCJJc0l0YWxpYyI6ZmFsc2UsIklzVW5kZXJsaW5lZCI6ZmFsc2UsIlBhcmVudFN0eWxlIjpudWxsfSwiQXV0b1NpemUiOjAsIkZvcmVncm91bmQiOnsiJGlkIjoiNDEwNSIsIkNvbG9yIjp7IiRpZCI6IjQxMDY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MTA3IiwiVG9wIjowLjAsIkxlZnQiOjAuMCwiUmlnaHQiOjAuMCwiQm90dG9tIjowLjB9LCJQYWRkaW5nIjp7IiRpZCI6IjQxMDgiLCJUb3AiOjAuMCwiTGVmdCI6MC4wLCJSaWdodCI6MC4wLCJCb3R0b20iOjAuMH0sIkJhY2tncm91bmQiOnsiJGlkIjoiNDEwOSIsIkNvbG9yIjp7IiRpZCI6IjQxMTAiLCJBIjowLCJSIjowLCJHIjowLCJCIjowfX0sIklzVmlzaWJsZSI6dHJ1ZSwiV2lkdGgiOjAuMCwiSGVpZ2h0IjowLjAsIkJvcmRlclN0eWxlIjpudWxsLCJQYXJlbnRTdHlsZSI6bnVsbH0sIkhvcml6b250YWxDb25uZWN0b3JTdHlsZSI6eyIkaWQiOiI0MTExIiwiTGluZUNvbG9yIjp7IiRpZCI6IjQxMTIiLCIkdHlwZSI6Ik5MUkUuQ29tbW9uLkRvbS5Tb2xpZENvbG9yQnJ1c2gsIE5MUkUuQ29tbW9uIiwiQ29sb3IiOnsiJGlkIjoiNDExMyIsIkEiOjI1NSwiUiI6MjA0LCJHIjoyMDQsIkIiOjIwNH19LCJMaW5lV2VpZ2h0IjoxLjAsIkxpbmVUeXBlIjowLCJQYXJlbnRTdHlsZSI6bnVsbH0sIlZlcnRpY2FsQ29ubmVjdG9yU3R5bGUiOnsiJGlkIjoiNDExNCIsIkxpbmVDb2xvciI6eyIkaWQiOiI0MTE1IiwiJHR5cGUiOiJOTFJFLkNvbW1vbi5Eb20uU29saWRDb2xvckJydXNoLCBOTFJFLkNvbW1vbiIsIkNvbG9yIjp7IiRpZCI6IjQxMTY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VmFyaWFuY2VQb3NpdGlvbiI6NiwiU3BhY2luZyI6MywiSXNCZWxvd1RpbWViYW5kIjpmYWxzZSwiUGVyY2VudGFnZUNvbXBsZXRlU2hhcGVPcGFjaXR5IjozNSwiQmFzZWxpbmVTdHlsZSI6eyIkaWQiOiI0MTE3IiwiU2hhcGVTdHlsZSI6eyIkaWQiOiI0MTE4IiwiTWFyZ2luIjp7IiRpZCI6IjQxMTkiLCJUb3AiOjAuMCwiTGVmdCI6MC4wLCJSaWdodCI6MC4wLCJCb3R0b20iOjAuMH0sIlBhZGRpbmciOnsiJGlkIjoiNDEyMCIsIlRvcCI6MC4wLCJMZWZ0IjowLjAsIlJpZ2h0IjowLjAsIkJvdHRvbSI6MC4wfSwiQmFja2dyb3VuZCI6eyIkaWQiOiI0MTIxIiwiQ29sb3IiOnsiJGlkIjoiNDEyMiIsIkEiOjE1MywiUiI6MCwiRyI6MCwiQiI6MH19LCJJc1Zpc2libGUiOnRydWUsIldpZHRoIjowLjAsIkhlaWdodCI6MC4wLCJCb3JkZXJTdHlsZSI6eyIkaWQiOiI0MTIzIiwiTGluZUNvbG9yIjpudWxsLCJMaW5lV2VpZ2h0IjowLjAsIkxpbmVUeXBlIjowLCJQYXJlbnRTdHlsZSI6bnVsbH0sIlBhcmVudFN0eWxlIjpudWxsfSwiTWFyZ2luIjp7IiRpZCI6IjQxMjQiLCJUb3AiOjAuMCwiTGVmdCI6MC4wLCJSaWdodCI6MC4wLCJCb3R0b20iOjAuMH0sIlBhZGRpbmciOnsiJGlkIjoiNDEyNSIsIlRvcCI6MC4wLCJMZWZ0IjowLjAsIlJpZ2h0IjowLjAsIkJvdHRvbSI6MC4wfSwiQmFja2dyb3VuZCI6bnVsbCwiSXNWaXNpYmxlIjp0cnVlLCJXaWR0aCI6MC4wLCJIZWlnaHQiOjAuMCwiQm9yZGVyU3R5bGUiOm51bGwsIlBhcmVudFN0eWxlIjpudWxsfSwiU2hhcGVTdHlsZSI6eyIkaWQiOiI0MTI2IiwiTWFyZ2luIjp7IiRpZCI6IjQxMjciLCJUb3AiOjAuMCwiTGVmdCI6NC4wLCJSaWdodCI6NC4wLCJCb3R0b20iOjAuMH0sIlBhZGRpbmciOnsiJGlkIjoiNDEyOCIsIlRvcCI6MC4wLCJMZWZ0IjowLjAsIlJpZ2h0IjowLjAsIkJvdHRvbSI6MC4wfSwiQmFja2dyb3VuZCI6eyIkaWQiOiI0MTI5IiwiQ29sb3IiOnsiJGlkIjoiNDEzMCIsIkEiOjI1NSwiUiI6MTEyLCJHIjoxNzMsIkIiOjcxfX0sIklzVmlzaWJsZSI6dHJ1ZSwiV2lkdGgiOjAuMCwiSGVpZ2h0IjoxMC4wLCJCb3JkZXJTdHlsZSI6eyIkaWQiOiI0MTMxIiwiTGluZUNvbG9yIjp7IiRpZCI6IjQxMzIiLCIkdHlwZSI6Ik5MUkUuQ29tbW9uLkRvbS5Tb2xpZENvbG9yQnJ1c2gsIE5MUkUuQ29tbW9uIiwiQ29sb3IiOnsiJGlkIjoiNDEzMyIsIkEiOjI1NSwiUiI6MjM0LCJHIjoyMiwiQiI6MzB9fSwiTGluZVdlaWdodCI6MC4wLCJMaW5lVHlwZSI6MCwiUGFyZW50U3R5bGUiOm51bGx9LCJQYXJlbnRTdHlsZSI6bnVsbH0sIlRpdGxlU3R5bGUiOnsiJGlkIjoiNDEzNCIsIkZvbnRTZXR0aW5ncyI6eyIkaWQiOiI0MTM1IiwiRm9udFNpemUiOjExLCJGb250TmFtZSI6IkNhbGlicmkiLCJJc0JvbGQiOnRydWUsIklzSXRhbGljIjpmYWxzZSwiSXNVbmRlcmxpbmVkIjpmYWxzZSwiUGFyZW50U3R5bGUiOm51bGx9LCJBdXRvU2l6ZSI6MCwiRm9yZWdyb3VuZCI6eyIkaWQiOiI0MTM2IiwiQ29sb3IiOnsiJGlkIjoiNDEzN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TM4IiwiVG9wIjowLjAsIkxlZnQiOjAuMCwiUmlnaHQiOjAuMCwiQm90dG9tIjowLjB9LCJQYWRkaW5nIjp7IiRpZCI6IjQxMzkiLCJUb3AiOjAuMCwiTGVmdCI6MC4wLCJSaWdodCI6MC4wLCJCb3R0b20iOjAuMH0sIkJhY2tncm91bmQiOnsiJGlkIjoiNDE0MCIsIkNvbG9yIjp7IiRpZCI6IjQxNDEiLCJBIjowLCJSIjowLCJHIjowLCJCIjowfX0sIklzVmlzaWJsZSI6dHJ1ZSwiV2lkdGgiOjAuMCwiSGVpZ2h0IjowLjAsIkJvcmRlclN0eWxlIjpudWxsLCJQYXJlbnRTdHlsZSI6bnVsbH0sIkRhdGVTdHlsZSI6eyIkaWQiOiI0MTQyIiwiRm9udFNldHRpbmdzIjp7IiRpZCI6IjQxNDMiLCJGb250U2l6ZSI6MTAsIkZvbnROYW1lIjoiQ2FsaWJyaSIsIklzQm9sZCI6ZmFsc2UsIklzSXRhbGljIjpmYWxzZSwiSXNVbmRlcmxpbmVkIjpmYWxzZSwiUGFyZW50U3R5bGUiOm51bGx9LCJBdXRvU2l6ZSI6MCwiRm9yZWdyb3VuZCI6eyIkaWQiOiI0MTQ0IiwiQ29sb3IiOnsiJGlkIjoiNDE0N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DE0NiIsIlRvcCI6MC4wLCJMZWZ0IjowLjAsIlJpZ2h0IjowLjAsIkJvdHRvbSI6MC4wfSwiUGFkZGluZyI6eyIkaWQiOiI0MTQ3IiwiVG9wIjowLjAsIkxlZnQiOjAuMCwiUmlnaHQiOjAuMCwiQm90dG9tIjowLjB9LCJCYWNrZ3JvdW5kIjp7IiRpZCI6IjQxNDgiLCJDb2xvciI6eyIkaWQiOiI0MTQ5IiwiQSI6MCwiUiI6MCwiRyI6MCwiQiI6MH19LCJJc1Zpc2libGUiOnRydWUsIldpZHRoIjowLjAsIkhlaWdodCI6MC4wLCJCb3JkZXJTdHlsZSI6bnVsbCwiUGFyZW50U3R5bGUiOm51bGx9LCJEYXRlRm9ybWF0Ijp7IiRpZCI6IjQxN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E1MSIsIkZvcm1hdCI6MCwiSXNWaXNpYmxlIjpmYWxzZSwiTGFzdEtub3duVmlzaWJpbGl0eVN0YXRlIjpmYWxzZX0sIklzVmlzaWJsZSI6dHJ1ZSwiVmFyaWFuY2VTdHlsZSI6eyIkaWQiOiI0MTUyIiwiVGV4dFN0eWxlIjp7IiRpZCI6IjQxNTMiLCJGb250U2V0dGluZ3MiOnsiJGlkIjoiNDE1NCIsIkZvbnRTaXplIjoxMSwiRm9udE5hbWUiOiJDYWxpYnJpIiwiSXNCb2xkIjpmYWxzZSwiSXNJdGFsaWMiOmZhbHNlLCJJc1VuZGVybGluZWQiOmZhbHNlLCJQYXJlbnRTdHlsZSI6bnVsbH0sIkF1dG9TaXplIjowLCJGb3JlZ3JvdW5kIjp7IiRpZCI6IjQxNTUiLCJDb2xvciI6eyIkaWQiOiI0MTU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xNTciLCJUb3AiOjAuMCwiTGVmdCI6MC4wLCJSaWdodCI6MC4wLCJCb3R0b20iOjAuMH0sIlBhZGRpbmciOnsiJGlkIjoiNDE1OCIsIlRvcCI6MC4wLCJMZWZ0IjowLjAsIlJpZ2h0IjowLjAsIkJvdHRvbSI6MC4wfSwiQmFja2dyb3VuZCI6eyIkaWQiOiI0MTU5IiwiQ29sb3IiOnsiJGlkIjoiNDE2MCIsIkEiOjAsIlIiOjAsIkciOjAsIkIiOjB9fSwiSXNWaXNpYmxlIjp0cnVlLCJXaWR0aCI6MC4wLCJIZWlnaHQiOjAuMCwiQm9yZGVyU3R5bGUiOnsiJGlkIjoiNDE2MSIsIkxpbmVDb2xvciI6bnVsbCwiTGluZVdlaWdodCI6MC4wLCJMaW5lVHlwZSI6MCwiUGFyZW50U3R5bGUiOm51bGx9LCJQYXJlbnRTdHlsZSI6bnVsbH0sIlBhcmVudFN0eWxlIjpudWxsfSwiUGFyZW50U3R5bGUiOm51bGwsIl9leHBsaWNpdGx5U2V0Ijp7IiRpZCI6IjQxNjI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aWxlc3RvbmVTdHlsZSI6eyIkaWQiOiI0MTYzIiwiVGl0bGVQb3NpdGlvbiI6IlJpZ2h0IiwiRGF0ZVBvc2l0aW9uIjoiTGVmdCIsIlZhcmlhbmNlUG9zaXRpb24iOiJMZWZ0IiwiU2hhcGVUeXBlIjoyLCJTaGFwZVNpemUiOjEsIlNwYWNpbmciOjUsIlNoYXBlU3R5bGUiOnsiJGlkIjoiNDE2NCIsIk1hcmdpbiI6eyIkaWQiOiI0MTY1IiwiVG9wIjowLjAsIkxlZnQiOjAuMCwiUmlnaHQiOjAuMCwiQm90dG9tIjowLjB9LCJQYWRkaW5nIjp7IiRpZCI6IjQxNjYiLCJUb3AiOjAuMCwiTGVmdCI6MC4wLCJSaWdodCI6MC4wLCJCb3R0b20iOjAuMH0sIkJhY2tncm91bmQiOnsiJGlkIjoiNDE2NyIsIkNvbG9yIjp7IiRpZCI6IjQxNjgiLCJBIjoyNTUsIlIiOjAsIkciOjExNCwiQiI6MTg4fX0sIklzVmlzaWJsZSI6dHJ1ZSwiV2lkdGgiOjEzLjAsIkhlaWdodCI6MTMuMCwiQm9yZGVyU3R5bGUiOnsiJGlkIjoiNDE2OSIsIkxpbmVDb2xvciI6eyIkaWQiOiI0MTcwIiwiJHR5cGUiOiJOTFJFLkNvbW1vbi5Eb20uU29saWRDb2xvckJydXNoLCBOTFJFLkNvbW1vbiIsIkNvbG9yIjp7IiRpZCI6IjQxNzEiLCJBIjoyNTUsIlIiOjI1NSwiRyI6MCwiQiI6MH19LCJMaW5lV2VpZ2h0IjowLjAsIkxpbmVUeXBlIjowLCJQYXJlbnRTdHlsZSI6bnVsbH0sIlBhcmVudFN0eWxlIjpudWxsfSwiVGl0bGVTdHlsZSI6eyIkaWQiOiI0MTcyIiwiRm9udFNldHRpbmdzIjp7IiRpZCI6IjQxNzMiLCJGb250U2l6ZSI6MTEsIkZvbnROYW1lIjoiQ2FsaWJyaSIsIklzQm9sZCI6dHJ1ZSwiSXNJdGFsaWMiOmZhbHNlLCJJc1VuZGVybGluZWQiOmZhbHNlLCJQYXJlbnRTdHlsZSI6bnVsbH0sIkF1dG9TaXplIjowLCJGb3JlZ3JvdW5kIjp7IiRpZCI6IjQxNzQiLCJDb2xvciI6eyIkaWQiOiI0MTc1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xNzYiLCJUb3AiOjAuMCwiTGVmdCI6MC4wLCJSaWdodCI6MC4wLCJCb3R0b20iOjAuMH0sIlBhZGRpbmciOnsiJGlkIjoiNDE3NyIsIlRvcCI6MC4wLCJMZWZ0IjowLjAsIlJpZ2h0IjowLjAsIkJvdHRvbSI6MC4wfSwiQmFja2dyb3VuZCI6eyIkaWQiOiI0MTc4IiwiQ29sb3IiOnsiJGlkIjoiNDE3OSIsIkEiOjAsIlIiOjAsIkciOjAsIkIiOjB9fSwiSXNWaXNpYmxlIjp0cnVlLCJXaWR0aCI6MC4wLCJIZWlnaHQiOjAuMCwiQm9yZGVyU3R5bGUiOm51bGwsIlBhcmVudFN0eWxlIjpudWxsfSwiRGF0ZVN0eWxlIjp7IiRpZCI6IjQxODAiLCJGb250U2V0dGluZ3MiOnsiJGlkIjoiNDE4MSIsIkZvbnRTaXplIjoxMCwiRm9udE5hbWUiOiJDYWxpYnJpIiwiSXNCb2xkIjpmYWxzZSwiSXNJdGFsaWMiOmZhbHNlLCJJc1VuZGVybGluZWQiOmZhbHNlLCJQYXJlbnRTdHlsZSI6bnVsbH0sIkF1dG9TaXplIjowLCJGb3JlZ3JvdW5kIjp7IiRpZCI6IjQxODIiLCJDb2xvciI6eyIkaWQiOiI0MTg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Tg0IiwiVG9wIjowLjAsIkxlZnQiOjAuMCwiUmlnaHQiOjAuMCwiQm90dG9tIjowLjB9LCJQYWRkaW5nIjp7IiRpZCI6IjQxODUiLCJUb3AiOjAuMCwiTGVmdCI6MC4wLCJSaWdodCI6MC4wLCJCb3R0b20iOjAuMH0sIkJhY2tncm91bmQiOnsiJGlkIjoiNDE4NiIsIkNvbG9yIjp7IiRpZCI6IjQxODciLCJBIjowLCJSIjowLCJHIjowLCJCIjowfX0sIklzVmlzaWJsZSI6dHJ1ZSwiV2lkdGgiOjAuMCwiSGVpZ2h0IjowLjAsIkJvcmRlclN0eWxlIjpudWxsLCJQYXJlbnRTdHlsZSI6bnVsbH0sIkRhdGVGb3JtYXQiOnsiJGlkIjoiNDE4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Tg5IiwiRm9ybWF0IjowLCJJc1Zpc2libGUiOmZhbHNlLCJMYXN0S25vd25WaXNpYmlsaXR5U3RhdGUiOmZhbHNlfSwiSXNWaXNpYmxlIjp0cnVlLCJWYXJpYW5jZVN0eWxlIjp7IiRpZCI6IjQxOTAiLCJUZXh0U3R5bGUiOnsiJGlkIjoiNDE5MSIsIkZvbnRTZXR0aW5ncyI6eyIkaWQiOiI0MTkyIiwiRm9udFNpemUiOjEyLCJGb250TmFtZSI6IkNhbGlicmkiLCJJc0JvbGQiOmZhbHNlLCJJc0l0YWxpYyI6ZmFsc2UsIklzVW5kZXJsaW5lZCI6ZmFsc2UsIlBhcmVudFN0eWxlIjpudWxsfSwiQXV0b1NpemUiOjAsIkZvcmVncm91bmQiOm51bGwsIk1heFdpZHRoIjowLjAsIk1heEhlaWdodCI6MC4wLCJTbWFydEZvcmVncm91bmRJc0FjdGl2ZSI6ZmFsc2UsIkhvcml6b250YWxBbGlnbm1lbnQiOjAsIlZlcnRpY2FsQWxpZ25tZW50IjowLCJTbWFydEZvcmVncm91bmQiOm51bGwsIkJhY2tncm91bmRGaWxsVHlwZSI6MCwiTWFyZ2luIjpudWxsLCJQYWRkaW5nIjpudWxsLCJCYWNrZ3JvdW5kIjpudWxsLCJJc1Zpc2libGUiOmZhbHNlLCJXaWR0aCI6MC4wLCJIZWlnaHQiOjAuMCwiQm9yZGVyU3R5bGUiOnsiJGlkIjoiNDE5MyIsIkxpbmVDb2xvciI6bnVsbCwiTGluZVdlaWdodCI6MC4wLCJMaW5lVHlwZSI6MCwiUGFyZW50U3R5bGUiOm51bGx9LCJQYXJlbnRTdHlsZSI6bnVsbH0sIlBhcmVudFN0eWxlIjpudWxsfSwiUGFyZW50U3R5bGUiOm51bGx9LCJHcmlkbGluZVBhbmVsU3R5bGUiOnsiJGlkIjoiNDE5NCIsIkdyaWRsaW5lU3R5bGUiOnsiJGlkIjoiNDE5NSIsIkxpbmVDb2xvciI6eyIkaWQiOiI0MTk2IiwiJHR5cGUiOiJOTFJFLkNvbW1vbi5Eb20uU29saWRDb2xvckJydXNoLCBOTFJFLkNvbW1vbiIsIkNvbG9yIjp7IiRpZCI6IjQxOTciLCJBIjozOCwiUiI6OTEsIkciOjE1NSwiQiI6MjEzfX0sIkxpbmVXZWlnaHQiOjEuMCwiTGluZVR5cGUiOjAsIlBhcmVudFN0eWxlIjpudWxsfSwiTWFyZ2luIjp7IiRpZCI6IjQxOTgiLCJUb3AiOjAuMCwiTGVmdCI6MC4wLCJSaWdodCI6MC4wLCJCb3R0b20iOjAuMH0sIlBhZGRpbmciOnsiJGlkIjoiNDE5OSIsIlRvcCI6MC4wLCJMZWZ0IjowLjAsIlJpZ2h0IjowLjAsIkJvdHRvbSI6MC4wfSwiQmFja2dyb3VuZCI6bnVsbCwiSXNWaXNpYmxlIjp0cnVlLCJXaWR0aCI6MC4wLCJIZWlnaHQiOjAuMCwiQm9yZGVyU3R5bGUiOnsiJGlkIjoiNDIwMCIsIkxpbmVDb2xvciI6bnVsbCwiTGluZVdlaWdodCI6MC4wLCJMaW5lVHlwZSI6MCwiUGFyZW50U3R5bGUiOm51bGx9LCJQYXJlbnRTdHlsZSI6bnVsbH0sIkFjdGl2aXR5TGluZVBhbmVsU3R5bGUiOnsiJGlkIjoiNDIwMSIsIkFjdGl2aXR5TGluZVN0eWxlIjp7IiRpZCI6IjQyMDIiLCJMaW5lQ29sb3IiOnsiJGlkIjoiNDIwMyIsIiR0eXBlIjoiTkxSRS5Db21tb24uRG9tLlNvbGlkQ29sb3JCcnVzaCwgTkxSRS5Db21tb24iLCJDb2xvciI6eyIkaWQiOiI0MjA0IiwiQSI6MzgsIlIiOjY4LCJHIjoxMTQsIkIiOjE5Nn19LCJMaW5lV2VpZ2h0IjoxLjAsIkxpbmVUeXBlIjowLCJQYXJlbnRTdHlsZSI6bnVsbH0sIk1hcmdpbiI6eyIkaWQiOiI0MjA1IiwiVG9wIjowLjAsIkxlZnQiOjAuMCwiUmlnaHQiOjAuMCwiQm90dG9tIjowLjB9LCJQYWRkaW5nIjp7IiRpZCI6IjQyMDYiLCJUb3AiOjAuMCwiTGVmdCI6MC4wLCJSaWdodCI6MC4wLCJCb3R0b20iOjAuMH0sIkJhY2tncm91bmQiOm51bGwsIklzVmlzaWJsZSI6dHJ1ZSwiV2lkdGgiOjAuMCwiSGVpZ2h0IjowLjAsIkJvcmRlclN0eWxlIjp7IiRpZCI6IjQyMDciLCJMaW5lQ29sb3IiOm51bGwsIkxpbmVXZWlnaHQiOjAuMCwiTGluZVR5cGUiOjAsIlBhcmVudFN0eWxlIjpudWxsfSwiUGFyZW50U3R5bGUiOm51bGx9LCJfc2VsZWN0ZWRUaGVtZVByZXNldENvbG9ycyI6eyIkaWQiOiI0MjA4IiwiVGV4dExpZ2h0Ijp7IiRpZCI6IjQyMDkiLCJBIjoyNTUsIlIiOjI1NSwiRyI6MjU1LCJCIjoyNTV9LCJUZXh0RGFyayI6eyIkaWQiOiI0MjEwIiwiQSI6MjU1LCJSIjowLCJHIjowLCJCIjowfSwiQWNjZW50MSI6eyIkcmVmIjoiMzk4NCJ9LCJBY2NlbnQyIjp7IiRyZWYiOiIzOTMyIn0sIkFjY2VudDMiOnsiJGlkIjoiNDIxMSIsIkEiOjI1NSwiUiI6MTEyLCJHIjoxNzMsIkIiOjcxfSwiQWNjZW50NCI6eyIkaWQiOiI0MjEyIiwiQSI6MjU1LCJSIjowLCJHIjo5MiwiQiI6MTQxfSwiQWNjZW50NSI6eyIkaWQiOiI0MjEzIiwiQSI6MjU1LCJSIjoyNTUsIkciOjE5MiwiQiI6MH0sIkFjY2VudDYiOnsiJGlkIjoiNDIxNCIsIkEiOjI1NSwiUiI6MTUsIkciOjE1OCwiQiI6MjEzfSwiQWNjZW50NyI6eyIkaWQiOiI0MjE1IiwiQSI6MjU1LCJSIjoxNjAsIkciOjQzLCJCIjoxNDd9LCJBY2NlbnQ4Ijp7IiRpZCI6IjQyMTYiLCJBIjoyNTUsIlIiOjc4LCJHIjoxNjcsIkIiOjQ2fX0sIlNob3dFbGFwc2VkVGltZUdyYWRpZW50U3R5bGUiOmZhbHNlLCJUaW1lYmFuZFJlc2VydmVkTGVmdEFyZWFTdHlsZSI6eyIkaWQiOiI0MjE3IiwiQWN0aXZpdHlIZWFkZXJXaWR0aCI6MC4wLCJJc1NldCI6ZmFsc2V9LCJEZWZhdWx0U3dpbWxhbmVTdHlsZSI6bnVsbCwiRGVmYXVsdFN3aW1sYW5lVjJTdHlsZSI6eyIkaWQiOiI0MjE4IiwiU3R5bGVJZCI6IjAwMDAwMDAwLTAwMDAtMDAwMC0wMDAwLTAwMDAwMDAwMDAwMCIsIkhlYWRlclN0eWxlIjp7IiRpZCI6IjQyMTkiLCJUZXh0SXNWZXJ0aWNhbCI6ZmFsc2UsIlRleHRTdHlsZSI6eyIkaWQiOiI0MjIwIiwiRm9udFNldHRpbmdzIjp7IiRpZCI6IjQyMjEiLCJGb250U2l6ZSI6MTIsIkZvbnROYW1lIjoiQ2FsaWJyaSIsIklzQm9sZCI6ZmFsc2UsIklzSXRhbGljIjpmYWxzZSwiSXNVbmRlcmxpbmVkIjpmYWxzZSwiUGFyZW50U3R5bGUiOm51bGx9LCJBdXRvU2l6ZSI6MiwiRm9yZWdyb3VuZCI6eyIkaWQiOiI0MjIyIiwiQ29sb3IiOnsiJGlkIjoiNDIyMyIsIkEiOjI1NSwiUiI6MjU1LCJHIjoyNTUsIkIiOjI1NX19LCJNYXhXaWR0aCI6IkluZmluaXR5IiwiTWF4SGVpZ2h0IjowLjAsIlNtYXJ0Rm9yZWdyb3VuZElzQWN0aXZlIjpmYWxzZSwiSG9yaXpvbnRhbEFsaWdubWVudCI6MCwiVmVydGljYWxBbGlnbm1lbnQiOjAsIlNtYXJ0Rm9yZWdyb3VuZCI6bnVsbCwiQmFja2dyb3VuZEZpbGxUeXBlIjowLCJNYXJnaW4iOnsiJGlkIjoiNDIyNCIsIlRvcCI6MC4wLCJMZWZ0IjowLjAsIlJpZ2h0IjowLjAsIkJvdHRvbSI6MC4wfSwiUGFkZGluZyI6eyIkaWQiOiI0MjI1IiwiVG9wIjowLjAsIkxlZnQiOjAuMCwiUmlnaHQiOjAuMCwiQm90dG9tIjowLjB9LCJCYWNrZ3JvdW5kIjpudWxsLCJJc1Zpc2libGUiOnRydWUsIldpZHRoIjowLjAsIkhlaWdodCI6MC4wLCJCb3JkZXJTdHlsZSI6bnVsbCwiUGFyZW50U3R5bGUiOm51bGx9LCJSZWN0YW5nbGVTdHlsZSI6eyIkaWQiOiI0MjI2IiwiTWFyZ2luIjp7IiRpZCI6IjQyMjciLCJUb3AiOjAuMCwiTGVmdCI6MC4wLCJSaWdodCI6MC4wLCJCb3R0b20iOjAuMH0sIlBhZGRpbmciOnsiJGlkIjoiNDIyOCIsIlRvcCI6MC4wLCJMZWZ0IjowLjAsIlJpZ2h0IjowLjAsIkJvdHRvbSI6MC4wfSwiQmFja2dyb3VuZCI6eyIkaWQiOiI0MjI5IiwiQ29sb3IiOnsiJGlkIjoiNDIzMCIsIkEiOjI1NSwiUiI6NzgsIkciOjkxLCJCIjo5N319LCJJc1Zpc2libGUiOnRydWUsIldpZHRoIjowLjAsIkhlaWdodCI6MC4wLCJCb3JkZXJTdHlsZSI6eyIkaWQiOiI0MjMxIiwiTGluZUNvbG9yIjp7IiRpZCI6IjQyMzIiLCIkdHlwZSI6Ik5MUkUuQ29tbW9uLkRvbS5Tb2xpZENvbG9yQnJ1c2gsIE5MUkUuQ29tbW9uIiwiQ29sb3IiOnsiJGlkIjoiNDIzMyIsIkEiOjI1NSwiUiI6MjU1LCJHIjowLCJCIjowfX0sIkxpbmVXZWlnaHQiOjAuMCwiTGluZVR5cGUiOjAsIlBhcmVudFN0eWxlIjpudWxsfSwiUGFyZW50U3R5bGUiOm51bGx9LCJNYXJnaW4iOnsiJGlkIjoiNDIzNCIsIlRvcCI6MC4wLCJMZWZ0IjowLjAsIlJpZ2h0IjowLjAsIkJvdHRvbSI6MC4wfSwiUGFkZGluZyI6eyIkaWQiOiI0MjM1IiwiVG9wIjowLjAsIkxlZnQiOjAuMCwiUmlnaHQiOjAuMCwiQm90dG9tIjowLjB9LCJCYWNrZ3JvdW5kIjpudWxsLCJJc1Zpc2libGUiOnRydWUsIldpZHRoIjowLjAsIkhlaWdodCI6MC4wLCJCb3JkZXJTdHlsZSI6bnVsbCwiUGFyZW50U3R5bGUiOm51bGx9LCJCYWNrZ3JvdW5kU3R5bGUiOnsiJGlkIjoiNDIzNiIsIk1hcmdpbiI6eyIkaWQiOiI0MjM3IiwiVG9wIjowLjAsIkxlZnQiOjAuMCwiUmlnaHQiOjAuMCwiQm90dG9tIjowLjB9LCJQYWRkaW5nIjp7IiRpZCI6IjQyMzgiLCJUb3AiOjAuMCwiTGVmdCI6MC4wLCJSaWdodCI6MC4wLCJCb3R0b20iOjAuMH0sIkJhY2tncm91bmQiOnsiJGlkIjoiNDIzOSIsIkNvbG9yIjp7IiRpZCI6IjQyNDAiLCJBIjo1MSwiUiI6MTE1LCJHIjoxMTUsIkIiOjExNX19LCJJc1Zpc2libGUiOnRydWUsIldpZHRoIjowLjAsIkhlaWdodCI6MC4wLCJCb3JkZXJTdHlsZSI6eyIkaWQiOiI0MjQxIiwiTGluZUNvbG9yIjp7IiRpZCI6IjQyNDIiLCIkdHlwZSI6Ik5MUkUuQ29tbW9uLkRvbS5Tb2xpZENvbG9yQnJ1c2gsIE5MUkUuQ29tbW9uIiwiQ29sb3IiOnsiJGlkIjoiNDI0MyIsIkEiOjI1NSwiUiI6MjM0LCJHIjoyMiwiQiI6MzB9fSwiTGluZVdlaWdodCI6MC4wLCJMaW5lVHlwZSI6MCwiUGFyZW50U3R5bGUiOm51bGx9LCJQYXJlbnRTdHlsZSI6bnVsbH0sIklzQWJvdmVUaW1lYmFuZCI6ZmFsc2UsIlNwYWNpbmciOjEsIkRlZmF1bHRTd2ltbGFuZVRhc2tTdHlsZSI6eyIkaWQiOiI0MjQ0IiwiJHR5cGUiOiJOTFJFLkNvbW1vbi5Eb20uU3R5bGVzLkV4cGxpY2l0U2V0YWJsZVRhc2tTdHlsZSwgTkxSRS5Db21tb24iLCJTaGFwZSI6MSwiU2hhcGVUaGlja25lc3MiOjAsIkR1cmF0aW9uRm9ybWF0IjowLCJJbmNsdWRlTm9uV29ya2luZ0RheXNJbkR1cmF0aW9uIjpmYWxzZSwiUGVyY2VudGFnZUNvbXBsZXRlU3R5bGUiOnsiJGlkIjoiNDI0NSIsIkZvbnRTZXR0aW5ncyI6eyIkaWQiOiI0MjQ2IiwiRm9udFNpemUiOjEwLCJGb250TmFtZSI6IkNhbGlicmkiLCJJc0JvbGQiOmZhbHNlLCJJc0l0YWxpYyI6ZmFsc2UsIklzVW5kZXJsaW5lZCI6ZmFsc2UsIlBhcmVudFN0eWxlIjpudWxsfSwiQXV0b1NpemUiOjAsIkZvcmVncm91bmQiOnsiJGlkIjoiNDI0NyIsIkNvbG9yIjp7IiRpZCI6IjQyND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MjQ5IiwiVG9wIjowLjAsIkxlZnQiOjAuMCwiUmlnaHQiOjAuMCwiQm90dG9tIjowLjB9LCJQYWRkaW5nIjp7IiRpZCI6IjQyNTAiLCJUb3AiOjAuMCwiTGVmdCI6MC4wLCJSaWdodCI6MC4wLCJCb3R0b20iOjAuMH0sIkJhY2tncm91bmQiOnsiJGlkIjoiNDI1MSIsIkNvbG9yIjp7IiRpZCI6IjQyNTIiLCJBIjo4OSwiUiI6MCwiRyI6MCwiQiI6MH19LCJJc1Zpc2libGUiOnRydWUsIldpZHRoIjowLjAsIkhlaWdodCI6MC4wLCJCb3JkZXJTdHlsZSI6bnVsbCwiUGFyZW50U3R5bGUiOm51bGx9LCJEdXJhdGlvblN0eWxlIjp7IiRpZCI6IjQyNTMiLCJGb250U2V0dGluZ3MiOnsiJGlkIjoiNDI1NCIsIkZvbnRTaXplIjoxMCwiRm9udE5hbWUiOiJDYWxpYnJpIiwiSXNCb2xkIjpmYWxzZSwiSXNJdGFsaWMiOmZhbHNlLCJJc1VuZGVybGluZWQiOmZhbHNlLCJQYXJlbnRTdHlsZSI6bnVsbH0sIkF1dG9TaXplIjowLCJGb3JlZ3JvdW5kIjp7IiRpZCI6IjQyNTUiLCJDb2xvciI6eyIkaWQiOiI0MjU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I1NyIsIlRvcCI6MC4wLCJMZWZ0IjowLjAsIlJpZ2h0IjowLjAsIkJvdHRvbSI6MC4wfSwiUGFkZGluZyI6eyIkaWQiOiI0MjU4IiwiVG9wIjowLjAsIkxlZnQiOjAuMCwiUmlnaHQiOjAuMCwiQm90dG9tIjowLjB9LCJCYWNrZ3JvdW5kIjp7IiRpZCI6IjQyNTkiLCJDb2xvciI6eyIkaWQiOiI0MjYwIiwiQSI6MCwiUiI6MCwiRyI6MCwiQiI6MH19LCJJc1Zpc2libGUiOnRydWUsIldpZHRoIjowLjAsIkhlaWdodCI6MC4wLCJCb3JkZXJTdHlsZSI6bnVsbCwiUGFyZW50U3R5bGUiOm51bGx9LCJIb3Jpem9udGFsQ29ubmVjdG9yU3R5bGUiOnsiJGlkIjoiNDI2MSIsIkxpbmVDb2xvciI6eyIkaWQiOiI0MjYyIiwiJHR5cGUiOiJOTFJFLkNvbW1vbi5Eb20uU29saWRDb2xvckJydXNoLCBOTFJFLkNvbW1vbiIsIkNvbG9yIjp7IiRpZCI6IjQyNjMiLCJBIjoyNTUsIlIiOjIwNCwiRyI6MjA0LCJCIjoyMDR9fSwiTGluZVdlaWdodCI6MS4wLCJMaW5lVHlwZSI6MCwiUGFyZW50U3R5bGUiOm51bGx9LCJWZXJ0aWNhbENvbm5lY3RvclN0eWxlIjp7IiRpZCI6IjQyNjQiLCJMaW5lQ29sb3IiOnsiJGlkIjoiNDI2NSIsIiR0eXBlIjoiTkxSRS5Db21tb24uRG9tLlNvbGlkQ29sb3JCcnVzaCwgTkxSRS5Db21tb24iLCJDb2xvciI6eyIkaWQiOiI0MjY2IiwiQSI6MjU1LCJSIjoyMDQsIkciOjIwNCwiQiI6MjA0fX0sIkxpbmVXZWlnaHQiOjAuMCwiTGluZVR5cGUiOjAsIlBhcmVudFN0eWxlIjpudWxsfSwiTWFyZ2luIjpudWxsLCJTdGFydERhdGVQb3NpdGlvbiI6NiwiRW5kRGF0ZVBvc2l0aW9uIjo2LCJEYXRlSXNWaXNpYmxlIjpmYWxzZSwiVGl0bGVQb3NpdGlvbiI6NCwiRHVyYXRpb25Qb3NpdGlvbiI6NiwiUGVyY2VudGFnZUNvbXBsZXRlZFBvc2l0aW9uIjo2LCJWYXJpYW5jZVBvc2l0aW9uIjo2LCJTcGFjaW5nIjozLCJJc0JlbG93VGltZWJhbmQiOnRydWUsIlBlcmNlbnRhZ2VDb21wbGV0ZVNoYXBlT3BhY2l0eSI6MzUsIkJhc2VsaW5lU3R5bGUiOnsiJGlkIjoiNDI2NyIsIlNoYXBlU3R5bGUiOnsiJGlkIjoiNDI2OCIsIk1hcmdpbiI6eyIkaWQiOiI0MjY5IiwiVG9wIjowLjAsIkxlZnQiOjAuMCwiUmlnaHQiOjAuMCwiQm90dG9tIjowLjB9LCJQYWRkaW5nIjp7IiRpZCI6IjQyNzAiLCJUb3AiOjAuMCwiTGVmdCI6MC4wLCJSaWdodCI6MC4wLCJCb3R0b20iOjAuMH0sIkJhY2tncm91bmQiOnsiJGlkIjoiNDI3MSIsIkNvbG9yIjp7IiRpZCI6IjQyNzIiLCJBIjoxNTMsIlIiOjAsIkciOjAsIkIiOjB9fSwiSXNWaXNpYmxlIjp0cnVlLCJXaWR0aCI6MC4wLCJIZWlnaHQiOjAuMCwiQm9yZGVyU3R5bGUiOnsiJGlkIjoiNDI3MyIsIkxpbmVDb2xvciI6bnVsbCwiTGluZVdlaWdodCI6MC4wLCJMaW5lVHlwZSI6MCwiUGFyZW50U3R5bGUiOm51bGx9LCJQYXJlbnRTdHlsZSI6bnVsbH0sIk1hcmdpbiI6eyIkaWQiOiI0Mjc0IiwiVG9wIjowLjAsIkxlZnQiOjAuMCwiUmlnaHQiOjAuMCwiQm90dG9tIjowLjB9LCJQYWRkaW5nIjp7IiRpZCI6IjQyNzUiLCJUb3AiOjAuMCwiTGVmdCI6MC4wLCJSaWdodCI6MC4wLCJCb3R0b20iOjAuMH0sIkJhY2tncm91bmQiOm51bGwsIklzVmlzaWJsZSI6dHJ1ZSwiV2lkdGgiOjAuMCwiSGVpZ2h0IjowLjAsIkJvcmRlclN0eWxlIjpudWxsLCJQYXJlbnRTdHlsZSI6bnVsbH0sIlNoYXBlU3R5bGUiOnsiJGlkIjoiNDI3NiIsIk1hcmdpbiI6eyIkaWQiOiI0Mjc3IiwiVG9wIjowLjAsIkxlZnQiOjQuMCwiUmlnaHQiOjQuMCwiQm90dG9tIjowLjB9LCJQYWRkaW5nIjp7IiRpZCI6IjQyNzgiLCJUb3AiOjAuMCwiTGVmdCI6MC4wLCJSaWdodCI6MC4wLCJCb3R0b20iOjAuMH0sIkJhY2tncm91bmQiOnsiJGlkIjoiNDI3OSIsIkNvbG9yIjp7IiRpZCI6IjQyODAiLCJBIjoyNTUsIlIiOjI2LCJHIjoxNzAsIkIiOjY2fX0sIklzVmlzaWJsZSI6dHJ1ZSwiV2lkdGgiOjAuMCwiSGVpZ2h0IjoxMC4wLCJCb3JkZXJTdHlsZSI6eyIkaWQiOiI0MjgxIiwiTGluZUNvbG9yIjp7IiRpZCI6IjQyODIiLCIkdHlwZSI6Ik5MUkUuQ29tbW9uLkRvbS5Tb2xpZENvbG9yQnJ1c2gsIE5MUkUuQ29tbW9uIiwiQ29sb3IiOnsiJGlkIjoiNDI4MyIsIkEiOjI1NSwiUiI6MjM0LCJHIjoyMiwiQiI6MzB9fSwiTGluZVdlaWdodCI6MC4wLCJMaW5lVHlwZSI6MCwiUGFyZW50U3R5bGUiOm51bGx9LCJQYXJlbnRTdHlsZSI6bnVsbH0sIlRpdGxlU3R5bGUiOnsiJGlkIjoiNDI4NCIsIkZvbnRTZXR0aW5ncyI6eyIkaWQiOiI0Mjg1IiwiRm9udFNpemUiOjExLCJGb250TmFtZSI6IkNhbGlicmkiLCJJc0JvbGQiOnRydWUsIklzSXRhbGljIjpmYWxzZSwiSXNVbmRlcmxpbmVkIjpmYWxzZSwiUGFyZW50U3R5bGUiOm51bGx9LCJBdXRvU2l6ZSI6MCwiRm9yZWdyb3VuZCI6eyIkaWQiOiI0Mjg2IiwiQ29sb3IiOnsiJGlkIjoiNDI4N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jg4IiwiVG9wIjowLjAsIkxlZnQiOjAuMCwiUmlnaHQiOjAuMCwiQm90dG9tIjowLjB9LCJQYWRkaW5nIjp7IiRpZCI6IjQyODkiLCJUb3AiOjAuMCwiTGVmdCI6MC4wLCJSaWdodCI6MC4wLCJCb3R0b20iOjAuMH0sIkJhY2tncm91bmQiOnsiJGlkIjoiNDI5MCIsIkNvbG9yIjp7IiRpZCI6IjQyOTEiLCJBIjowLCJSIjoyNTUsIkciOjI1NSwiQiI6MjU1fX0sIklzVmlzaWJsZSI6dHJ1ZSwiV2lkdGgiOjAuMCwiSGVpZ2h0IjowLjAsIkJvcmRlclN0eWxlIjpudWxsLCJQYXJlbnRTdHlsZSI6bnVsbH0sIkRhdGVTdHlsZSI6eyIkaWQiOiI0MjkyIiwiRm9udFNldHRpbmdzIjp7IiRpZCI6IjQyOTMiLCJGb250U2l6ZSI6MTAsIkZvbnROYW1lIjoiQ2FsaWJyaSIsIklzQm9sZCI6ZmFsc2UsIklzSXRhbGljIjpmYWxzZSwiSXNVbmRlcmxpbmVkIjpmYWxzZSwiUGFyZW50U3R5bGUiOm51bGx9LCJBdXRvU2l6ZSI6MCwiRm9yZWdyb3VuZCI6eyIkaWQiOiI0Mjk0IiwiQ29sb3IiOnsiJGlkIjoiNDI5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I5NiIsIlRvcCI6MC4wLCJMZWZ0IjowLjAsIlJpZ2h0IjowLjAsIkJvdHRvbSI6MC4wfSwiUGFkZGluZyI6eyIkaWQiOiI0Mjk3IiwiVG9wIjowLjAsIkxlZnQiOjAuMCwiUmlnaHQiOjAuMCwiQm90dG9tIjowLjB9LCJCYWNrZ3JvdW5kIjp7IiRpZCI6IjQyOTgiLCJDb2xvciI6eyIkaWQiOiI0Mjk5IiwiQSI6MCwiUiI6MCwiRyI6MCwiQiI6MH19LCJJc1Zpc2libGUiOnRydWUsIldpZHRoIjowLjAsIkhlaWdodCI6MC4wLCJCb3JkZXJTdHlsZSI6bnVsbCwiUGFyZW50U3R5bGUiOm51bGx9LCJEYXRlRm9ybWF0Ijp7IiRpZCI6IjQzMD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MwMSIsIkZvcm1hdCI6MCwiSXNWaXNpYmxlIjpmYWxzZSwiTGFzdEtub3duVmlzaWJpbGl0eVN0YXRlIjpmYWxzZX0sIklzVmlzaWJsZSI6dHJ1ZSwiVmFyaWFuY2VTdHlsZSI6eyIkaWQiOiI0MzAyIiwiVGV4dFN0eWxlIjp7IiRpZCI6IjQzMDMiLCJGb250U2V0dGluZ3MiOnsiJGlkIjoiNDMwNCIsIkZvbnRTaXplIjoxMSwiRm9udE5hbWUiOiJDYWxpYnJpIiwiSXNCb2xkIjpmYWxzZSwiSXNJdGFsaWMiOmZhbHNlLCJJc1VuZGVybGluZWQiOmZhbHNlLCJQYXJlbnRTdHlsZSI6bnVsbH0sIkF1dG9TaXplIjowLCJGb3JlZ3JvdW5kIjp7IiRpZCI6IjQzMDUiLCJDb2xvciI6eyIkaWQiOiI0MzA2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zMDciLCJUb3AiOjAuMCwiTGVmdCI6MC4wLCJSaWdodCI6MC4wLCJCb3R0b20iOjAuMH0sIlBhZGRpbmciOnsiJGlkIjoiNDMwOCIsIlRvcCI6MC4wLCJMZWZ0IjowLjAsIlJpZ2h0IjowLjAsIkJvdHRvbSI6MC4wfSwiQmFja2dyb3VuZCI6eyIkaWQiOiI0MzA5IiwiQ29sb3IiOnsiJGlkIjoiNDMxMCIsIkEiOjAsIlIiOjAsIkciOjAsIkIiOjB9fSwiSXNWaXNpYmxlIjp0cnVlLCJXaWR0aCI6MC4wLCJIZWlnaHQiOjAuMCwiQm9yZGVyU3R5bGUiOnsiJGlkIjoiNDMxMSIsIkxpbmVDb2xvciI6bnVsbCwiTGluZVdlaWdodCI6MC4wLCJMaW5lVHlwZSI6MCwiUGFyZW50U3R5bGUiOm51bGx9LCJQYXJlbnRTdHlsZSI6bnVsbH0sIlBhcmVudFN0eWxlIjpudWxsfSwiUGFyZW50U3R5bGUiOm51bGwsIl9leHBsaWNpdGx5U2V0Ijp7IiRpZCI6IjQzMTI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MzEzIiwiU2hhcGUiOjIsIkNvbm5lY3Rvck1hcmdpbiI6eyIkaWQiOiI0MzE0IiwiVG9wIjowLjAsIkxlZnQiOjIuMCwiUmlnaHQiOjIuMCwiQm90dG9tIjowLjB9LCJDb25uZWN0b3JTdHlsZSI6eyIkaWQiOiI0MzE1IiwiTGluZUNvbG9yIjp7IiRpZCI6IjQzMTYiLCIkdHlwZSI6Ik5MUkUuQ29tbW9uLkRvbS5Tb2xpZENvbG9yQnJ1c2gsIE5MUkUuQ29tbW9uIiwiQ29sb3IiOnsiJGlkIjoiNDMxNyIsIkEiOjEyNywiUiI6NzksIkciOjEyOSwiQiI6MTg5fX0sIkxpbmVXZWlnaHQiOjEuMCwiTGluZVR5cGUiOjAsIlBhcmVudFN0eWxlIjpudWxsfSwiSXNCZWxvd1RpbWViYW5kIjpmYWxzZSwiUG9zaXRpb25PblRhc2siOjEsIkhpZGVEYXRlIjpmYWxzZSwiU2hhcGVTaXplIjoxLCJTcGFjaW5nIjowLjAsIlBhZGRpbmciOnsiJGlkIjoiNDMxOCIsIlRvcCI6NS4wLCJMZWZ0IjozLjAsIlJpZ2h0IjowLjAsIkJvdHRvbSI6Mi4wfSwiU2hhcGVTdHlsZSI6eyIkaWQiOiI0MzE5IiwiTWFyZ2luIjp7IiRpZCI6IjQzMjAiLCJUb3AiOjAuMCwiTGVmdCI6MC4wLCJSaWdodCI6MC4wLCJCb3R0b20iOjAuMH0sIlBhZGRpbmciOnsiJGlkIjoiNDMyMSIsIlRvcCI6MC4wLCJMZWZ0IjowLjAsIlJpZ2h0IjowLjAsIkJvdHRvbSI6MC4wfSwiQmFja2dyb3VuZCI6eyIkaWQiOiI0MzIyIiwiQ29sb3IiOnsiJGlkIjoiNDMyMyIsIkEiOjI1NSwiUiI6NzgsIkciOjkxLCJCIjo5N319LCJJc1Zpc2libGUiOnRydWUsIldpZHRoIjoxMy4wLCJIZWlnaHQiOjEzLjAsIkJvcmRlclN0eWxlIjp7IiRpZCI6IjQzMjQiLCJMaW5lQ29sb3IiOnsiJGlkIjoiNDMyNSIsIiR0eXBlIjoiTkxSRS5Db21tb24uRG9tLlNvbGlkQ29sb3JCcnVzaCwgTkxSRS5Db21tb24iLCJDb2xvciI6eyIkaWQiOiI0MzI2IiwiQSI6MjU1LCJSIjoyMzQsIkciOjIyLCJCIjozMH19LCJMaW5lV2VpZ2h0IjowLjAsIkxpbmVUeXBlIjowLCJQYXJlbnRTdHlsZSI6bnVsbH0sIlBhcmVudFN0eWxlIjpudWxsfSwiVGl0bGVTdHlsZSI6eyIkaWQiOiI0MzI3IiwiRm9udFNldHRpbmdzIjp7IiRpZCI6IjQzMjgiLCJGb250U2l6ZSI6MTEsIkZvbnROYW1lIjoiQ2FsaWJyaSIsIklzQm9sZCI6dHJ1ZSwiSXNJdGFsaWMiOmZhbHNlLCJJc1VuZGVybGluZWQiOmZhbHNlLCJQYXJlbnRTdHlsZSI6bnVsbH0sIkF1dG9TaXplIjowLCJGb3JlZ3JvdW5kIjp7IiRpZCI6IjQzMjkiLCJDb2xvciI6eyIkaWQiOiI0MzM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zMzEiLCJUb3AiOjAuMCwiTGVmdCI6MC4wLCJSaWdodCI6MC4wLCJCb3R0b20iOjAuMH0sIlBhZGRpbmciOnsiJGlkIjoiNDMzMiIsIlRvcCI6MC4wLCJMZWZ0IjowLjAsIlJpZ2h0IjowLjAsIkJvdHRvbSI6MC4wfSwiQmFja2dyb3VuZCI6eyIkaWQiOiI0MzMzIiwiQ29sb3IiOnsiJGlkIjoiNDMzNCIsIkEiOjAsIlIiOjAsIkciOjAsIkIiOjB9fSwiSXNWaXNpYmxlIjp0cnVlLCJXaWR0aCI6MC4wLCJIZWlnaHQiOjAuMCwiQm9yZGVyU3R5bGUiOm51bGwsIlBhcmVudFN0eWxlIjpudWxsfSwiRGF0ZVN0eWxlIjp7IiRpZCI6IjQzMzUiLCJGb250U2V0dGluZ3MiOnsiJGlkIjoiNDMzNiIsIkZvbnRTaXplIjoxMCwiRm9udE5hbWUiOiJDYWxpYnJpIiwiSXNCb2xkIjpmYWxzZSwiSXNJdGFsaWMiOmZhbHNlLCJJc1VuZGVybGluZWQiOmZhbHNlLCJQYXJlbnRTdHlsZSI6bnVsbH0sIkF1dG9TaXplIjowLCJGb3JlZ3JvdW5kIjp7IiRpZCI6IjQzMzciLCJDb2xvciI6eyIkaWQiOiI0MzM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0MzM5IiwiVG9wIjowLjAsIkxlZnQiOjAuMCwiUmlnaHQiOjAuMCwiQm90dG9tIjowLjB9LCJQYWRkaW5nIjp7IiRpZCI6IjQzNDAiLCJUb3AiOjAuMCwiTGVmdCI6MC4wLCJSaWdodCI6MC4wLCJCb3R0b20iOjAuMH0sIkJhY2tncm91bmQiOnsiJGlkIjoiNDM0MSIsIkNvbG9yIjp7IiRpZCI6IjQzNDIiLCJBIjowLCJSIjowLCJHIjowLCJCIjowfX0sIklzVmlzaWJsZSI6dHJ1ZSwiV2lkdGgiOjAuMCwiSGVpZ2h0IjowLjAsIkJvcmRlclN0eWxlIjpudWxsLCJQYXJlbnRTdHlsZSI6bnVsbH0sIkRhdGVGb3JtYXQiOnsiJGlkIjoiNDM0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MzQ0IiwiRm9ybWF0IjowLCJJc1Zpc2libGUiOmZhbHNlLCJMYXN0S25vd25WaXNpYmlsaXR5U3RhdGUiOmZhbHNlfSwiSXNWaXNpYmxlIjp0cnVlLCJWYXJpYW5jZVN0eWxlIjp7IiRpZCI6IjQzNDUiLCJUZXh0U3R5bGUiOnsiJGlkIjoiNDM0NiIsIkZvbnRTZXR0aW5ncyI6eyIkaWQiOiI0MzQ3IiwiRm9udFNpemUiOjExLCJGb250TmFtZSI6IkNhbGlicmkiLCJJc0JvbGQiOmZhbHNlLCJJc0l0YWxpYyI6ZmFsc2UsIklzVW5kZXJsaW5lZCI6ZmFsc2UsIlBhcmVudFN0eWxlIjpudWxsfSwiQXV0b1NpemUiOjAsIkZvcmVncm91bmQiOnsiJGlkIjoiNDM0OCIsIkNvbG9yIjp7IiRpZCI6IjQzND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M1MCIsIlRvcCI6MC4wLCJMZWZ0IjowLjAsIlJpZ2h0IjowLjAsIkJvdHRvbSI6MC4wfSwiUGFkZGluZyI6eyIkaWQiOiI0MzUxIiwiVG9wIjowLjAsIkxlZnQiOjAuMCwiUmlnaHQiOjAuMCwiQm90dG9tIjowLjB9LCJCYWNrZ3JvdW5kIjp7IiRpZCI6IjQzNTIiLCJDb2xvciI6eyIkaWQiOiI0MzUzIiwiQSI6MCwiUiI6MCwiRyI6MCwiQiI6MH19LCJJc1Zpc2libGUiOmZhbHNlLCJXaWR0aCI6MC4wLCJIZWlnaHQiOjAuMCwiQm9yZGVyU3R5bGUiOnsiJGlkIjoiNDM1NCIsIkxpbmVDb2xvciI6bnVsbCwiTGluZVdlaWdodCI6MC4wLCJMaW5lVHlwZSI6MCwiUGFyZW50U3R5bGUiOm51bGx9LCJQYXJlbnRTdHlsZSI6bnVsbH0sIlBhcmVudFN0eWxlIjpudWxsfSwiUGFyZW50U3R5bGUiOm51bGx9LCJEZWZhdWx0U3dpbWxhbmVNaWxlc3RvbmVTdHlsZSI6eyIkaWQiOiI0MzU1IiwiVGl0bGVQb3NpdGlvbiI6IlJpZ2h0IiwiRGF0ZVBvc2l0aW9uIjoiTGVmdCIsIlZhcmlhbmNlUG9zaXRpb24iOiJMZWZ0IiwiU2hhcGVUeXBlIjoyLCJTaGFwZVNpemUiOjEsIlNwYWNpbmciOjUsIlNoYXBlU3R5bGUiOnsiJGlkIjoiNDM1NiIsIk1hcmdpbiI6eyIkaWQiOiI0MzU3IiwiVG9wIjowLjAsIkxlZnQiOjAuMCwiUmlnaHQiOjAuMCwiQm90dG9tIjowLjB9LCJQYWRkaW5nIjp7IiRpZCI6IjQzNTgiLCJUb3AiOjAuMCwiTGVmdCI6MC4wLCJSaWdodCI6MC4wLCJCb3R0b20iOjAuMH0sIkJhY2tncm91bmQiOnsiJGlkIjoiNDM1OSIsIkNvbG9yIjp7IiRpZCI6IjQzNjAiLCJBIjoyNTUsIlIiOjI2LCJHIjoxNzAsIkIiOjY2fX0sIklzVmlzaWJsZSI6dHJ1ZSwiV2lkdGgiOjEzLjAsIkhlaWdodCI6MTMuMCwiQm9yZGVyU3R5bGUiOnsiJGlkIjoiNDM2MSIsIkxpbmVDb2xvciI6eyIkaWQiOiI0MzYyIiwiJHR5cGUiOiJOTFJFLkNvbW1vbi5Eb20uU29saWRDb2xvckJydXNoLCBOTFJFLkNvbW1vbiIsIkNvbG9yIjp7IiRpZCI6IjQzNjMiLCJBIjoyNTUsIlIiOjIzNCwiRyI6MjIsIkIiOjMwfX0sIkxpbmVXZWlnaHQiOjAuMCwiTGluZVR5cGUiOjAsIlBhcmVudFN0eWxlIjpudWxsfSwiUGFyZW50U3R5bGUiOm51bGx9LCJUaXRsZVN0eWxlIjp7IiRpZCI6IjQzNjQiLCJGb250U2V0dGluZ3MiOnsiJGlkIjoiNDM2NSIsIkZvbnRTaXplIjoxMSwiRm9udE5hbWUiOiJDYWxpYnJpIiwiSXNCb2xkIjp0cnVlLCJJc0l0YWxpYyI6ZmFsc2UsIklzVW5kZXJsaW5lZCI6ZmFsc2UsIlBhcmVudFN0eWxlIjpudWxsfSwiQXV0b1NpemUiOjAsIkZvcmVncm91bmQiOnsiJGlkIjoiNDM2NiIsIkNvbG9yIjp7IiRpZCI6IjQzNjc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DM2OCIsIlRvcCI6MC4wLCJMZWZ0IjowLjAsIlJpZ2h0IjowLjAsIkJvdHRvbSI6MC4wfSwiUGFkZGluZyI6eyIkaWQiOiI0MzY5IiwiVG9wIjowLjAsIkxlZnQiOjAuMCwiUmlnaHQiOjAuMCwiQm90dG9tIjowLjB9LCJCYWNrZ3JvdW5kIjp7IiRpZCI6IjQzNzAiLCJDb2xvciI6eyIkaWQiOiI0MzcxIiwiQSI6MCwiUiI6MjU1LCJHIjoyNTUsIkIiOjI1NX19LCJJc1Zpc2libGUiOnRydWUsIldpZHRoIjowLjAsIkhlaWdodCI6MC4wLCJCb3JkZXJTdHlsZSI6bnVsbCwiUGFyZW50U3R5bGUiOm51bGx9LCJEYXRlU3R5bGUiOnsiJGlkIjoiNDM3MiIsIkZvbnRTZXR0aW5ncyI6eyIkaWQiOiI0MzczIiwiRm9udFNpemUiOjEwLCJGb250TmFtZSI6IkNhbGlicmkiLCJJc0JvbGQiOmZhbHNlLCJJc0l0YWxpYyI6ZmFsc2UsIklzVW5kZXJsaW5lZCI6ZmFsc2UsIlBhcmVudFN0eWxlIjpudWxsfSwiQXV0b1NpemUiOjAsIkZvcmVncm91bmQiOnsiJGlkIjoiNDM3NCIsIkNvbG9yIjp7IiRpZCI6IjQzNz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QzNzYiLCJUb3AiOjAuMCwiTGVmdCI6MC4wLCJSaWdodCI6MC4wLCJCb3R0b20iOjAuMH0sIlBhZGRpbmciOnsiJGlkIjoiNDM3NyIsIlRvcCI6MC4wLCJMZWZ0IjowLjAsIlJpZ2h0IjowLjAsIkJvdHRvbSI6MC4wfSwiQmFja2dyb3VuZCI6eyIkaWQiOiI0Mzc4IiwiQ29sb3IiOnsiJGlkIjoiNDM3OSIsIkEiOjAsIlIiOjI1NSwiRyI6MjU1LCJCIjoyNTV9fSwiSXNWaXNpYmxlIjp0cnVlLCJXaWR0aCI6MC4wLCJIZWlnaHQiOjAuMCwiQm9yZGVyU3R5bGUiOm51bGwsIlBhcmVudFN0eWxlIjpudWxsfSwiRGF0ZUZvcm1hdCI6eyIkaWQiOiI0Mzg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zODEiLCJGb3JtYXQiOjAsIklzVmlzaWJsZSI6ZmFsc2UsIkxhc3RLbm93blZpc2liaWxpdHlTdGF0ZSI6ZmFsc2V9LCJJc1Zpc2libGUiOnRydWUsIlZhcmlhbmNlU3R5bGUiOnsiJGlkIjoiNDM4MiIsIlRleHRTdHlsZSI6eyIkaWQiOiI0MzgzIiwiRm9udFNldHRpbmdzIjp7IiRpZCI6IjQzODQiLCJGb250U2l6ZSI6MTEsIkZvbnROYW1lIjoiQ2FsaWJyaSIsIklzQm9sZCI6ZmFsc2UsIklzSXRhbGljIjpmYWxzZSwiSXNVbmRlcmxpbmVkIjpmYWxzZSwiUGFyZW50U3R5bGUiOm51bGx9LCJBdXRvU2l6ZSI6MCwiRm9yZWdyb3VuZCI6eyIkaWQiOiI0Mzg1IiwiQ29sb3IiOnsiJGlkIjoiNDM4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zg3IiwiVG9wIjowLjAsIkxlZnQiOjAuMCwiUmlnaHQiOjAuMCwiQm90dG9tIjowLjB9LCJQYWRkaW5nIjp7IiRpZCI6IjQzODgiLCJUb3AiOjAuMCwiTGVmdCI6MC4wLCJSaWdodCI6MC4wLCJCb3R0b20iOjAuMH0sIkJhY2tncm91bmQiOnsiJGlkIjoiNDM4OSIsIkNvbG9yIjp7IiRpZCI6IjQzOTAiLCJBIjowLCJSIjowLCJHIjowLCJCIjowfX0sIklzVmlzaWJsZSI6dHJ1ZSwiV2lkdGgiOjAuMCwiSGVpZ2h0IjowLjAsIkJvcmRlclN0eWxlIjp7IiRpZCI6IjQzOTEiLCJMaW5lQ29sb3IiOm51bGwsIkxpbmVXZWlnaHQiOjAuMCwiTGluZVR5cGUiOjAsIlBhcmVudFN0eWxlIjpudWxsfSwiUGFyZW50U3R5bGUiOm51bGx9LCJQYXJlbnRTdHlsZSI6bnVsbH0sIlBhcmVudFN0eWxlIjpudWxsfSwiRGVmYXVsdFN3aW1sYW5lQWN0aXZpdHlTdHlsZSI6eyIkaWQiOiI0MzkyIiwiSGVhZGVyU3R5bGUiOnsiJGlkIjoiNDM5MyIsIlRleHRTdHlsZSI6eyIkaWQiOiI0Mzk0IiwiRm9udFNldHRpbmdzIjp7IiRpZCI6IjQzOTUiLCJGb250U2l6ZSI6MTEsIkZvbnROYW1lIjoiQ2FsaWJyaSIsIklzQm9sZCI6ZmFsc2UsIklzSXRhbGljIjpmYWxzZSwiSXNVbmRlcmxpbmVkIjpmYWxzZSwiUGFyZW50U3R5bGUiOm51bGx9LCJBdXRvU2l6ZSI6MiwiRm9yZWdyb3VuZCI6eyIkaWQiOiI0Mzk2IiwiQ29sb3IiOnsiJGlkIjoiNDM5NyIsIkEiOjI1NSwiUiI6MCwiRyI6MCwiQiI6MH19LCJNYXhXaWR0aCI6MC4wLCJNYXhIZWlnaHQiOiJJbmZpbml0eSIsIlNtYXJ0Rm9yZWdyb3VuZElzQWN0aXZlIjpmYWxzZSwiSG9yaXpvbnRhbEFsaWdubWVudCI6MCwiVmVydGljYWxBbGlnbm1lbnQiOjAsIlNtYXJ0Rm9yZWdyb3VuZCI6bnVsbCwiQmFja2dyb3VuZEZpbGxUeXBlIjowLCJNYXJnaW4iOnsiJGlkIjoiNDM5OCIsIlRvcCI6MC4wLCJMZWZ0IjowLjAsIlJpZ2h0IjowLjAsIkJvdHRvbSI6MC4wfSwiUGFkZGluZyI6eyIkaWQiOiI0Mzk5IiwiVG9wIjowLjAsIkxlZnQiOjAuMCwiUmlnaHQiOjAuMCwiQm90dG9tIjowLjB9LCJCYWNrZ3JvdW5kIjpudWxsLCJJc1Zpc2libGUiOnRydWUsIldpZHRoIjowLjAsIkhlaWdodCI6MC4wLCJCb3JkZXJTdHlsZSI6bnVsbCwiUGFyZW50U3R5bGUiOm51bGx9LCJSZWN0YW5nbGVTdHlsZSI6eyIkaWQiOiI0NDAwIiwiTWFyZ2luIjp7IiRpZCI6IjQ0MDEiLCJUb3AiOjAuMCwiTGVmdCI6MC4wLCJSaWdodCI6MC4wLCJCb3R0b20iOjAuMH0sIlBhZGRpbmciOnsiJGlkIjoiNDQwMiIsIlRvcCI6MC4wLCJMZWZ0IjowLjAsIlJpZ2h0IjowLjAsIkJvdHRvbSI6MC4wfSwiQmFja2dyb3VuZCI6eyIkaWQiOiI0NDAzIiwiQ29sb3IiOnsiJGlkIjoiNDQwNCIsIkEiOjYzLCJSIjo3OCwiRyI6OTEsIkIiOjk3fX0sIklzVmlzaWJsZSI6dHJ1ZSwiV2lkdGgiOjAuMCwiSGVpZ2h0IjowLjAsIkJvcmRlclN0eWxlIjp7IiRpZCI6IjQ0MDUiLCJMaW5lQ29sb3IiOnsiJGlkIjoiNDQwNiIsIiR0eXBlIjoiTkxSRS5Db21tb24uRG9tLlNvbGlkQ29sb3JCcnVzaCwgTkxSRS5Db21tb24iLCJDb2xvciI6eyIkaWQiOiI0NDA3IiwiQSI6MjU1LCJSIjoyNTUsIkciOjAsIkIiOjB9fSwiTGluZVdlaWdodCI6MC4wLCJMaW5lVHlwZSI6MCwiUGFyZW50U3R5bGUiOm51bGx9LCJQYXJlbnRTdHlsZSI6bnVsbH0sIk1hcmdpbiI6eyIkaWQiOiI0NDA4IiwiVG9wIjowLjAsIkxlZnQiOjAuMCwiUmlnaHQiOjAuMCwiQm90dG9tIjowLjB9LCJQYWRkaW5nIjp7IiRpZCI6IjQ0MDkiLCJUb3AiOjAuMCwiTGVmdCI6MC4wLCJSaWdodCI6MC4wLCJCb3R0b20iOjAuMH0sIkJhY2tncm91bmQiOm51bGwsIklzVmlzaWJsZSI6dHJ1ZSwiV2lkdGgiOjAuMCwiSGVpZ2h0IjowLjAsIkJvcmRlclN0eWxlIjpudWxsLCJQYXJlbnRTdHlsZSI6bnVsbH0sIkJhY2tncm91bmRTdHlsZSI6eyIkaWQiOiI0NDEwIiwiTWFyZ2luIjp7IiRpZCI6IjQ0MTEiLCJUb3AiOjAuMCwiTGVmdCI6MC4wLCJSaWdodCI6MC4wLCJCb3R0b20iOjAuMH0sIlBhZGRpbmciOnsiJGlkIjoiNDQxMiIsIlRvcCI6MC4wLCJMZWZ0IjowLjAsIlJpZ2h0IjowLjAsIkJvdHRvbSI6MC4wfSwiQmFja2dyb3VuZCI6eyIkaWQiOiI0NDEzIiwiQ29sb3IiOnsiJGlkIjoiNDQxNCIsIkEiOjUxLCJSIjoxMTUsIkciOjExNSwiQiI6MTE1fX0sIklzVmlzaWJsZSI6dHJ1ZSwiV2lkdGgiOjAuMCwiSGVpZ2h0IjowLjAsIkJvcmRlclN0eWxlIjp7IiRpZCI6IjQ0MTUiLCJMaW5lQ29sb3IiOnsiJGlkIjoiNDQxNiIsIiR0eXBlIjoiTkxSRS5Db21tb24uRG9tLlNvbGlkQ29sb3JCcnVzaCwgTkxSRS5Db21tb24iLCJDb2xvciI6eyIkaWQiOiI0NDE3IiwiQSI6MjU1LCJSIjoyMzQsIkciOjIyLCJCIjozMH19LCJMaW5lV2VpZ2h0IjowLjAsIkxpbmVUeXBlIjowLCJQYXJlbnRTdHlsZSI6bnVsbH0sIlBhcmVudFN0eWxlIjpudWxsfSwiTWFyZ2luIjp7IiRpZCI6IjQ0MTgiLCJUb3AiOjAuMCwiTGVmdCI6MC4wLCJSaWdodCI6MC4wLCJCb3R0b20iOjAuMH0sIlBhZGRpbmciOnsiJGlkIjoiNDQxOSIsIlRvcCI6MC4wLCJMZWZ0IjowLjAsIlJpZ2h0IjowLjAsIkJvdHRvbSI6MC4wfSwiSXNWaXNpYmxlIjp0cnVlLCJXaWR0aCI6MC4wLCJIZWlnaHQiOjAuMCwiQm9yZGVyU3R5bGUiOm51bGwsIlBhcmVudFN0eWxlIjpudWxsfSwiTWFyZ2luIjp7IiRpZCI6IjQ0MjAiLCJUb3AiOjAuMCwiTGVmdCI6MC4wLCJSaWdodCI6MC4wLCJCb3R0b20iOjAuMH0sIlBhZGRpbmciOnsiJGlkIjoiNDQyMSIsIlRvcCI6MC4wLCJMZWZ0IjowLjAsIlJpZ2h0IjowLjAsIkJvdHRvbSI6MC4wfSwiSXNWaXNpYmxlIjpmYWxzZSwiV2lkdGgiOjAuMCwiSGVpZ2h0IjowLjAsIkJvcmRlclN0eWxlIjp7IiRpZCI6IjQ0MjIiLCJMaW5lQ29sb3IiOm51bGwsIkxpbmVXZWlnaHQiOjAuMCwiTGluZVR5cGUiOjAsIlBhcmVudFN0eWxlIjpudWxsfSwiUGFyZW50U3R5bGUiOm51bGx9LCJfYWRkaXRpb25hbFN3aW1sYW5lVjJTdHlsZXMiOlt7IiRpZCI6IjQ0MjMiLCJTdHlsZUlkIjoiMDAwMDAwMDAtMDAwMC0wMDAwLTAwMDAtMDAwMDAwMDAwMDAwIiwiSGVhZGVyU3R5bGUiOnsiJGlkIjoiNDQyNCIsIlRleHRJc1ZlcnRpY2FsIjpmYWxzZSwiVGV4dFN0eWxlIjp7IiRpZCI6IjQ0MjUiLCJGb250U2V0dGluZ3MiOnsiJGlkIjoiNDQyNiIsIkZvbnRTaXplIjoxMiwiRm9udE5hbWUiOiJDYWxpYnJpIiwiSXNCb2xkIjpmYWxzZSwiSXNJdGFsaWMiOmZhbHNlLCJJc1VuZGVybGluZWQiOmZhbHNlLCJQYXJlbnRTdHlsZSI6bnVsbH0sIkF1dG9TaXplIjoyLCJGb3JlZ3JvdW5kIjp7IiRpZCI6IjQ0MjciLCJDb2xvciI6eyIkaWQiOiI0NDI4IiwiQSI6MjU1LCJSIjoyNTUsIkciOjI1NSwiQiI6MjU1fX0sIk1heFdpZHRoIjo3MS4wLCJNYXhIZWlnaHQiOiJJbmZpbml0eSIsIlNtYXJ0Rm9yZWdyb3VuZElzQWN0aXZlIjpmYWxzZSwiSG9yaXpvbnRhbEFsaWdubWVudCI6MCwiVmVydGljYWxBbGlnbm1lbnQiOjAsIlNtYXJ0Rm9yZWdyb3VuZCI6bnVsbCwiQmFja2dyb3VuZEZpbGxUeXBlIjowLCJNYXJnaW4iOnsiJGlkIjoiNDQyOSIsIlRvcCI6MC4wLCJMZWZ0IjowLjAsIlJpZ2h0IjowLjAsIkJvdHRvbSI6MC4wfSwiUGFkZGluZyI6eyIkaWQiOiI0NDMwIiwiVG9wIjowLjAsIkxlZnQiOjAuMCwiUmlnaHQiOjAuMCwiQm90dG9tIjowLjB9LCJCYWNrZ3JvdW5kIjpudWxsLCJJc1Zpc2libGUiOnRydWUsIldpZHRoIjowLjAsIkhlaWdodCI6MC4wLCJCb3JkZXJTdHlsZSI6bnVsbCwiUGFyZW50U3R5bGUiOm51bGx9LCJSZWN0YW5nbGVTdHlsZSI6eyIkaWQiOiI0NDMxIiwiTWFyZ2luIjp7IiRpZCI6IjQ0MzIiLCJUb3AiOjAuMCwiTGVmdCI6MC4wLCJSaWdodCI6MC4wLCJCb3R0b20iOjAuMH0sIlBhZGRpbmciOnsiJGlkIjoiNDQzMyIsIlRvcCI6MC4wLCJMZWZ0IjowLjAsIlJpZ2h0IjowLjAsIkJvdHRvbSI6MC4wfSwiQmFja2dyb3VuZCI6eyIkaWQiOiI0NDM0IiwiQ29sb3IiOnsiJGlkIjoiNDQzNSIsIkEiOjI1NSwiUiI6MCwiRyI6MTMzLCJCIjoxNDB9fSwiSXNWaXNpYmxlIjp0cnVlLCJXaWR0aCI6MC4wLCJIZWlnaHQiOjAuMCwiQm9yZGVyU3R5bGUiOnsiJGlkIjoiNDQzNiIsIkxpbmVDb2xvciI6eyIkaWQiOiI0NDM3IiwiJHR5cGUiOiJOTFJFLkNvbW1vbi5Eb20uU29saWRDb2xvckJydXNoLCBOTFJFLkNvbW1vbiIsIkNvbG9yIjp7IiRpZCI6IjQ0MzgiLCJBIjoyNTUsIlIiOjI1NSwiRyI6MCwiQiI6MH19LCJMaW5lV2VpZ2h0IjowLjAsIkxpbmVUeXBlIjowLCJQYXJlbnRTdHlsZSI6bnVsbH0sIlBhcmVudFN0eWxlIjpudWxsfSwiTWFyZ2luIjp7IiRpZCI6IjQ0MzkiLCJUb3AiOjAuMCwiTGVmdCI6MC4wLCJSaWdodCI6MC4wLCJCb3R0b20iOjAuMH0sIlBhZGRpbmciOnsiJGlkIjoiNDQ0MCIsIlRvcCI6MC4wLCJMZWZ0IjowLjAsIlJpZ2h0IjowLjAsIkJvdHRvbSI6MC4wfSwiQmFja2dyb3VuZCI6bnVsbCwiSXNWaXNpYmxlIjp0cnVlLCJXaWR0aCI6MC4wLCJIZWlnaHQiOjAuMCwiQm9yZGVyU3R5bGUiOm51bGwsIlBhcmVudFN0eWxlIjpudWxsfSwiQmFja2dyb3VuZFN0eWxlIjp7IiRpZCI6IjQ0NDEiLCJNYXJnaW4iOnsiJGlkIjoiNDQ0MiIsIlRvcCI6MC4wLCJMZWZ0IjowLjAsIlJpZ2h0IjowLjAsIkJvdHRvbSI6MC4wfSwiUGFkZGluZyI6eyIkaWQiOiI0NDQzIiwiVG9wIjowLjAsIkxlZnQiOjAuMCwiUmlnaHQiOjAuMCwiQm90dG9tIjowLjB9LCJCYWNrZ3JvdW5kIjp7IiRpZCI6IjQ0NDQiLCJDb2xvciI6eyIkaWQiOiI0NDQ1IiwiQSI6NTEsIlIiOjExNSwiRyI6MTE1LCJCIjoxMTV9fSwiSXNWaXNpYmxlIjp0cnVlLCJXaWR0aCI6MC4wLCJIZWlnaHQiOjAuMCwiQm9yZGVyU3R5bGUiOnsiJGlkIjoiNDQ0NiIsIkxpbmVDb2xvciI6eyIkaWQiOiI0NDQ3IiwiJHR5cGUiOiJOTFJFLkNvbW1vbi5Eb20uU29saWRDb2xvckJydXNoLCBOTFJFLkNvbW1vbiIsIkNvbG9yIjp7IiRpZCI6IjQ0NDgiLCJBIjoyNTUsIlIiOjIzNCwiRyI6MjIsIkIiOjMwfX0sIkxpbmVXZWlnaHQiOjAuMCwiTGluZVR5cGUiOjAsIlBhcmVudFN0eWxlIjpudWxsfSwiUGFyZW50U3R5bGUiOm51bGx9LCJJc0Fib3ZlVGltZWJhbmQiOmZhbHNlLCJTcGFjaW5nIjozLCJEZWZhdWx0U3dpbWxhbmVUYXNrU3R5bGUiOnsiJGlkIjoiNDQ0OSIsIiR0eXBlIjoiTkxSRS5Db21tb24uRG9tLlN0eWxlcy5FeHBsaWNpdFNldGFibGVUYXNrU3R5bGUsIE5MUkUuQ29tbW9uIiwiU2hhcGUiOjEsIlNoYXBlVGhpY2tuZXNzIjowLCJEdXJhdGlvbkZvcm1hdCI6MCwiSW5jbHVkZU5vbldvcmtpbmdEYXlzSW5EdXJhdGlvbiI6ZmFsc2UsIlBlcmNlbnRhZ2VDb21wbGV0ZVN0eWxlIjp7IiRpZCI6IjQ0NTAiLCJGb250U2V0dGluZ3MiOnsiJGlkIjoiNDQ1MSIsIkZvbnRTaXplIjoxMCwiRm9udE5hbWUiOiJDYWxpYnJpIiwiSXNCb2xkIjpmYWxzZSwiSXNJdGFsaWMiOmZhbHNlLCJJc1VuZGVybGluZWQiOmZhbHNlLCJQYXJlbnRTdHlsZSI6bnVsbH0sIkF1dG9TaXplIjowLCJGb3JlZ3JvdW5kIjp7IiRpZCI6IjQ0NTIiLCJDb2xvciI6eyIkaWQiOiI0NDUz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NDQ1NCIsIlRvcCI6MC4wLCJMZWZ0IjowLjAsIlJpZ2h0IjowLjAsIkJvdHRvbSI6MC4wfSwiUGFkZGluZyI6eyIkaWQiOiI0NDU1IiwiVG9wIjowLjAsIkxlZnQiOjAuMCwiUmlnaHQiOjAuMCwiQm90dG9tIjowLjB9LCJCYWNrZ3JvdW5kIjp7IiRpZCI6IjQ0NTYiLCJDb2xvciI6eyIkaWQiOiI0NDU3IiwiQSI6ODksIlIiOjAsIkciOjAsIkIiOjB9fSwiSXNWaXNpYmxlIjp0cnVlLCJXaWR0aCI6MC4wLCJIZWlnaHQiOjAuMCwiQm9yZGVyU3R5bGUiOm51bGwsIlBhcmVudFN0eWxlIjpudWxsfSwiRHVyYXRpb25TdHlsZSI6eyIkaWQiOiI0NDU4IiwiRm9udFNldHRpbmdzIjp7IiRpZCI6IjQ0NTkiLCJGb250U2l6ZSI6MTAsIkZvbnROYW1lIjoiQ2FsaWJyaSIsIklzQm9sZCI6ZmFsc2UsIklzSXRhbGljIjpmYWxzZSwiSXNVbmRlcmxpbmVkIjpmYWxzZSwiUGFyZW50U3R5bGUiOm51bGx9LCJBdXRvU2l6ZSI6MCwiRm9yZWdyb3VuZCI6eyIkaWQiOiI0NDYwIiwiQ29sb3IiOnsiJGlkIjoiNDQ2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Q0NjIiLCJUb3AiOjAuMCwiTGVmdCI6MC4wLCJSaWdodCI6MC4wLCJCb3R0b20iOjAuMH0sIlBhZGRpbmciOnsiJGlkIjoiNDQ2MyIsIlRvcCI6MC4wLCJMZWZ0IjowLjAsIlJpZ2h0IjowLjAsIkJvdHRvbSI6MC4wfSwiQmFja2dyb3VuZCI6eyIkaWQiOiI0NDY0IiwiQ29sb3IiOnsiJGlkIjoiNDQ2NSIsIkEiOjAsIlIiOjAsIkciOjAsIkIiOjB9fSwiSXNWaXNpYmxlIjp0cnVlLCJXaWR0aCI6MC4wLCJIZWlnaHQiOjAuMCwiQm9yZGVyU3R5bGUiOm51bGwsIlBhcmVudFN0eWxlIjpudWxsfSwiSG9yaXpvbnRhbENvbm5lY3RvclN0eWxlIjp7IiRpZCI6IjQ0NjYiLCJMaW5lQ29sb3IiOnsiJGlkIjoiNDQ2NyIsIiR0eXBlIjoiTkxSRS5Db21tb24uRG9tLlNvbGlkQ29sb3JCcnVzaCwgTkxSRS5Db21tb24iLCJDb2xvciI6eyIkaWQiOiI0NDY4IiwiQSI6MjU1LCJSIjoyMDQsIkciOjIwNCwiQiI6MjA0fX0sIkxpbmVXZWlnaHQiOjEuMCwiTGluZVR5cGUiOjAsIlBhcmVudFN0eWxlIjpudWxsfSwiVmVydGljYWxDb25uZWN0b3JTdHlsZSI6eyIkaWQiOiI0NDY5IiwiTGluZUNvbG9yIjp7IiRpZCI6IjQ0NzAiLCIkdHlwZSI6Ik5MUkUuQ29tbW9uLkRvbS5Tb2xpZENvbG9yQnJ1c2gsIE5MUkUuQ29tbW9uIiwiQ29sb3IiOnsiJGlkIjoiNDQ3MSIsIkEiOjI1NSwiUiI6MjA0LCJHIjoyMDQsIkIiOjIwNH19LCJMaW5lV2VpZ2h0IjowLjAsIkxpbmVUeXBlIjowLCJQYXJlbnRTdHlsZSI6bnVsbH0sIk1hcmdpbiI6bnVsbCwiU3RhcnREYXRlUG9zaXRpb24iOjYsIkVuZERhdGVQb3NpdGlvbiI6NiwiRGF0ZUlzVmlzaWJsZSI6ZmFsc2UsIlRpdGxlUG9zaXRpb24iOjQsIkR1cmF0aW9uUG9zaXRpb24iOjYsIlBlcmNlbnRhZ2VDb21wbGV0ZWRQb3NpdGlvbiI6MiwiVmFyaWFuY2VQb3NpdGlvbiI6NiwiU3BhY2luZyI6MywiSXNCZWxvd1RpbWViYW5kIjp0cnVlLCJQZXJjZW50YWdlQ29tcGxldGVTaGFwZU9wYWNpdHkiOjM1LCJCYXNlbGluZVN0eWxlIjp7IiRpZCI6IjQ0NzIiLCJTaGFwZVN0eWxlIjp7IiRpZCI6IjQ0NzMiLCJNYXJnaW4iOnsiJGlkIjoiNDQ3NCIsIlRvcCI6MC4wLCJMZWZ0IjowLjAsIlJpZ2h0IjowLjAsIkJvdHRvbSI6MC4wfSwiUGFkZGluZyI6eyIkaWQiOiI0NDc1IiwiVG9wIjowLjAsIkxlZnQiOjAuMCwiUmlnaHQiOjAuMCwiQm90dG9tIjowLjB9LCJCYWNrZ3JvdW5kIjp7IiRpZCI6IjQ0NzYiLCJDb2xvciI6eyIkaWQiOiI0NDc3IiwiQSI6MTUzLCJSIjowLCJHIjowLCJCIjowfX0sIklzVmlzaWJsZSI6dHJ1ZSwiV2lkdGgiOjAuMCwiSGVpZ2h0IjowLjAsIkJvcmRlclN0eWxlIjp7IiRpZCI6IjQ0NzgiLCJMaW5lQ29sb3IiOm51bGwsIkxpbmVXZWlnaHQiOjAuMCwiTGluZVR5cGUiOjAsIlBhcmVudFN0eWxlIjpudWxsfSwiUGFyZW50U3R5bGUiOm51bGx9LCJNYXJnaW4iOnsiJGlkIjoiNDQ3OSIsIlRvcCI6MC4wLCJMZWZ0IjowLjAsIlJpZ2h0IjowLjAsIkJvdHRvbSI6MC4wfSwiUGFkZGluZyI6eyIkaWQiOiI0NDgwIiwiVG9wIjowLjAsIkxlZnQiOjAuMCwiUmlnaHQiOjAuMCwiQm90dG9tIjowLjB9LCJCYWNrZ3JvdW5kIjpudWxsLCJJc1Zpc2libGUiOnRydWUsIldpZHRoIjowLjAsIkhlaWdodCI6MC4wLCJCb3JkZXJTdHlsZSI6bnVsbCwiUGFyZW50U3R5bGUiOm51bGx9LCJTaGFwZVN0eWxlIjp7IiRpZCI6IjQ0ODEiLCJNYXJnaW4iOnsiJGlkIjoiNDQ4MiIsIlRvcCI6MC4wLCJMZWZ0Ijo0LjAsIlJpZ2h0Ijo0LjAsIkJvdHRvbSI6MC4wfSwiUGFkZGluZyI6eyIkaWQiOiI0NDgzIiwiVG9wIjowLjAsIkxlZnQiOjAuMCwiUmlnaHQiOjAuMCwiQm90dG9tIjowLjB9LCJCYWNrZ3JvdW5kIjp7IiRpZCI6IjQ0ODQiLCJDb2xvciI6eyIkaWQiOiI0NDg1IiwiQSI6MjU1LCJSIjoyNiwiRyI6MTcwLCJCIjo2Nn19LCJJc1Zpc2libGUiOnRydWUsIldpZHRoIjoyNTYuMCwiSGVpZ2h0IjoxMC4wLCJCb3JkZXJTdHlsZSI6eyIkaWQiOiI0NDg2IiwiTGluZUNvbG9yIjp7IiRpZCI6IjQ0ODciLCIkdHlwZSI6Ik5MUkUuQ29tbW9uLkRvbS5Tb2xpZENvbG9yQnJ1c2gsIE5MUkUuQ29tbW9uIiwiQ29sb3IiOnsiJGlkIjoiNDQ4OCIsIkEiOjI1NSwiUiI6MjM0LCJHIjoyMiwiQiI6MzB9fSwiTGluZVdlaWdodCI6MC4wLCJMaW5lVHlwZSI6MCwiUGFyZW50U3R5bGUiOm51bGx9LCJQYXJlbnRTdHlsZSI6bnVsbH0sIlRpdGxlU3R5bGUiOnsiJGlkIjoiNDQ4OSIsIkZvbnRTZXR0aW5ncyI6eyIkaWQiOiI0NDkwIiwiRm9udFNpemUiOjExLCJGb250TmFtZSI6IkNhbGlicmkiLCJJc0JvbGQiOnRydWUsIklzSXRhbGljIjpmYWxzZSwiSXNVbmRlcmxpbmVkIjpmYWxzZSwiUGFyZW50U3R5bGUiOm51bGx9LCJBdXRvU2l6ZSI6MCwiRm9yZWdyb3VuZCI6eyIkaWQiOiI0NDkxIiwiQ29sb3IiOnsiJGlkIjoiNDQ5M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NDkzIiwiVG9wIjowLjAsIkxlZnQiOjAuMCwiUmlnaHQiOjAuMCwiQm90dG9tIjowLjB9LCJQYWRkaW5nIjp7IiRpZCI6IjQ0OTQiLCJUb3AiOjAuMCwiTGVmdCI6MC4wLCJSaWdodCI6MC4wLCJCb3R0b20iOjAuMH0sIkJhY2tncm91bmQiOnsiJGlkIjoiNDQ5NSIsIkNvbG9yIjp7IiRpZCI6IjQ0OTYiLCJBIjowLCJSIjoyNTUsIkciOjI1NSwiQiI6MjU1fX0sIklzVmlzaWJsZSI6dHJ1ZSwiV2lkdGgiOjAuMCwiSGVpZ2h0IjowLjAsIkJvcmRlclN0eWxlIjpudWxsLCJQYXJlbnRTdHlsZSI6bnVsbH0sIkRhdGVTdHlsZSI6eyIkaWQiOiI0NDk3IiwiRm9udFNldHRpbmdzIjp7IiRpZCI6IjQ0OTgiLCJGb250U2l6ZSI6MTAsIkZvbnROYW1lIjoiQ2FsaWJyaSIsIklzQm9sZCI6ZmFsc2UsIklzSXRhbGljIjpmYWxzZSwiSXNVbmRlcmxpbmVkIjpmYWxzZSwiUGFyZW50U3R5bGUiOm51bGx9LCJBdXRvU2l6ZSI6MCwiRm9yZWdyb3VuZCI6eyIkaWQiOiI0NDk5IiwiQ29sb3IiOnsiJGlkIjoiNDUw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UwMSIsIlRvcCI6MC4wLCJMZWZ0IjowLjAsIlJpZ2h0IjowLjAsIkJvdHRvbSI6MC4wfSwiUGFkZGluZyI6eyIkaWQiOiI0NTAyIiwiVG9wIjowLjAsIkxlZnQiOjAuMCwiUmlnaHQiOjAuMCwiQm90dG9tIjowLjB9LCJCYWNrZ3JvdW5kIjp7IiRpZCI6IjQ1MDMiLCJDb2xvciI6eyIkaWQiOiI0NTA0IiwiQSI6MCwiUiI6MCwiRyI6MCwiQiI6MH19LCJJc1Zpc2libGUiOnRydWUsIldpZHRoIjowLjAsIkhlaWdodCI6MC4wLCJCb3JkZXJTdHlsZSI6bnVsbCwiUGFyZW50U3R5bGUiOm51bGx9LCJEYXRlRm9ybWF0Ijp7IiRpZCI6IjQ1M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wNiIsIkZvcm1hdCI6MCwiSXNWaXNpYmxlIjpmYWxzZSwiTGFzdEtub3duVmlzaWJpbGl0eVN0YXRlIjpmYWxzZX0sIklzVmlzaWJsZSI6dHJ1ZSwiVmFyaWFuY2VTdHlsZSI6eyIkaWQiOiI0NTA3IiwiVGV4dFN0eWxlIjp7IiRpZCI6IjQ1MDgiLCJGb250U2V0dGluZ3MiOnsiJGlkIjoiNDUwOSIsIkZvbnRTaXplIjoxMSwiRm9udE5hbWUiOiJDYWxpYnJpIiwiSXNCb2xkIjpmYWxzZSwiSXNJdGFsaWMiOmZhbHNlLCJJc1VuZGVybGluZWQiOmZhbHNlLCJQYXJlbnRTdHlsZSI6bnVsbH0sIkF1dG9TaXplIjowLCJGb3JlZ3JvdW5kIjp7IiRpZCI6IjQ1MTAiLCJDb2xvciI6eyIkaWQiOiI0NTE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1MTIiLCJUb3AiOjAuMCwiTGVmdCI6MC4wLCJSaWdodCI6MC4wLCJCb3R0b20iOjAuMH0sIlBhZGRpbmciOnsiJGlkIjoiNDUxMyIsIlRvcCI6MC4wLCJMZWZ0IjowLjAsIlJpZ2h0IjowLjAsIkJvdHRvbSI6MC4wfSwiQmFja2dyb3VuZCI6eyIkaWQiOiI0NTE0IiwiQ29sb3IiOnsiJGlkIjoiNDUxNSIsIkEiOjAsIlIiOjAsIkciOjAsIkIiOjB9fSwiSXNWaXNpYmxlIjp0cnVlLCJXaWR0aCI6MC4wLCJIZWlnaHQiOjAuMCwiQm9yZGVyU3R5bGUiOnsiJGlkIjoiNDUxNiIsIkxpbmVDb2xvciI6bnVsbCwiTGluZVdlaWdodCI6MC4wLCJMaW5lVHlwZSI6MCwiUGFyZW50U3R5bGUiOm51bGx9LCJQYXJlbnRTdHlsZSI6bnVsbH0sIlBhcmVudFN0eWxlIjpudWxsfSwiUGFyZW50U3R5bGUiOm51bGwsIl9leHBsaWNpdGx5U2V0Ijp7IiRpZCI6IjQ1MTc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0NTE4IiwiU2hhcGUiOjIsIkNvbm5lY3Rvck1hcmdpbiI6eyIkaWQiOiI0NTE5IiwiVG9wIjowLjAsIkxlZnQiOjIuMCwiUmlnaHQiOjIuMCwiQm90dG9tIjowLjB9LCJDb25uZWN0b3JTdHlsZSI6eyIkaWQiOiI0NTIwIiwiTGluZUNvbG9yIjp7IiRpZCI6IjQ1MjEiLCIkdHlwZSI6Ik5MUkUuQ29tbW9uLkRvbS5Tb2xpZENvbG9yQnJ1c2gsIE5MUkUuQ29tbW9uIiwiQ29sb3IiOnsiJGlkIjoiNDUyMiIsIkEiOjEyNywiUiI6NzksIkciOjEyOSwiQiI6MTg5fX0sIkxpbmVXZWlnaHQiOjEuMCwiTGluZVR5cGUiOjAsIlBhcmVudFN0eWxlIjpudWxsfSwiSXNCZWxvd1RpbWViYW5kIjpmYWxzZSwiUG9zaXRpb25PblRhc2siOjEsIkhpZGVEYXRlIjpmYWxzZSwiU2hhcGVTaXplIjoxLCJTcGFjaW5nIjowLjAsIlBhZGRpbmciOnsiJGlkIjoiNDUyMyIsIlRvcCI6NS4wLCJMZWZ0IjozLjAsIlJpZ2h0IjowLjAsIkJvdHRvbSI6Mi4wfSwiU2hhcGVTdHlsZSI6eyIkaWQiOiI0NTI0IiwiTWFyZ2luIjp7IiRpZCI6IjQ1MjUiLCJUb3AiOjAuMCwiTGVmdCI6MC4wLCJSaWdodCI6MC4wLCJCb3R0b20iOjAuMH0sIlBhZGRpbmciOnsiJGlkIjoiNDUyNiIsIlRvcCI6MC4wLCJMZWZ0IjowLjAsIlJpZ2h0IjowLjAsIkJvdHRvbSI6MC4wfSwiQmFja2dyb3VuZCI6eyIkaWQiOiI0NTI3IiwiQ29sb3IiOnsiJGlkIjoiNDUyOCIsIkEiOjI1NSwiUiI6MCwiRyI6MTMzLCJCIjoxNDB9fSwiSXNWaXNpYmxlIjp0cnVlLCJXaWR0aCI6MTMuMCwiSGVpZ2h0IjoxMy4wLCJCb3JkZXJTdHlsZSI6eyIkaWQiOiI0NTI5IiwiTGluZUNvbG9yIjp7IiRpZCI6IjQ1MzAiLCIkdHlwZSI6Ik5MUkUuQ29tbW9uLkRvbS5Tb2xpZENvbG9yQnJ1c2gsIE5MUkUuQ29tbW9uIiwiQ29sb3IiOnsiJGlkIjoiNDUzMSIsIkEiOjI1NSwiUiI6MjM0LCJHIjoyMiwiQiI6MzB9fSwiTGluZVdlaWdodCI6MC4wLCJMaW5lVHlwZSI6MCwiUGFyZW50U3R5bGUiOm51bGx9LCJQYXJlbnRTdHlsZSI6bnVsbH0sIlRpdGxlU3R5bGUiOnsiJGlkIjoiNDUzMiIsIkZvbnRTZXR0aW5ncyI6eyIkaWQiOiI0NTMzIiwiRm9udFNpemUiOjExLCJGb250TmFtZSI6IkNhbGlicmkiLCJJc0JvbGQiOnRydWUsIklzSXRhbGljIjpmYWxzZSwiSXNVbmRlcmxpbmVkIjpmYWxzZSwiUGFyZW50U3R5bGUiOm51bGx9LCJBdXRvU2l6ZSI6MCwiRm9yZWdyb3VuZCI6eyIkaWQiOiI0NTM0IiwiQ29sb3IiOnsiJGlkIjoiNDUzN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NTM2IiwiVG9wIjowLjAsIkxlZnQiOjAuMCwiUmlnaHQiOjAuMCwiQm90dG9tIjowLjB9LCJQYWRkaW5nIjp7IiRpZCI6IjQ1MzciLCJUb3AiOjAuMCwiTGVmdCI6MC4wLCJSaWdodCI6MC4wLCJCb3R0b20iOjAuMH0sIkJhY2tncm91bmQiOnsiJGlkIjoiNDUzOCIsIkNvbG9yIjp7IiRpZCI6IjQ1MzkiLCJBIjowLCJSIjowLCJHIjowLCJCIjowfX0sIklzVmlzaWJsZSI6dHJ1ZSwiV2lkdGgiOjAuMCwiSGVpZ2h0IjowLjAsIkJvcmRlclN0eWxlIjpudWxsLCJQYXJlbnRTdHlsZSI6bnVsbH0sIkRhdGVTdHlsZSI6eyIkaWQiOiI0NTQwIiwiRm9udFNldHRpbmdzIjp7IiRpZCI6IjQ1NDEiLCJGb250U2l6ZSI6MTAsIkZvbnROYW1lIjoiQ2FsaWJyaSIsIklzQm9sZCI6ZmFsc2UsIklzSXRhbGljIjpmYWxzZSwiSXNVbmRlcmxpbmVkIjpmYWxzZSwiUGFyZW50U3R5bGUiOm51bGx9LCJBdXRvU2l6ZSI6MCwiRm9yZWdyb3VuZCI6eyIkaWQiOiI0NTQyIiwiQ29sb3IiOnsiJGlkIjoiNDU0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U0NCIsIlRvcCI6MC4wLCJMZWZ0IjowLjAsIlJpZ2h0IjowLjAsIkJvdHRvbSI6MC4wfSwiUGFkZGluZyI6eyIkaWQiOiI0NTQ1IiwiVG9wIjowLjAsIkxlZnQiOjAuMCwiUmlnaHQiOjAuMCwiQm90dG9tIjowLjB9LCJCYWNrZ3JvdW5kIjp7IiRpZCI6IjQ1NDYiLCJDb2xvciI6eyIkaWQiOiI0NTQ3IiwiQSI6MCwiUiI6MCwiRyI6MCwiQiI6MH19LCJJc1Zpc2libGUiOnRydWUsIldpZHRoIjowLjAsIkhlaWdodCI6MC4wLCJCb3JkZXJTdHlsZSI6bnVsbCwiUGFyZW50U3R5bGUiOm51bGx9LCJEYXRlRm9ybWF0Ijp7IiRpZCI6IjQ1N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U0OSIsIkZvcm1hdCI6MCwiSXNWaXNpYmxlIjpmYWxzZSwiTGFzdEtub3duVmlzaWJpbGl0eVN0YXRlIjpmYWxzZX0sIklzVmlzaWJsZSI6dHJ1ZSwiVmFyaWFuY2VTdHlsZSI6eyIkaWQiOiI0NTUwIiwiVGV4dFN0eWxlIjp7IiRpZCI6IjQ1NTEiLCJGb250U2V0dGluZ3MiOnsiJGlkIjoiNDU1MiIsIkZvbnRTaXplIjoxMSwiRm9udE5hbWUiOiJDYWxpYnJpIiwiSXNCb2xkIjpmYWxzZSwiSXNJdGFsaWMiOmZhbHNlLCJJc1VuZGVybGluZWQiOmZhbHNlLCJQYXJlbnRTdHlsZSI6bnVsbH0sIkF1dG9TaXplIjowLCJGb3JlZ3JvdW5kIjp7IiRpZCI6IjQ1NTMiLCJDb2xvciI6eyIkaWQiOiI0NTU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1NTUiLCJUb3AiOjAuMCwiTGVmdCI6MC4wLCJSaWdodCI6MC4wLCJCb3R0b20iOjAuMH0sIlBhZGRpbmciOnsiJGlkIjoiNDU1NiIsIlRvcCI6MC4wLCJMZWZ0IjowLjAsIlJpZ2h0IjowLjAsIkJvdHRvbSI6MC4wfSwiQmFja2dyb3VuZCI6eyIkaWQiOiI0NTU3IiwiQ29sb3IiOnsiJGlkIjoiNDU1OCIsIkEiOjAsIlIiOjAsIkciOjAsIkIiOjB9fSwiSXNWaXNpYmxlIjpmYWxzZSwiV2lkdGgiOjAuMCwiSGVpZ2h0IjowLjAsIkJvcmRlclN0eWxlIjp7IiRpZCI6IjQ1NTkiLCJMaW5lQ29sb3IiOm51bGwsIkxpbmVXZWlnaHQiOjAuMCwiTGluZVR5cGUiOjAsIlBhcmVudFN0eWxlIjpudWxsfSwiUGFyZW50U3R5bGUiOm51bGx9LCJQYXJlbnRTdHlsZSI6bnVsbH0sIlBhcmVudFN0eWxlIjpudWxsfSwiRGVmYXVsdFN3aW1sYW5lTWlsZXN0b25lU3R5bGUiOnsiJGlkIjoiNDU2MCIsIlRpdGxlUG9zaXRpb24iOiJSaWdodCIsIkRhdGVQb3NpdGlvbiI6IkxlZnQiLCJWYXJpYW5jZVBvc2l0aW9uIjoiTGVmdCIsIlNoYXBlVHlwZSI6MiwiU2hhcGVTaXplIjoxLCJTcGFjaW5nIjo1LCJTaGFwZVN0eWxlIjp7IiRpZCI6IjQ1NjEiLCJNYXJnaW4iOnsiJGlkIjoiNDU2MiIsIlRvcCI6MC4wLCJMZWZ0IjowLjAsIlJpZ2h0IjowLjAsIkJvdHRvbSI6MC4wfSwiUGFkZGluZyI6eyIkaWQiOiI0NTYzIiwiVG9wIjowLjAsIkxlZnQiOjAuMCwiUmlnaHQiOjAuMCwiQm90dG9tIjowLjB9LCJCYWNrZ3JvdW5kIjp7IiRpZCI6IjQ1NjQiLCJDb2xvciI6eyIkaWQiOiI0NTY1IiwiQSI6MjU1LCJSIjoyNiwiRyI6MTcwLCJCIjo2Nn19LCJJc1Zpc2libGUiOnRydWUsIldpZHRoIjoxMy4wLCJIZWlnaHQiOjEzLjAsIkJvcmRlclN0eWxlIjp7IiRpZCI6IjQ1NjYiLCJMaW5lQ29sb3IiOnsiJGlkIjoiNDU2NyIsIiR0eXBlIjoiTkxSRS5Db21tb24uRG9tLlNvbGlkQ29sb3JCcnVzaCwgTkxSRS5Db21tb24iLCJDb2xvciI6eyIkaWQiOiI0NTY4IiwiQSI6MjU1LCJSIjoyMzQsIkciOjIyLCJCIjozMH19LCJMaW5lV2VpZ2h0IjowLjAsIkxpbmVUeXBlIjowLCJQYXJlbnRTdHlsZSI6bnVsbH0sIlBhcmVudFN0eWxlIjpudWxsfSwiVGl0bGVTdHlsZSI6eyIkaWQiOiI0NTY5IiwiRm9udFNldHRpbmdzIjp7IiRpZCI6IjQ1NzAiLCJGb250U2l6ZSI6MTEsIkZvbnROYW1lIjoiQ2FsaWJyaSIsIklzQm9sZCI6dHJ1ZSwiSXNJdGFsaWMiOmZhbHNlLCJJc1VuZGVybGluZWQiOmZhbHNlLCJQYXJlbnRTdHlsZSI6bnVsbH0sIkF1dG9TaXplIjowLCJGb3JlZ3JvdW5kIjp7IiRpZCI6IjQ1NzEiLCJDb2xvciI6eyIkaWQiOiI0NTcy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1NzMiLCJUb3AiOjAuMCwiTGVmdCI6MC4wLCJSaWdodCI6MC4wLCJCb3R0b20iOjAuMH0sIlBhZGRpbmciOnsiJGlkIjoiNDU3NCIsIlRvcCI6MC4wLCJMZWZ0IjowLjAsIlJpZ2h0IjowLjAsIkJvdHRvbSI6MC4wfSwiQmFja2dyb3VuZCI6eyIkaWQiOiI0NTc1IiwiQ29sb3IiOnsiJGlkIjoiNDU3NiIsIkEiOjAsIlIiOjI1NSwiRyI6MjU1LCJCIjoyNTV9fSwiSXNWaXNpYmxlIjp0cnVlLCJXaWR0aCI6MC4wLCJIZWlnaHQiOjAuMCwiQm9yZGVyU3R5bGUiOm51bGwsIlBhcmVudFN0eWxlIjpudWxsfSwiRGF0ZVN0eWxlIjp7IiRpZCI6IjQ1NzciLCJGb250U2V0dGluZ3MiOnsiJGlkIjoiNDU3OCIsIkZvbnRTaXplIjoxMCwiRm9udE5hbWUiOiJDYWxpYnJpIiwiSXNCb2xkIjpmYWxzZSwiSXNJdGFsaWMiOmZhbHNlLCJJc1VuZGVybGluZWQiOmZhbHNlLCJQYXJlbnRTdHlsZSI6bnVsbH0sIkF1dG9TaXplIjowLCJGb3JlZ3JvdW5kIjp7IiRpZCI6IjQ1NzkiLCJDb2xvciI6eyIkaWQiOiI0NTg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TgxIiwiVG9wIjowLjAsIkxlZnQiOjAuMCwiUmlnaHQiOjAuMCwiQm90dG9tIjowLjB9LCJQYWRkaW5nIjp7IiRpZCI6IjQ1ODIiLCJUb3AiOjAuMCwiTGVmdCI6MC4wLCJSaWdodCI6MC4wLCJCb3R0b20iOjAuMH0sIkJhY2tncm91bmQiOnsiJGlkIjoiNDU4MyIsIkNvbG9yIjp7IiRpZCI6IjQ1ODQiLCJBIjowLCJSIjoyNTUsIkciOjI1NSwiQiI6MjU1fX0sIklzVmlzaWJsZSI6dHJ1ZSwiV2lkdGgiOjAuMCwiSGVpZ2h0IjowLjAsIkJvcmRlclN0eWxlIjpudWxsLCJQYXJlbnRTdHlsZSI6bnVsbH0sIkRhdGVGb3JtYXQiOnsiJGlkIjoiNDU4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Tg2IiwiRm9ybWF0IjowLCJJc1Zpc2libGUiOmZhbHNlLCJMYXN0S25vd25WaXNpYmlsaXR5U3RhdGUiOmZhbHNlfSwiSXNWaXNpYmxlIjp0cnVlLCJWYXJpYW5jZVN0eWxlIjp7IiRpZCI6IjQ1ODciLCJUZXh0U3R5bGUiOnsiJGlkIjoiNDU4OCIsIkZvbnRTZXR0aW5ncyI6eyIkaWQiOiI0NTg5IiwiRm9udFNpemUiOjExLCJGb250TmFtZSI6IkNhbGlicmkiLCJJc0JvbGQiOmZhbHNlLCJJc0l0YWxpYyI6ZmFsc2UsIklzVW5kZXJsaW5lZCI6ZmFsc2UsIlBhcmVudFN0eWxlIjpudWxsfSwiQXV0b1NpemUiOjAsIkZvcmVncm91bmQiOnsiJGlkIjoiNDU5MCIsIkNvbG9yIjp7IiRpZCI6IjQ1O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U5MiIsIlRvcCI6MC4wLCJMZWZ0IjowLjAsIlJpZ2h0IjowLjAsIkJvdHRvbSI6MC4wfSwiUGFkZGluZyI6eyIkaWQiOiI0NTkzIiwiVG9wIjowLjAsIkxlZnQiOjAuMCwiUmlnaHQiOjAuMCwiQm90dG9tIjowLjB9LCJCYWNrZ3JvdW5kIjp7IiRpZCI6IjQ1OTQiLCJDb2xvciI6eyIkaWQiOiI0NTk1IiwiQSI6MCwiUiI6MCwiRyI6MCwiQiI6MH19LCJJc1Zpc2libGUiOnRydWUsIldpZHRoIjowLjAsIkhlaWdodCI6MC4wLCJCb3JkZXJTdHlsZSI6eyIkaWQiOiI0NTk2IiwiTGluZUNvbG9yIjpudWxsLCJMaW5lV2VpZ2h0IjowLjAsIkxpbmVUeXBlIjowLCJQYXJlbnRTdHlsZSI6bnVsbH0sIlBhcmVudFN0eWxlIjpudWxsfSwiUGFyZW50U3R5bGUiOm51bGx9LCJQYXJlbnRTdHlsZSI6bnVsbH0sIkRlZmF1bHRTd2ltbGFuZUFjdGl2aXR5U3R5bGUiOnsiJGlkIjoiNDU5NyIsIkhlYWRlclN0eWxlIjp7IiRpZCI6IjQ1OTgiLCJUZXh0U3R5bGUiOnsiJGlkIjoiNDU5OSIsIkZvbnRTZXR0aW5ncyI6eyIkaWQiOiI0NjAwIiwiRm9udFNpemUiOjExLCJGb250TmFtZSI6IkNhbGlicmkiLCJJc0JvbGQiOmZhbHNlLCJJc0l0YWxpYyI6ZmFsc2UsIklzVW5kZXJsaW5lZCI6ZmFsc2UsIlBhcmVudFN0eWxlIjpudWxsfSwiQXV0b1NpemUiOjIsIkZvcmVncm91bmQiOnsiJGlkIjoiNDYwMSIsIkNvbG9yIjp7IiRpZCI6IjQ2MDIiLCJBIjoyNTUsIlIiOjAsIkciOjAsIkIiOjB9fSwiTWF4V2lkdGgiOjAuMCwiTWF4SGVpZ2h0IjoiSW5maW5pdHkiLCJTbWFydEZvcmVncm91bmRJc0FjdGl2ZSI6ZmFsc2UsIkhvcml6b250YWxBbGlnbm1lbnQiOjAsIlZlcnRpY2FsQWxpZ25tZW50IjowLCJTbWFydEZvcmVncm91bmQiOm51bGwsIkJhY2tncm91bmRGaWxsVHlwZSI6MCwiTWFyZ2luIjp7IiRpZCI6IjQ2MDMiLCJUb3AiOjAuMCwiTGVmdCI6MC4wLCJSaWdodCI6MC4wLCJCb3R0b20iOjAuMH0sIlBhZGRpbmciOnsiJGlkIjoiNDYwNCIsIlRvcCI6MC4wLCJMZWZ0IjowLjAsIlJpZ2h0IjowLjAsIkJvdHRvbSI6MC4wfSwiQmFja2dyb3VuZCI6bnVsbCwiSXNWaXNpYmxlIjp0cnVlLCJXaWR0aCI6MC4wLCJIZWlnaHQiOjAuMCwiQm9yZGVyU3R5bGUiOm51bGwsIlBhcmVudFN0eWxlIjpudWxsfSwiUmVjdGFuZ2xlU3R5bGUiOnsiJGlkIjoiNDYwNSIsIk1hcmdpbiI6eyIkaWQiOiI0NjA2IiwiVG9wIjowLjAsIkxlZnQiOjAuMCwiUmlnaHQiOjAuMCwiQm90dG9tIjowLjB9LCJQYWRkaW5nIjp7IiRpZCI6IjQ2MDciLCJUb3AiOjAuMCwiTGVmdCI6MC4wLCJSaWdodCI6MC4wLCJCb3R0b20iOjAuMH0sIkJhY2tncm91bmQiOnsiJGlkIjoiNDYwOCIsIkNvbG9yIjp7IiRpZCI6IjQ2MDkiLCJBIjo2MywiUiI6MCwiRyI6MTMzLCJCIjoxNDB9fSwiSXNWaXNpYmxlIjp0cnVlLCJXaWR0aCI6MC4wLCJIZWlnaHQiOjAuMCwiQm9yZGVyU3R5bGUiOnsiJGlkIjoiNDYxMCIsIkxpbmVDb2xvciI6eyIkaWQiOiI0NjExIiwiJHR5cGUiOiJOTFJFLkNvbW1vbi5Eb20uU29saWRDb2xvckJydXNoLCBOTFJFLkNvbW1vbiIsIkNvbG9yIjp7IiRpZCI6IjQ2MTIiLCJBIjoyNTUsIlIiOjI1NSwiRyI6MCwiQiI6MH19LCJMaW5lV2VpZ2h0IjowLjAsIkxpbmVUeXBlIjowLCJQYXJlbnRTdHlsZSI6bnVsbH0sIlBhcmVudFN0eWxlIjpudWxsfSwiTWFyZ2luIjp7IiRpZCI6IjQ2MTMiLCJUb3AiOjAuMCwiTGVmdCI6MC4wLCJSaWdodCI6MC4wLCJCb3R0b20iOjAuMH0sIlBhZGRpbmciOnsiJGlkIjoiNDYxNCIsIlRvcCI6MC4wLCJMZWZ0IjowLjAsIlJpZ2h0IjowLjAsIkJvdHRvbSI6MC4wfSwiQmFja2dyb3VuZCI6bnVsbCwiSXNWaXNpYmxlIjp0cnVlLCJXaWR0aCI6MC4wLCJIZWlnaHQiOjAuMCwiQm9yZGVyU3R5bGUiOm51bGwsIlBhcmVudFN0eWxlIjpudWxsfSwiQmFja2dyb3VuZFN0eWxlIjp7IiRpZCI6IjQ2MTUiLCJNYXJnaW4iOnsiJGlkIjoiNDYxNiIsIlRvcCI6MC4wLCJMZWZ0IjowLjAsIlJpZ2h0IjowLjAsIkJvdHRvbSI6MC4wfSwiUGFkZGluZyI6eyIkaWQiOiI0NjE3IiwiVG9wIjowLjAsIkxlZnQiOjAuMCwiUmlnaHQiOjAuMCwiQm90dG9tIjowLjB9LCJCYWNrZ3JvdW5kIjp7IiRpZCI6IjQ2MTgiLCJDb2xvciI6eyIkaWQiOiI0NjE5IiwiQSI6NTEsIlIiOjExNSwiRyI6MTE1LCJCIjoxMTV9fSwiSXNWaXNpYmxlIjp0cnVlLCJXaWR0aCI6MC4wLCJIZWlnaHQiOjAuMCwiQm9yZGVyU3R5bGUiOnsiJGlkIjoiNDYyMCIsIkxpbmVDb2xvciI6eyIkaWQiOiI0NjIxIiwiJHR5cGUiOiJOTFJFLkNvbW1vbi5Eb20uU29saWRDb2xvckJydXNoLCBOTFJFLkNvbW1vbiIsIkNvbG9yIjp7IiRpZCI6IjQ2MjIiLCJBIjoyNTUsIlIiOjIzNCwiRyI6MjIsIkIiOjMwfX0sIkxpbmVXZWlnaHQiOjAuMCwiTGluZVR5cGUiOjAsIlBhcmVudFN0eWxlIjpudWxsfSwiUGFyZW50U3R5bGUiOm51bGx9LCJNYXJnaW4iOnsiJGlkIjoiNDYyMyIsIlRvcCI6MC4wLCJMZWZ0IjowLjAsIlJpZ2h0IjowLjAsIkJvdHRvbSI6MC4wfSwiUGFkZGluZyI6eyIkaWQiOiI0NjI0IiwiVG9wIjowLjAsIkxlZnQiOjAuMCwiUmlnaHQiOjAuMCwiQm90dG9tIjowLjB9LCJJc1Zpc2libGUiOnRydWUsIldpZHRoIjowLjAsIkhlaWdodCI6MC4wLCJCb3JkZXJTdHlsZSI6bnVsbCwiUGFyZW50U3R5bGUiOm51bGx9LCJNYXJnaW4iOnsiJGlkIjoiNDYyNSIsIlRvcCI6MC4wLCJMZWZ0IjowLjAsIlJpZ2h0IjowLjAsIkJvdHRvbSI6MC4wfSwiUGFkZGluZyI6eyIkaWQiOiI0NjI2IiwiVG9wIjowLjAsIkxlZnQiOjAuMCwiUmlnaHQiOjAuMCwiQm90dG9tIjowLjB9LCJJc1Zpc2libGUiOmZhbHNlLCJXaWR0aCI6MC4wLCJIZWlnaHQiOjAuMCwiQm9yZGVyU3R5bGUiOnsiJGlkIjoiNDYyNyIsIkxpbmVDb2xvciI6bnVsbCwiTGluZVdlaWdodCI6MC4wLCJMaW5lVHlwZSI6MCwiUGFyZW50U3R5bGUiOm51bGx9LCJQYXJlbnRTdHlsZSI6bnVsbH0seyIkaWQiOiI0NjI4IiwiU3R5bGVJZCI6IjAwMDAwMDAwLTAwMDAtMDAwMC0wMDAwLTAwMDAwMDAwMDAwMCIsIkhlYWRlclN0eWxlIjp7IiRpZCI6IjQ2MjkiLCJUZXh0SXNWZXJ0aWNhbCI6ZmFsc2UsIlRleHRTdHlsZSI6eyIkaWQiOiI0NjMwIiwiRm9udFNldHRpbmdzIjp7IiRpZCI6IjQ2MzEiLCJGb250U2l6ZSI6MTIsIkZvbnROYW1lIjoiQ2FsaWJyaSIsIklzQm9sZCI6ZmFsc2UsIklzSXRhbGljIjpmYWxzZSwiSXNVbmRlcmxpbmVkIjpmYWxzZSwiUGFyZW50U3R5bGUiOm51bGx9LCJBdXRvU2l6ZSI6MiwiRm9yZWdyb3VuZCI6eyIkaWQiOiI0NjMyIiwiQ29sb3IiOnsiJGlkIjoiNDYzMyIsIkEiOjI1NSwiUiI6MjU1LCJHIjoyNTUsIkIiOjI1NX19LCJNYXhXaWR0aCI6NzEuMCwiTWF4SGVpZ2h0IjoiSW5maW5pdHkiLCJTbWFydEZvcmVncm91bmRJc0FjdGl2ZSI6ZmFsc2UsIkhvcml6b250YWxBbGlnbm1lbnQiOjAsIlZlcnRpY2FsQWxpZ25tZW50IjowLCJTbWFydEZvcmVncm91bmQiOm51bGwsIkJhY2tncm91bmRGaWxsVHlwZSI6MCwiTWFyZ2luIjp7IiRpZCI6IjQ2MzQiLCJUb3AiOjAuMCwiTGVmdCI6MC4wLCJSaWdodCI6MC4wLCJCb3R0b20iOjAuMH0sIlBhZGRpbmciOnsiJGlkIjoiNDYzNSIsIlRvcCI6MC4wLCJMZWZ0IjowLjAsIlJpZ2h0IjowLjAsIkJvdHRvbSI6MC4wfSwiQmFja2dyb3VuZCI6bnVsbCwiSXNWaXNpYmxlIjp0cnVlLCJXaWR0aCI6MC4wLCJIZWlnaHQiOjAuMCwiQm9yZGVyU3R5bGUiOm51bGwsIlBhcmVudFN0eWxlIjpudWxsfSwiUmVjdGFuZ2xlU3R5bGUiOnsiJGlkIjoiNDYzNiIsIk1hcmdpbiI6eyIkaWQiOiI0NjM3IiwiVG9wIjowLjAsIkxlZnQiOjAuMCwiUmlnaHQiOjAuMCwiQm90dG9tIjowLjB9LCJQYWRkaW5nIjp7IiRpZCI6IjQ2MzgiLCJUb3AiOjAuMCwiTGVmdCI6MC4wLCJSaWdodCI6MC4wLCJCb3R0b20iOjAuMH0sIkJhY2tncm91bmQiOnsiJGlkIjoiNDYzOSIsIkNvbG9yIjp7IiRpZCI6IjQ2NDAiLCJBIjoyNTUsIlIiOjExMiwiRyI6MTczLCJCIjo3MX19LCJJc1Zpc2libGUiOnRydWUsIldpZHRoIjowLjAsIkhlaWdodCI6MC4wLCJCb3JkZXJTdHlsZSI6eyIkaWQiOiI0NjQxIiwiTGluZUNvbG9yIjp7IiRpZCI6IjQ2NDIiLCIkdHlwZSI6Ik5MUkUuQ29tbW9uLkRvbS5Tb2xpZENvbG9yQnJ1c2gsIE5MUkUuQ29tbW9uIiwiQ29sb3IiOnsiJGlkIjoiNDY0MyIsIkEiOjI1NSwiUiI6MjU1LCJHIjowLCJCIjowfX0sIkxpbmVXZWlnaHQiOjAuMCwiTGluZVR5cGUiOjAsIlBhcmVudFN0eWxlIjpudWxsfSwiUGFyZW50U3R5bGUiOm51bGx9LCJNYXJnaW4iOnsiJGlkIjoiNDY0NCIsIlRvcCI6MC4wLCJMZWZ0IjowLjAsIlJpZ2h0IjowLjAsIkJvdHRvbSI6MC4wfSwiUGFkZGluZyI6eyIkaWQiOiI0NjQ1IiwiVG9wIjowLjAsIkxlZnQiOjAuMCwiUmlnaHQiOjAuMCwiQm90dG9tIjowLjB9LCJCYWNrZ3JvdW5kIjpudWxsLCJJc1Zpc2libGUiOnRydWUsIldpZHRoIjowLjAsIkhlaWdodCI6MC4wLCJCb3JkZXJTdHlsZSI6bnVsbCwiUGFyZW50U3R5bGUiOm51bGx9LCJCYWNrZ3JvdW5kU3R5bGUiOnsiJGlkIjoiNDY0NiIsIk1hcmdpbiI6eyIkaWQiOiI0NjQ3IiwiVG9wIjowLjAsIkxlZnQiOjAuMCwiUmlnaHQiOjAuMCwiQm90dG9tIjowLjB9LCJQYWRkaW5nIjp7IiRpZCI6IjQ2NDgiLCJUb3AiOjAuMCwiTGVmdCI6MC4wLCJSaWdodCI6MC4wLCJCb3R0b20iOjAuMH0sIkJhY2tncm91bmQiOnsiJGlkIjoiNDY0OSIsIkNvbG9yIjp7IiRpZCI6IjQ2NTAiLCJBIjo1MSwiUiI6MTE1LCJHIjoxMTUsIkIiOjExNX19LCJJc1Zpc2libGUiOnRydWUsIldpZHRoIjowLjAsIkhlaWdodCI6MC4wLCJCb3JkZXJTdHlsZSI6eyIkaWQiOiI0NjUxIiwiTGluZUNvbG9yIjp7IiRpZCI6IjQ2NTIiLCIkdHlwZSI6Ik5MUkUuQ29tbW9uLkRvbS5Tb2xpZENvbG9yQnJ1c2gsIE5MUkUuQ29tbW9uIiwiQ29sb3IiOnsiJGlkIjoiNDY1MyIsIkEiOjI1NSwiUiI6MjM0LCJHIjoyMiwiQiI6MzB9fSwiTGluZVdlaWdodCI6MC4wLCJMaW5lVHlwZSI6MCwiUGFyZW50U3R5bGUiOm51bGx9LCJQYXJlbnRTdHlsZSI6bnVsbH0sIklzQWJvdmVUaW1lYmFuZCI6ZmFsc2UsIlNwYWNpbmciOjIsIkRlZmF1bHRTd2ltbGFuZVRhc2tTdHlsZSI6eyIkaWQiOiI0NjU0IiwiJHR5cGUiOiJOTFJFLkNvbW1vbi5Eb20uU3R5bGVzLkV4cGxpY2l0U2V0YWJsZVRhc2tTdHlsZSwgTkxSRS5Db21tb24iLCJTaGFwZSI6MSwiU2hhcGVUaGlja25lc3MiOjAsIkR1cmF0aW9uRm9ybWF0IjowLCJJbmNsdWRlTm9uV29ya2luZ0RheXNJbkR1cmF0aW9uIjpmYWxzZSwiUGVyY2VudGFnZUNvbXBsZXRlU3R5bGUiOnsiJGlkIjoiNDY1NSIsIkZvbnRTZXR0aW5ncyI6eyIkaWQiOiI0NjU2IiwiRm9udFNpemUiOjEwLCJGb250TmFtZSI6IkNhbGlicmkiLCJJc0JvbGQiOmZhbHNlLCJJc0l0YWxpYyI6ZmFsc2UsIklzVW5kZXJsaW5lZCI6ZmFsc2UsIlBhcmVudFN0eWxlIjpudWxsfSwiQXV0b1NpemUiOjAsIkZvcmVncm91bmQiOnsiJGlkIjoiNDY1NyIsIkNvbG9yIjp7IiRpZCI6IjQ2NTg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NjU5IiwiVG9wIjowLjAsIkxlZnQiOjAuMCwiUmlnaHQiOjAuMCwiQm90dG9tIjowLjB9LCJQYWRkaW5nIjp7IiRpZCI6IjQ2NjAiLCJUb3AiOjAuMCwiTGVmdCI6MC4wLCJSaWdodCI6MC4wLCJCb3R0b20iOjAuMH0sIkJhY2tncm91bmQiOnsiJGlkIjoiNDY2MSIsIkNvbG9yIjp7IiRpZCI6IjQ2NjIiLCJBIjo4OSwiUiI6MCwiRyI6MCwiQiI6MH19LCJJc1Zpc2libGUiOnRydWUsIldpZHRoIjowLjAsIkhlaWdodCI6MC4wLCJCb3JkZXJTdHlsZSI6bnVsbCwiUGFyZW50U3R5bGUiOm51bGx9LCJEdXJhdGlvblN0eWxlIjp7IiRpZCI6IjQ2NjMiLCJGb250U2V0dGluZ3MiOnsiJGlkIjoiNDY2NCIsIkZvbnRTaXplIjoxMCwiRm9udE5hbWUiOiJDYWxpYnJpIiwiSXNCb2xkIjpmYWxzZSwiSXNJdGFsaWMiOmZhbHNlLCJJc1VuZGVybGluZWQiOmZhbHNlLCJQYXJlbnRTdHlsZSI6bnVsbH0sIkF1dG9TaXplIjowLCJGb3JlZ3JvdW5kIjp7IiRpZCI6IjQ2NjUiLCJDb2xvciI6eyIkaWQiOiI0NjY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Y2NyIsIlRvcCI6MC4wLCJMZWZ0IjowLjAsIlJpZ2h0IjowLjAsIkJvdHRvbSI6MC4wfSwiUGFkZGluZyI6eyIkaWQiOiI0NjY4IiwiVG9wIjowLjAsIkxlZnQiOjAuMCwiUmlnaHQiOjAuMCwiQm90dG9tIjowLjB9LCJCYWNrZ3JvdW5kIjp7IiRpZCI6IjQ2NjkiLCJDb2xvciI6eyIkaWQiOiI0NjcwIiwiQSI6MCwiUiI6MCwiRyI6MCwiQiI6MH19LCJJc1Zpc2libGUiOnRydWUsIldpZHRoIjowLjAsIkhlaWdodCI6MC4wLCJCb3JkZXJTdHlsZSI6bnVsbCwiUGFyZW50U3R5bGUiOm51bGx9LCJIb3Jpem9udGFsQ29ubmVjdG9yU3R5bGUiOnsiJGlkIjoiNDY3MSIsIkxpbmVDb2xvciI6eyIkaWQiOiI0NjcyIiwiJHR5cGUiOiJOTFJFLkNvbW1vbi5Eb20uU29saWRDb2xvckJydXNoLCBOTFJFLkNvbW1vbiIsIkNvbG9yIjp7IiRpZCI6IjQ2NzMiLCJBIjoyNTUsIlIiOjIwNCwiRyI6MjA0LCJCIjoyMDR9fSwiTGluZVdlaWdodCI6MS4wLCJMaW5lVHlwZSI6MCwiUGFyZW50U3R5bGUiOm51bGx9LCJWZXJ0aWNhbENvbm5lY3RvclN0eWxlIjp7IiRpZCI6IjQ2NzQiLCJMaW5lQ29sb3IiOnsiJGlkIjoiNDY3NSIsIiR0eXBlIjoiTkxSRS5Db21tb24uRG9tLlNvbGlkQ29sb3JCcnVzaCwgTkxSRS5Db21tb24iLCJDb2xvciI6eyIkaWQiOiI0Njc2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YsIlZhcmlhbmNlUG9zaXRpb24iOjYsIlNwYWNpbmciOjMsIklzQmVsb3dUaW1lYmFuZCI6dHJ1ZSwiUGVyY2VudGFnZUNvbXBsZXRlU2hhcGVPcGFjaXR5IjozNSwiQmFzZWxpbmVTdHlsZSI6eyIkaWQiOiI0Njc3IiwiU2hhcGVTdHlsZSI6eyIkaWQiOiI0Njc4IiwiTWFyZ2luIjp7IiRpZCI6IjQ2NzkiLCJUb3AiOjAuMCwiTGVmdCI6MC4wLCJSaWdodCI6MC4wLCJCb3R0b20iOjAuMH0sIlBhZGRpbmciOnsiJGlkIjoiNDY4MCIsIlRvcCI6MC4wLCJMZWZ0IjowLjAsIlJpZ2h0IjowLjAsIkJvdHRvbSI6MC4wfSwiQmFja2dyb3VuZCI6eyIkaWQiOiI0NjgxIiwiQ29sb3IiOnsiJGlkIjoiNDY4MiIsIkEiOjE1MywiUiI6MCwiRyI6MCwiQiI6MH19LCJJc1Zpc2libGUiOnRydWUsIldpZHRoIjowLjAsIkhlaWdodCI6MC4wLCJCb3JkZXJTdHlsZSI6eyIkaWQiOiI0NjgzIiwiTGluZUNvbG9yIjpudWxsLCJMaW5lV2VpZ2h0IjowLjAsIkxpbmVUeXBlIjowLCJQYXJlbnRTdHlsZSI6bnVsbH0sIlBhcmVudFN0eWxlIjpudWxsfSwiTWFyZ2luIjp7IiRpZCI6IjQ2ODQiLCJUb3AiOjAuMCwiTGVmdCI6MC4wLCJSaWdodCI6MC4wLCJCb3R0b20iOjAuMH0sIlBhZGRpbmciOnsiJGlkIjoiNDY4NSIsIlRvcCI6MC4wLCJMZWZ0IjowLjAsIlJpZ2h0IjowLjAsIkJvdHRvbSI6MC4wfSwiQmFja2dyb3VuZCI6bnVsbCwiSXNWaXNpYmxlIjp0cnVlLCJXaWR0aCI6MC4wLCJIZWlnaHQiOjAuMCwiQm9yZGVyU3R5bGUiOm51bGwsIlBhcmVudFN0eWxlIjpudWxsfSwiU2hhcGVTdHlsZSI6eyIkaWQiOiI0Njg2IiwiTWFyZ2luIjp7IiRpZCI6IjQ2ODciLCJUb3AiOjAuMCwiTGVmdCI6NC4wLCJSaWdodCI6NC4wLCJCb3R0b20iOjAuMH0sIlBhZGRpbmciOnsiJGlkIjoiNDY4OCIsIlRvcCI6MC4wLCJMZWZ0IjowLjAsIlJpZ2h0IjowLjAsIkJvdHRvbSI6MC4wfSwiQmFja2dyb3VuZCI6eyIkaWQiOiI0Njg5IiwiQ29sb3IiOnsiJGlkIjoiNDY5MCIsIkEiOjI1NSwiUiI6MjYsIkciOjE3MCwiQiI6NjZ9fSwiSXNWaXNpYmxlIjp0cnVlLCJXaWR0aCI6MC4wLCJIZWlnaHQiOjEwLjAsIkJvcmRlclN0eWxlIjp7IiRpZCI6IjQ2OTEiLCJMaW5lQ29sb3IiOnsiJGlkIjoiNDY5MiIsIiR0eXBlIjoiTkxSRS5Db21tb24uRG9tLlNvbGlkQ29sb3JCcnVzaCwgTkxSRS5Db21tb24iLCJDb2xvciI6eyIkaWQiOiI0NjkzIiwiQSI6MjU1LCJSIjoyMzQsIkciOjIyLCJCIjozMH19LCJMaW5lV2VpZ2h0IjowLjAsIkxpbmVUeXBlIjowLCJQYXJlbnRTdHlsZSI6bnVsbH0sIlBhcmVudFN0eWxlIjpudWxsfSwiVGl0bGVTdHlsZSI6eyIkaWQiOiI0Njk0IiwiRm9udFNldHRpbmdzIjp7IiRpZCI6IjQ2OTUiLCJGb250U2l6ZSI6MTEsIkZvbnROYW1lIjoiQ2FsaWJyaSIsIklzQm9sZCI6dHJ1ZSwiSXNJdGFsaWMiOmZhbHNlLCJJc1VuZGVybGluZWQiOmZhbHNlLCJQYXJlbnRTdHlsZSI6bnVsbH0sIkF1dG9TaXplIjowLCJGb3JlZ3JvdW5kIjp7IiRpZCI6IjQ2OTYiLCJDb2xvciI6eyIkaWQiOiI0Njk3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2OTgiLCJUb3AiOjAuMCwiTGVmdCI6MC4wLCJSaWdodCI6MC4wLCJCb3R0b20iOjAuMH0sIlBhZGRpbmciOnsiJGlkIjoiNDY5OSIsIlRvcCI6MC4wLCJMZWZ0IjowLjAsIlJpZ2h0IjowLjAsIkJvdHRvbSI6MC4wfSwiQmFja2dyb3VuZCI6eyIkaWQiOiI0NzAwIiwiQ29sb3IiOnsiJGlkIjoiNDcwMSIsIkEiOjAsIlIiOjI1NSwiRyI6MjU1LCJCIjoyNTV9fSwiSXNWaXNpYmxlIjp0cnVlLCJXaWR0aCI6MC4wLCJIZWlnaHQiOjAuMCwiQm9yZGVyU3R5bGUiOm51bGwsIlBhcmVudFN0eWxlIjpudWxsfSwiRGF0ZVN0eWxlIjp7IiRpZCI6IjQ3MDIiLCJGb250U2V0dGluZ3MiOnsiJGlkIjoiNDcwMyIsIkZvbnRTaXplIjoxMCwiRm9udE5hbWUiOiJDYWxpYnJpIiwiSXNCb2xkIjpmYWxzZSwiSXNJdGFsaWMiOmZhbHNlLCJJc1VuZGVybGluZWQiOmZhbHNlLCJQYXJlbnRTdHlsZSI6bnVsbH0sIkF1dG9TaXplIjowLCJGb3JlZ3JvdW5kIjp7IiRpZCI6IjQ3MDQiLCJDb2xvciI6eyIkaWQiOiI0NzA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zA2IiwiVG9wIjowLjAsIkxlZnQiOjAuMCwiUmlnaHQiOjAuMCwiQm90dG9tIjowLjB9LCJQYWRkaW5nIjp7IiRpZCI6IjQ3MDciLCJUb3AiOjAuMCwiTGVmdCI6MC4wLCJSaWdodCI6MC4wLCJCb3R0b20iOjAuMH0sIkJhY2tncm91bmQiOnsiJGlkIjoiNDcwOCIsIkNvbG9yIjp7IiRpZCI6IjQ3MDkiLCJBIjowLCJSIjoyNTUsIkciOjI1NSwiQiI6MjU1fX0sIklzVmlzaWJsZSI6dHJ1ZSwiV2lkdGgiOjAuMCwiSGVpZ2h0IjowLjAsIkJvcmRlclN0eWxlIjpudWxsLCJQYXJlbnRTdHlsZSI6bnVsbH0sIkRhdGVGb3JtYXQiOnsiJGlkIjoiNDc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ExIiwiRm9ybWF0IjowLCJJc1Zpc2libGUiOmZhbHNlLCJMYXN0S25vd25WaXNpYmlsaXR5U3RhdGUiOmZhbHNlfSwiSXNWaXNpYmxlIjp0cnVlLCJWYXJpYW5jZVN0eWxlIjp7IiRpZCI6IjQ3MTIiLCJUZXh0U3R5bGUiOnsiJGlkIjoiNDcxMyIsIkZvbnRTZXR0aW5ncyI6eyIkaWQiOiI0NzE0IiwiRm9udFNpemUiOjExLCJGb250TmFtZSI6IkNhbGlicmkiLCJJc0JvbGQiOmZhbHNlLCJJc0l0YWxpYyI6ZmFsc2UsIklzVW5kZXJsaW5lZCI6ZmFsc2UsIlBhcmVudFN0eWxlIjpudWxsfSwiQXV0b1NpemUiOjAsIkZvcmVncm91bmQiOnsiJGlkIjoiNDcxNSIsIkNvbG9yIjp7IiRpZCI6IjQ3MT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cxNyIsIlRvcCI6MC4wLCJMZWZ0IjowLjAsIlJpZ2h0IjowLjAsIkJvdHRvbSI6MC4wfSwiUGFkZGluZyI6eyIkaWQiOiI0NzE4IiwiVG9wIjowLjAsIkxlZnQiOjAuMCwiUmlnaHQiOjAuMCwiQm90dG9tIjowLjB9LCJCYWNrZ3JvdW5kIjp7IiRpZCI6IjQ3MTkiLCJDb2xvciI6eyIkaWQiOiI0NzIwIiwiQSI6MCwiUiI6MCwiRyI6MCwiQiI6MH19LCJJc1Zpc2libGUiOnRydWUsIldpZHRoIjowLjAsIkhlaWdodCI6MC4wLCJCb3JkZXJTdHlsZSI6eyIkaWQiOiI0NzIxIiwiTGluZUNvbG9yIjpudWxsLCJMaW5lV2VpZ2h0IjowLjAsIkxpbmVUeXBlIjowLCJQYXJlbnRTdHlsZSI6bnVsbH0sIlBhcmVudFN0eWxlIjpudWxsfSwiUGFyZW50U3R5bGUiOm51bGx9LCJQYXJlbnRTdHlsZSI6bnVsbCwiX2V4cGxpY2l0bHlTZXQiOnsiJGlkIjoiNDcy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Q3MjMiLCJTaGFwZSI6MiwiQ29ubmVjdG9yTWFyZ2luIjp7IiRpZCI6IjQ3MjQiLCJUb3AiOjAuMCwiTGVmdCI6Mi4wLCJSaWdodCI6Mi4wLCJCb3R0b20iOjAuMH0sIkNvbm5lY3RvclN0eWxlIjp7IiRpZCI6IjQ3MjUiLCJMaW5lQ29sb3IiOnsiJGlkIjoiNDcyNiIsIiR0eXBlIjoiTkxSRS5Db21tb24uRG9tLlNvbGlkQ29sb3JCcnVzaCwgTkxSRS5Db21tb24iLCJDb2xvciI6eyIkaWQiOiI0NzI3IiwiQSI6MTI3LCJSIjo3OSwiRyI6MTI5LCJCIjoxODl9fSwiTGluZVdlaWdodCI6MS4wLCJMaW5lVHlwZSI6MCwiUGFyZW50U3R5bGUiOm51bGx9LCJJc0JlbG93VGltZWJhbmQiOmZhbHNlLCJQb3NpdGlvbk9uVGFzayI6MSwiSGlkZURhdGUiOmZhbHNlLCJTaGFwZVNpemUiOjEsIlNwYWNpbmciOjAuMCwiUGFkZGluZyI6eyIkaWQiOiI0NzI4IiwiVG9wIjo1LjAsIkxlZnQiOjMuMCwiUmlnaHQiOjAuMCwiQm90dG9tIjoyLjB9LCJTaGFwZVN0eWxlIjp7IiRpZCI6IjQ3MjkiLCJNYXJnaW4iOnsiJGlkIjoiNDczMCIsIlRvcCI6MC4wLCJMZWZ0IjowLjAsIlJpZ2h0IjowLjAsIkJvdHRvbSI6MC4wfSwiUGFkZGluZyI6eyIkaWQiOiI0NzMxIiwiVG9wIjowLjAsIkxlZnQiOjAuMCwiUmlnaHQiOjAuMCwiQm90dG9tIjowLjB9LCJCYWNrZ3JvdW5kIjp7IiRpZCI6IjQ3MzIiLCJDb2xvciI6eyIkaWQiOiI0NzMzIiwiQSI6MjU1LCJSIjoxMTIsIkciOjE3MywiQiI6NzF9fSwiSXNWaXNpYmxlIjp0cnVlLCJXaWR0aCI6MTMuMCwiSGVpZ2h0IjoxMy4wLCJCb3JkZXJTdHlsZSI6eyIkaWQiOiI0NzM0IiwiTGluZUNvbG9yIjp7IiRpZCI6IjQ3MzUiLCIkdHlwZSI6Ik5MUkUuQ29tbW9uLkRvbS5Tb2xpZENvbG9yQnJ1c2gsIE5MUkUuQ29tbW9uIiwiQ29sb3IiOnsiJGlkIjoiNDczNiIsIkEiOjI1NSwiUiI6MjM0LCJHIjoyMiwiQiI6MzB9fSwiTGluZVdlaWdodCI6MC4wLCJMaW5lVHlwZSI6MCwiUGFyZW50U3R5bGUiOm51bGx9LCJQYXJlbnRTdHlsZSI6bnVsbH0sIlRpdGxlU3R5bGUiOnsiJGlkIjoiNDczNyIsIkZvbnRTZXR0aW5ncyI6eyIkaWQiOiI0NzM4IiwiRm9udFNpemUiOjExLCJGb250TmFtZSI6IkNhbGlicmkiLCJJc0JvbGQiOnRydWUsIklzSXRhbGljIjpmYWxzZSwiSXNVbmRlcmxpbmVkIjpmYWxzZSwiUGFyZW50U3R5bGUiOm51bGx9LCJBdXRvU2l6ZSI6MCwiRm9yZWdyb3VuZCI6eyIkaWQiOiI0NzM5IiwiQ29sb3IiOnsiJGlkIjoiNDc0M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NzQxIiwiVG9wIjowLjAsIkxlZnQiOjAuMCwiUmlnaHQiOjAuMCwiQm90dG9tIjowLjB9LCJQYWRkaW5nIjp7IiRpZCI6IjQ3NDIiLCJUb3AiOjAuMCwiTGVmdCI6MC4wLCJSaWdodCI6MC4wLCJCb3R0b20iOjAuMH0sIkJhY2tncm91bmQiOnsiJGlkIjoiNDc0MyIsIkNvbG9yIjp7IiRpZCI6IjQ3NDQiLCJBIjowLCJSIjowLCJHIjowLCJCIjowfX0sIklzVmlzaWJsZSI6dHJ1ZSwiV2lkdGgiOjAuMCwiSGVpZ2h0IjowLjAsIkJvcmRlclN0eWxlIjpudWxsLCJQYXJlbnRTdHlsZSI6bnVsbH0sIkRhdGVTdHlsZSI6eyIkaWQiOiI0NzQ1IiwiRm9udFNldHRpbmdzIjp7IiRpZCI6IjQ3NDYiLCJGb250U2l6ZSI6MTAsIkZvbnROYW1lIjoiQ2FsaWJyaSIsIklzQm9sZCI6ZmFsc2UsIklzSXRhbGljIjpmYWxzZSwiSXNVbmRlcmxpbmVkIjpmYWxzZSwiUGFyZW50U3R5bGUiOm51bGx9LCJBdXRvU2l6ZSI6MCwiRm9yZWdyb3VuZCI6eyIkaWQiOiI0NzQ3IiwiQ29sb3IiOnsiJGlkIjoiNDc0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c0OSIsIlRvcCI6MC4wLCJMZWZ0IjowLjAsIlJpZ2h0IjowLjAsIkJvdHRvbSI6MC4wfSwiUGFkZGluZyI6eyIkaWQiOiI0NzUwIiwiVG9wIjowLjAsIkxlZnQiOjAuMCwiUmlnaHQiOjAuMCwiQm90dG9tIjowLjB9LCJCYWNrZ3JvdW5kIjp7IiRpZCI6IjQ3NTEiLCJDb2xvciI6eyIkaWQiOiI0NzUyIiwiQSI6MCwiUiI6MCwiRyI6MCwiQiI6MH19LCJJc1Zpc2libGUiOnRydWUsIldpZHRoIjowLjAsIkhlaWdodCI6MC4wLCJCb3JkZXJTdHlsZSI6bnVsbCwiUGFyZW50U3R5bGUiOm51bGx9LCJEYXRlRm9ybWF0Ijp7IiRpZCI6IjQ3N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c1NCIsIkZvcm1hdCI6MCwiSXNWaXNpYmxlIjpmYWxzZSwiTGFzdEtub3duVmlzaWJpbGl0eVN0YXRlIjpmYWxzZX0sIklzVmlzaWJsZSI6dHJ1ZSwiVmFyaWFuY2VTdHlsZSI6eyIkaWQiOiI0NzU1IiwiVGV4dFN0eWxlIjp7IiRpZCI6IjQ3NTYiLCJGb250U2V0dGluZ3MiOnsiJGlkIjoiNDc1NyIsIkZvbnRTaXplIjoxMSwiRm9udE5hbWUiOiJDYWxpYnJpIiwiSXNCb2xkIjpmYWxzZSwiSXNJdGFsaWMiOmZhbHNlLCJJc1VuZGVybGluZWQiOmZhbHNlLCJQYXJlbnRTdHlsZSI6bnVsbH0sIkF1dG9TaXplIjowLCJGb3JlZ3JvdW5kIjp7IiRpZCI6IjQ3NTgiLCJDb2xvciI6eyIkaWQiOiI0NzU5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3NjAiLCJUb3AiOjAuMCwiTGVmdCI6MC4wLCJSaWdodCI6MC4wLCJCb3R0b20iOjAuMH0sIlBhZGRpbmciOnsiJGlkIjoiNDc2MSIsIlRvcCI6MC4wLCJMZWZ0IjowLjAsIlJpZ2h0IjowLjAsIkJvdHRvbSI6MC4wfSwiQmFja2dyb3VuZCI6eyIkaWQiOiI0NzYyIiwiQ29sb3IiOnsiJGlkIjoiNDc2MyIsIkEiOjAsIlIiOjAsIkciOjAsIkIiOjB9fSwiSXNWaXNpYmxlIjpmYWxzZSwiV2lkdGgiOjAuMCwiSGVpZ2h0IjowLjAsIkJvcmRlclN0eWxlIjp7IiRpZCI6IjQ3NjQiLCJMaW5lQ29sb3IiOm51bGwsIkxpbmVXZWlnaHQiOjAuMCwiTGluZVR5cGUiOjAsIlBhcmVudFN0eWxlIjpudWxsfSwiUGFyZW50U3R5bGUiOm51bGx9LCJQYXJlbnRTdHlsZSI6bnVsbH0sIlBhcmVudFN0eWxlIjpudWxsfSwiRGVmYXVsdFN3aW1sYW5lTWlsZXN0b25lU3R5bGUiOnsiJGlkIjoiNDc2NSIsIlRpdGxlUG9zaXRpb24iOiJSaWdodCIsIkRhdGVQb3NpdGlvbiI6IkxlZnQiLCJWYXJpYW5jZVBvc2l0aW9uIjoiTGVmdCIsIlNoYXBlVHlwZSI6MiwiU2hhcGVTaXplIjoxLCJTcGFjaW5nIjo1LCJTaGFwZVN0eWxlIjp7IiRpZCI6IjQ3NjYiLCJNYXJnaW4iOnsiJGlkIjoiNDc2NyIsIlRvcCI6MC4wLCJMZWZ0IjowLjAsIlJpZ2h0IjowLjAsIkJvdHRvbSI6MC4wfSwiUGFkZGluZyI6eyIkaWQiOiI0NzY4IiwiVG9wIjowLjAsIkxlZnQiOjAuMCwiUmlnaHQiOjAuMCwiQm90dG9tIjowLjB9LCJCYWNrZ3JvdW5kIjp7IiRpZCI6IjQ3NjkiLCJDb2xvciI6eyIkaWQiOiI0NzcwIiwiQSI6MjU1LCJSIjoyNiwiRyI6MTcwLCJCIjo2Nn19LCJJc1Zpc2libGUiOnRydWUsIldpZHRoIjoxMy4wLCJIZWlnaHQiOjEzLjAsIkJvcmRlclN0eWxlIjp7IiRpZCI6IjQ3NzEiLCJMaW5lQ29sb3IiOnsiJGlkIjoiNDc3MiIsIiR0eXBlIjoiTkxSRS5Db21tb24uRG9tLlNvbGlkQ29sb3JCcnVzaCwgTkxSRS5Db21tb24iLCJDb2xvciI6eyIkaWQiOiI0NzczIiwiQSI6MjU1LCJSIjoyMzQsIkciOjIyLCJCIjozMH19LCJMaW5lV2VpZ2h0IjowLjAsIkxpbmVUeXBlIjowLCJQYXJlbnRTdHlsZSI6bnVsbH0sIlBhcmVudFN0eWxlIjpudWxsfSwiVGl0bGVTdHlsZSI6eyIkaWQiOiI0Nzc0IiwiRm9udFNldHRpbmdzIjp7IiRpZCI6IjQ3NzUiLCJGb250U2l6ZSI6MTEsIkZvbnROYW1lIjoiQ2FsaWJyaSIsIklzQm9sZCI6dHJ1ZSwiSXNJdGFsaWMiOmZhbHNlLCJJc1VuZGVybGluZWQiOmZhbHNlLCJQYXJlbnRTdHlsZSI6bnVsbH0sIkF1dG9TaXplIjowLCJGb3JlZ3JvdW5kIjp7IiRpZCI6IjQ3NzYiLCJDb2xvciI6eyIkaWQiOiI0Nzc3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3NzgiLCJUb3AiOjAuMCwiTGVmdCI6MC4wLCJSaWdodCI6MC4wLCJCb3R0b20iOjAuMH0sIlBhZGRpbmciOnsiJGlkIjoiNDc3OSIsIlRvcCI6MC4wLCJMZWZ0IjowLjAsIlJpZ2h0IjowLjAsIkJvdHRvbSI6MC4wfSwiQmFja2dyb3VuZCI6eyIkaWQiOiI0NzgwIiwiQ29sb3IiOnsiJGlkIjoiNDc4MSIsIkEiOjAsIlIiOjI1NSwiRyI6MjU1LCJCIjoyNTV9fSwiSXNWaXNpYmxlIjp0cnVlLCJXaWR0aCI6MC4wLCJIZWlnaHQiOjAuMCwiQm9yZGVyU3R5bGUiOm51bGwsIlBhcmVudFN0eWxlIjpudWxsfSwiRGF0ZVN0eWxlIjp7IiRpZCI6IjQ3ODIiLCJGb250U2V0dGluZ3MiOnsiJGlkIjoiNDc4MyIsIkZvbnRTaXplIjoxMCwiRm9udE5hbWUiOiJDYWxpYnJpIiwiSXNCb2xkIjpmYWxzZSwiSXNJdGFsaWMiOmZhbHNlLCJJc1VuZGVybGluZWQiOmZhbHNlLCJQYXJlbnRTdHlsZSI6bnVsbH0sIkF1dG9TaXplIjowLCJGb3JlZ3JvdW5kIjp7IiRpZCI6IjQ3ODQiLCJDb2xvciI6eyIkaWQiOiI0Nzg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0Nzg2IiwiVG9wIjowLjAsIkxlZnQiOjAuMCwiUmlnaHQiOjAuMCwiQm90dG9tIjowLjB9LCJQYWRkaW5nIjp7IiRpZCI6IjQ3ODciLCJUb3AiOjAuMCwiTGVmdCI6MC4wLCJSaWdodCI6MC4wLCJCb3R0b20iOjAuMH0sIkJhY2tncm91bmQiOnsiJGlkIjoiNDc4OCIsIkNvbG9yIjp7IiRpZCI6IjQ3ODkiLCJBIjowLCJSIjoyNTUsIkciOjI1NSwiQiI6MjU1fX0sIklzVmlzaWJsZSI6dHJ1ZSwiV2lkdGgiOjAuMCwiSGVpZ2h0IjowLjAsIkJvcmRlclN0eWxlIjpudWxsLCJQYXJlbnRTdHlsZSI6bnVsbH0sIkRhdGVGb3JtYXQiOnsiJGlkIjoiNDc5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zkxIiwiRm9ybWF0IjowLCJJc1Zpc2libGUiOmZhbHNlLCJMYXN0S25vd25WaXNpYmlsaXR5U3RhdGUiOmZhbHNlfSwiSXNWaXNpYmxlIjp0cnVlLCJWYXJpYW5jZVN0eWxlIjp7IiRpZCI6IjQ3OTIiLCJUZXh0U3R5bGUiOnsiJGlkIjoiNDc5MyIsIkZvbnRTZXR0aW5ncyI6eyIkaWQiOiI0Nzk0IiwiRm9udFNpemUiOjExLCJGb250TmFtZSI6IkNhbGlicmkiLCJJc0JvbGQiOmZhbHNlLCJJc0l0YWxpYyI6ZmFsc2UsIklzVW5kZXJsaW5lZCI6ZmFsc2UsIlBhcmVudFN0eWxlIjpudWxsfSwiQXV0b1NpemUiOjAsIkZvcmVncm91bmQiOnsiJGlkIjoiNDc5NSIsIkNvbG9yIjp7IiRpZCI6IjQ3OT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c5NyIsIlRvcCI6MC4wLCJMZWZ0IjowLjAsIlJpZ2h0IjowLjAsIkJvdHRvbSI6MC4wfSwiUGFkZGluZyI6eyIkaWQiOiI0Nzk4IiwiVG9wIjowLjAsIkxlZnQiOjAuMCwiUmlnaHQiOjAuMCwiQm90dG9tIjowLjB9LCJCYWNrZ3JvdW5kIjp7IiRpZCI6IjQ3OTkiLCJDb2xvciI6eyIkaWQiOiI0ODAwIiwiQSI6MCwiUiI6MCwiRyI6MCwiQiI6MH19LCJJc1Zpc2libGUiOnRydWUsIldpZHRoIjowLjAsIkhlaWdodCI6MC4wLCJCb3JkZXJTdHlsZSI6eyIkaWQiOiI0ODAxIiwiTGluZUNvbG9yIjpudWxsLCJMaW5lV2VpZ2h0IjowLjAsIkxpbmVUeXBlIjowLCJQYXJlbnRTdHlsZSI6bnVsbH0sIlBhcmVudFN0eWxlIjpudWxsfSwiUGFyZW50U3R5bGUiOm51bGx9LCJQYXJlbnRTdHlsZSI6bnVsbH0sIkRlZmF1bHRTd2ltbGFuZUFjdGl2aXR5U3R5bGUiOnsiJGlkIjoiNDgwMiIsIkhlYWRlclN0eWxlIjp7IiRpZCI6IjQ4MDMiLCJUZXh0U3R5bGUiOnsiJGlkIjoiNDgwNCIsIkZvbnRTZXR0aW5ncyI6eyIkaWQiOiI0ODA1IiwiRm9udFNpemUiOjExLCJGb250TmFtZSI6IkNhbGlicmkiLCJJc0JvbGQiOmZhbHNlLCJJc0l0YWxpYyI6ZmFsc2UsIklzVW5kZXJsaW5lZCI6ZmFsc2UsIlBhcmVudFN0eWxlIjpudWxsfSwiQXV0b1NpemUiOjIsIkZvcmVncm91bmQiOnsiJGlkIjoiNDgwNiIsIkNvbG9yIjp7IiRpZCI6IjQ4MDciLCJBIjoyNTUsIlIiOjAsIkciOjAsIkIiOjB9fSwiTWF4V2lkdGgiOjAuMCwiTWF4SGVpZ2h0IjoiSW5maW5pdHkiLCJTbWFydEZvcmVncm91bmRJc0FjdGl2ZSI6ZmFsc2UsIkhvcml6b250YWxBbGlnbm1lbnQiOjAsIlZlcnRpY2FsQWxpZ25tZW50IjowLCJTbWFydEZvcmVncm91bmQiOm51bGwsIkJhY2tncm91bmRGaWxsVHlwZSI6MCwiTWFyZ2luIjp7IiRpZCI6IjQ4MDgiLCJUb3AiOjAuMCwiTGVmdCI6MC4wLCJSaWdodCI6MC4wLCJCb3R0b20iOjAuMH0sIlBhZGRpbmciOnsiJGlkIjoiNDgwOSIsIlRvcCI6MC4wLCJMZWZ0IjowLjAsIlJpZ2h0IjowLjAsIkJvdHRvbSI6MC4wfSwiQmFja2dyb3VuZCI6bnVsbCwiSXNWaXNpYmxlIjp0cnVlLCJXaWR0aCI6MC4wLCJIZWlnaHQiOjAuMCwiQm9yZGVyU3R5bGUiOm51bGwsIlBhcmVudFN0eWxlIjpudWxsfSwiUmVjdGFuZ2xlU3R5bGUiOnsiJGlkIjoiNDgxMCIsIk1hcmdpbiI6eyIkaWQiOiI0ODExIiwiVG9wIjowLjAsIkxlZnQiOjAuMCwiUmlnaHQiOjAuMCwiQm90dG9tIjowLjB9LCJQYWRkaW5nIjp7IiRpZCI6IjQ4MTIiLCJUb3AiOjAuMCwiTGVmdCI6MC4wLCJSaWdodCI6MC4wLCJCb3R0b20iOjAuMH0sIkJhY2tncm91bmQiOnsiJGlkIjoiNDgxMyIsIkNvbG9yIjp7IiRpZCI6IjQ4MTQiLCJBIjo2MywiUiI6MTEyLCJHIjoxNzMsIkIiOjcxfX0sIklzVmlzaWJsZSI6dHJ1ZSwiV2lkdGgiOjAuMCwiSGVpZ2h0IjowLjAsIkJvcmRlclN0eWxlIjp7IiRpZCI6IjQ4MTUiLCJMaW5lQ29sb3IiOnsiJGlkIjoiNDgxNiIsIiR0eXBlIjoiTkxSRS5Db21tb24uRG9tLlNvbGlkQ29sb3JCcnVzaCwgTkxSRS5Db21tb24iLCJDb2xvciI6eyIkaWQiOiI0ODE3IiwiQSI6MjU1LCJSIjoyNTUsIkciOjAsIkIiOjB9fSwiTGluZVdlaWdodCI6MC4wLCJMaW5lVHlwZSI6MCwiUGFyZW50U3R5bGUiOm51bGx9LCJQYXJlbnRTdHlsZSI6bnVsbH0sIk1hcmdpbiI6eyIkaWQiOiI0ODE4IiwiVG9wIjowLjAsIkxlZnQiOjAuMCwiUmlnaHQiOjAuMCwiQm90dG9tIjowLjB9LCJQYWRkaW5nIjp7IiRpZCI6IjQ4MTkiLCJUb3AiOjAuMCwiTGVmdCI6MC4wLCJSaWdodCI6MC4wLCJCb3R0b20iOjAuMH0sIkJhY2tncm91bmQiOm51bGwsIklzVmlzaWJsZSI6dHJ1ZSwiV2lkdGgiOjAuMCwiSGVpZ2h0IjowLjAsIkJvcmRlclN0eWxlIjpudWxsLCJQYXJlbnRTdHlsZSI6bnVsbH0sIkJhY2tncm91bmRTdHlsZSI6eyIkaWQiOiI0ODIwIiwiTWFyZ2luIjp7IiRpZCI6IjQ4MjEiLCJUb3AiOjAuMCwiTGVmdCI6MC4wLCJSaWdodCI6MC4wLCJCb3R0b20iOjAuMH0sIlBhZGRpbmciOnsiJGlkIjoiNDgyMiIsIlRvcCI6MC4wLCJMZWZ0IjowLjAsIlJpZ2h0IjowLjAsIkJvdHRvbSI6MC4wfSwiQmFja2dyb3VuZCI6eyIkaWQiOiI0ODIzIiwiQ29sb3IiOnsiJGlkIjoiNDgyNCIsIkEiOjUxLCJSIjoxMTUsIkciOjExNSwiQiI6MTE1fX0sIklzVmlzaWJsZSI6dHJ1ZSwiV2lkdGgiOjAuMCwiSGVpZ2h0IjowLjAsIkJvcmRlclN0eWxlIjp7IiRpZCI6IjQ4MjUiLCJMaW5lQ29sb3IiOnsiJGlkIjoiNDgyNiIsIiR0eXBlIjoiTkxSRS5Db21tb24uRG9tLlNvbGlkQ29sb3JCcnVzaCwgTkxSRS5Db21tb24iLCJDb2xvciI6eyIkaWQiOiI0ODI3IiwiQSI6MjU1LCJSIjoyMzQsIkciOjIyLCJCIjozMH19LCJMaW5lV2VpZ2h0IjowLjAsIkxpbmVUeXBlIjowLCJQYXJlbnRTdHlsZSI6bnVsbH0sIlBhcmVudFN0eWxlIjpudWxsfSwiTWFyZ2luIjp7IiRpZCI6IjQ4MjgiLCJUb3AiOjAuMCwiTGVmdCI6MC4wLCJSaWdodCI6MC4wLCJCb3R0b20iOjAuMH0sIlBhZGRpbmciOnsiJGlkIjoiNDgyOSIsIlRvcCI6MC4wLCJMZWZ0IjowLjAsIlJpZ2h0IjowLjAsIkJvdHRvbSI6MC4wfSwiSXNWaXNpYmxlIjp0cnVlLCJXaWR0aCI6MC4wLCJIZWlnaHQiOjAuMCwiQm9yZGVyU3R5bGUiOm51bGwsIlBhcmVudFN0eWxlIjpudWxsfSwiTWFyZ2luIjp7IiRpZCI6IjQ4MzAiLCJUb3AiOjAuMCwiTGVmdCI6MC4wLCJSaWdodCI6MC4wLCJCb3R0b20iOjAuMH0sIlBhZGRpbmciOnsiJGlkIjoiNDgzMSIsIlRvcCI6MC4wLCJMZWZ0IjowLjAsIlJpZ2h0IjowLjAsIkJvdHRvbSI6MC4wfSwiSXNWaXNpYmxlIjp0cnVlLCJXaWR0aCI6MC4wLCJIZWlnaHQiOjAuMCwiQm9yZGVyU3R5bGUiOnsiJGlkIjoiNDgzMiIsIkxpbmVDb2xvciI6bnVsbCwiTGluZVdlaWdodCI6MC4wLCJMaW5lVHlwZSI6MCwiUGFyZW50U3R5bGUiOm51bGx9LCJQYXJlbnRTdHlsZSI6bnVsbH0seyIkaWQiOiI0ODMzIiwiU3R5bGVJZCI6IjAwMDAwMDAwLTAwMDAtMDAwMC0wMDAwLTAwMDAwMDAwMDAwMCIsIkhlYWRlclN0eWxlIjp7IiRpZCI6IjQ4MzQiLCJUZXh0SXNWZXJ0aWNhbCI6ZmFsc2UsIlRleHRTdHlsZSI6eyIkaWQiOiI0ODM1IiwiRm9udFNldHRpbmdzIjp7IiRpZCI6IjQ4MzYiLCJGb250U2l6ZSI6MTIsIkZvbnROYW1lIjoiQ2FsaWJyaSIsIklzQm9sZCI6ZmFsc2UsIklzSXRhbGljIjpmYWxzZSwiSXNVbmRlcmxpbmVkIjpmYWxzZSwiUGFyZW50U3R5bGUiOm51bGx9LCJBdXRvU2l6ZSI6MiwiRm9yZWdyb3VuZCI6eyIkaWQiOiI0ODM3IiwiQ29sb3IiOnsiJGlkIjoiNDgzOCIsIkEiOjI1NSwiUiI6MjU1LCJHIjoyNTUsIkIiOjI1NX19LCJNYXhXaWR0aCI6NzEuMCwiTWF4SGVpZ2h0IjoiSW5maW5pdHkiLCJTbWFydEZvcmVncm91bmRJc0FjdGl2ZSI6ZmFsc2UsIkhvcml6b250YWxBbGlnbm1lbnQiOjAsIlZlcnRpY2FsQWxpZ25tZW50IjowLCJTbWFydEZvcmVncm91bmQiOm51bGwsIkJhY2tncm91bmRGaWxsVHlwZSI6MCwiTWFyZ2luIjp7IiRpZCI6IjQ4MzkiLCJUb3AiOjAuMCwiTGVmdCI6MC4wLCJSaWdodCI6MC4wLCJCb3R0b20iOjAuMH0sIlBhZGRpbmciOnsiJGlkIjoiNDg0MCIsIlRvcCI6MC4wLCJMZWZ0IjowLjAsIlJpZ2h0IjowLjAsIkJvdHRvbSI6MC4wfSwiQmFja2dyb3VuZCI6bnVsbCwiSXNWaXNpYmxlIjp0cnVlLCJXaWR0aCI6MC4wLCJIZWlnaHQiOjAuMCwiQm9yZGVyU3R5bGUiOm51bGwsIlBhcmVudFN0eWxlIjpudWxsfSwiUmVjdGFuZ2xlU3R5bGUiOnsiJGlkIjoiNDg0MSIsIk1hcmdpbiI6eyIkaWQiOiI0ODQyIiwiVG9wIjowLjAsIkxlZnQiOjAuMCwiUmlnaHQiOjAuMCwiQm90dG9tIjowLjB9LCJQYWRkaW5nIjp7IiRpZCI6IjQ4NDMiLCJUb3AiOjAuMCwiTGVmdCI6MC4wLCJSaWdodCI6MC4wLCJCb3R0b20iOjAuMH0sIkJhY2tncm91bmQiOnsiJGlkIjoiNDg0NCIsIkNvbG9yIjp7IiRpZCI6IjQ4NDUiLCJBIjoyNTUsIlIiOjAsIkciOjkyLCJCIjoxNDF9fSwiSXNWaXNpYmxlIjp0cnVlLCJXaWR0aCI6MC4wLCJIZWlnaHQiOjAuMCwiQm9yZGVyU3R5bGUiOnsiJGlkIjoiNDg0NiIsIkxpbmVDb2xvciI6eyIkaWQiOiI0ODQ3IiwiJHR5cGUiOiJOTFJFLkNvbW1vbi5Eb20uU29saWRDb2xvckJydXNoLCBOTFJFLkNvbW1vbiIsIkNvbG9yIjp7IiRpZCI6IjQ4NDgiLCJBIjoyNTUsIlIiOjI1NSwiRyI6MCwiQiI6MH19LCJMaW5lV2VpZ2h0IjowLjAsIkxpbmVUeXBlIjowLCJQYXJlbnRTdHlsZSI6bnVsbH0sIlBhcmVudFN0eWxlIjpudWxsfSwiTWFyZ2luIjp7IiRpZCI6IjQ4NDkiLCJUb3AiOjAuMCwiTGVmdCI6MC4wLCJSaWdodCI6MC4wLCJCb3R0b20iOjAuMH0sIlBhZGRpbmciOnsiJGlkIjoiNDg1MCIsIlRvcCI6MC4wLCJMZWZ0IjowLjAsIlJpZ2h0IjowLjAsIkJvdHRvbSI6MC4wfSwiQmFja2dyb3VuZCI6bnVsbCwiSXNWaXNpYmxlIjp0cnVlLCJXaWR0aCI6MC4wLCJIZWlnaHQiOjAuMCwiQm9yZGVyU3R5bGUiOm51bGwsIlBhcmVudFN0eWxlIjpudWxsfSwiQmFja2dyb3VuZFN0eWxlIjp7IiRpZCI6IjQ4NTEiLCJNYXJnaW4iOnsiJGlkIjoiNDg1MiIsIlRvcCI6MC4wLCJMZWZ0IjowLjAsIlJpZ2h0IjowLjAsIkJvdHRvbSI6MC4wfSwiUGFkZGluZyI6eyIkaWQiOiI0ODUzIiwiVG9wIjowLjAsIkxlZnQiOjAuMCwiUmlnaHQiOjAuMCwiQm90dG9tIjowLjB9LCJCYWNrZ3JvdW5kIjp7IiRpZCI6IjQ4NTQiLCJDb2xvciI6eyIkaWQiOiI0ODU1IiwiQSI6NTEsIlIiOjU0LCJHIjoxNjksIkIiOjIyNX19LCJJc1Zpc2libGUiOnRydWUsIldpZHRoIjowLjAsIkhlaWdodCI6MC4wLCJCb3JkZXJTdHlsZSI6eyIkaWQiOiI0ODU2IiwiTGluZUNvbG9yIjp7IiRpZCI6IjQ4NTciLCIkdHlwZSI6Ik5MUkUuQ29tbW9uLkRvbS5Tb2xpZENvbG9yQnJ1c2gsIE5MUkUuQ29tbW9uIiwiQ29sb3IiOnsiJGlkIjoiNDg1OCIsIkEiOjI1NSwiUiI6MjM0LCJHIjoyMiwiQiI6MzB9fSwiTGluZVdlaWdodCI6MC4wLCJMaW5lVHlwZSI6MCwiUGFyZW50U3R5bGUiOm51bGx9LCJQYXJlbnRTdHlsZSI6bnVsbH0sIklzQWJvdmVUaW1lYmFuZCI6ZmFsc2UsIlNwYWNpbmciOjIsIkRlZmF1bHRTd2ltbGFuZVRhc2tTdHlsZSI6eyIkaWQiOiI0ODU5IiwiJHR5cGUiOiJOTFJFLkNvbW1vbi5Eb20uU3R5bGVzLkV4cGxpY2l0U2V0YWJsZVRhc2tTdHlsZSwgTkxSRS5Db21tb24iLCJTaGFwZSI6MSwiU2hhcGVUaGlja25lc3MiOjAsIkR1cmF0aW9uRm9ybWF0IjowLCJJbmNsdWRlTm9uV29ya2luZ0RheXNJbkR1cmF0aW9uIjpmYWxzZSwiUGVyY2VudGFnZUNvbXBsZXRlU3R5bGUiOnsiJGlkIjoiNDg2MCIsIkZvbnRTZXR0aW5ncyI6eyIkaWQiOiI0ODYxIiwiRm9udFNpemUiOjEwLCJGb250TmFtZSI6IkNhbGlicmkiLCJJc0JvbGQiOmZhbHNlLCJJc0l0YWxpYyI6ZmFsc2UsIklzVW5kZXJsaW5lZCI6ZmFsc2UsIlBhcmVudFN0eWxlIjpudWxsfSwiQXV0b1NpemUiOjAsIkZvcmVncm91bmQiOnsiJGlkIjoiNDg2MiIsIkNvbG9yIjp7IiRpZCI6IjQ4NjMiLCJBIjoyNTUsIlIiOjIzNywiRyI6MTI1LCJCIjo0OX19LCJNYXhXaWR0aCI6MjAwLjAsIk1heEhlaWdodCI6IkluZmluaXR5IiwiU21hcnRGb3JlZ3JvdW5kSXNBY3RpdmUiOmZhbHNlLCJIb3Jpem9udGFsQWxpZ25tZW50IjoxLCJWZXJ0aWNhbEFsaWdubWVudCI6MCwiU21hcnRGb3JlZ3JvdW5kIjpudWxsLCJCYWNrZ3JvdW5kRmlsbFR5cGUiOjAsIk1hcmdpbiI6eyIkaWQiOiI0ODY0IiwiVG9wIjowLjAsIkxlZnQiOjAuMCwiUmlnaHQiOjAuMCwiQm90dG9tIjowLjB9LCJQYWRkaW5nIjp7IiRpZCI6IjQ4NjUiLCJUb3AiOjAuMCwiTGVmdCI6MC4wLCJSaWdodCI6MC4wLCJCb3R0b20iOjAuMH0sIkJhY2tncm91bmQiOnsiJGlkIjoiNDg2NiIsIkNvbG9yIjp7IiRpZCI6IjQ4NjciLCJBIjo4OSwiUiI6MCwiRyI6MCwiQiI6MH19LCJJc1Zpc2libGUiOnRydWUsIldpZHRoIjowLjAsIkhlaWdodCI6MC4wLCJCb3JkZXJTdHlsZSI6bnVsbCwiUGFyZW50U3R5bGUiOm51bGx9LCJEdXJhdGlvblN0eWxlIjp7IiRpZCI6IjQ4NjgiLCJGb250U2V0dGluZ3MiOnsiJGlkIjoiNDg2OSIsIkZvbnRTaXplIjoxMCwiRm9udE5hbWUiOiJDYWxpYnJpIiwiSXNCb2xkIjpmYWxzZSwiSXNJdGFsaWMiOmZhbHNlLCJJc1VuZGVybGluZWQiOmZhbHNlLCJQYXJlbnRTdHlsZSI6bnVsbH0sIkF1dG9TaXplIjowLCJGb3JlZ3JvdW5kIjp7IiRpZCI6IjQ4NzAiLCJDb2xvciI6eyIkaWQiOiI0ODc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Dg3MiIsIlRvcCI6MC4wLCJMZWZ0IjowLjAsIlJpZ2h0IjowLjAsIkJvdHRvbSI6MC4wfSwiUGFkZGluZyI6eyIkaWQiOiI0ODczIiwiVG9wIjowLjAsIkxlZnQiOjAuMCwiUmlnaHQiOjAuMCwiQm90dG9tIjowLjB9LCJCYWNrZ3JvdW5kIjp7IiRpZCI6IjQ4NzQiLCJDb2xvciI6eyIkaWQiOiI0ODc1IiwiQSI6MCwiUiI6MCwiRyI6MCwiQiI6MH19LCJJc1Zpc2libGUiOnRydWUsIldpZHRoIjowLjAsIkhlaWdodCI6MC4wLCJCb3JkZXJTdHlsZSI6bnVsbCwiUGFyZW50U3R5bGUiOm51bGx9LCJIb3Jpem9udGFsQ29ubmVjdG9yU3R5bGUiOnsiJGlkIjoiNDg3NiIsIkxpbmVDb2xvciI6eyIkaWQiOiI0ODc3IiwiJHR5cGUiOiJOTFJFLkNvbW1vbi5Eb20uU29saWRDb2xvckJydXNoLCBOTFJFLkNvbW1vbiIsIkNvbG9yIjp7IiRpZCI6IjQ4NzgiLCJBIjoyNTUsIlIiOjIwNCwiRyI6MjA0LCJCIjoyMDR9fSwiTGluZVdlaWdodCI6MS4wLCJMaW5lVHlwZSI6MCwiUGFyZW50U3R5bGUiOm51bGx9LCJWZXJ0aWNhbENvbm5lY3RvclN0eWxlIjp7IiRpZCI6IjQ4NzkiLCJMaW5lQ29sb3IiOnsiJGlkIjoiNDg4MCIsIiR0eXBlIjoiTkxSRS5Db21tb24uRG9tLlNvbGlkQ29sb3JCcnVzaCwgTkxSRS5Db21tb24iLCJDb2xvciI6eyIkaWQiOiI0ODgx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YsIlNwYWNpbmciOjMsIklzQmVsb3dUaW1lYmFuZCI6dHJ1ZSwiUGVyY2VudGFnZUNvbXBsZXRlU2hhcGVPcGFjaXR5IjozNSwiQmFzZWxpbmVTdHlsZSI6eyIkaWQiOiI0ODgyIiwiU2hhcGVTdHlsZSI6eyIkaWQiOiI0ODgzIiwiTWFyZ2luIjp7IiRpZCI6IjQ4ODQiLCJUb3AiOjAuMCwiTGVmdCI6MC4wLCJSaWdodCI6MC4wLCJCb3R0b20iOjAuMH0sIlBhZGRpbmciOnsiJGlkIjoiNDg4NSIsIlRvcCI6MC4wLCJMZWZ0IjowLjAsIlJpZ2h0IjowLjAsIkJvdHRvbSI6MC4wfSwiQmFja2dyb3VuZCI6eyIkaWQiOiI0ODg2IiwiQ29sb3IiOnsiJGlkIjoiNDg4NyIsIkEiOjE1MywiUiI6MCwiRyI6MCwiQiI6MH19LCJJc1Zpc2libGUiOnRydWUsIldpZHRoIjowLjAsIkhlaWdodCI6MC4wLCJCb3JkZXJTdHlsZSI6eyIkaWQiOiI0ODg4IiwiTGluZUNvbG9yIjpudWxsLCJMaW5lV2VpZ2h0IjowLjAsIkxpbmVUeXBlIjowLCJQYXJlbnRTdHlsZSI6bnVsbH0sIlBhcmVudFN0eWxlIjpudWxsfSwiTWFyZ2luIjp7IiRpZCI6IjQ4ODkiLCJUb3AiOjAuMCwiTGVmdCI6MC4wLCJSaWdodCI6MC4wLCJCb3R0b20iOjAuMH0sIlBhZGRpbmciOnsiJGlkIjoiNDg5MCIsIlRvcCI6MC4wLCJMZWZ0IjowLjAsIlJpZ2h0IjowLjAsIkJvdHRvbSI6MC4wfSwiQmFja2dyb3VuZCI6bnVsbCwiSXNWaXNpYmxlIjp0cnVlLCJXaWR0aCI6MC4wLCJIZWlnaHQiOjAuMCwiQm9yZGVyU3R5bGUiOm51bGwsIlBhcmVudFN0eWxlIjpudWxsfSwiU2hhcGVTdHlsZSI6eyIkaWQiOiI0ODkxIiwiTWFyZ2luIjp7IiRpZCI6IjQ4OTIiLCJUb3AiOjAuMCwiTGVmdCI6NC4wLCJSaWdodCI6NC4wLCJCb3R0b20iOjAuMH0sIlBhZGRpbmciOnsiJGlkIjoiNDg5MyIsIlRvcCI6MC4wLCJMZWZ0IjowLjAsIlJpZ2h0IjowLjAsIkJvdHRvbSI6MC4wfSwiQmFja2dyb3VuZCI6eyIkaWQiOiI0ODk0IiwiQ29sb3IiOnsiJGlkIjoiNDg5NSIsIkEiOjI1NSwiUiI6MjYsIkciOjE3MCwiQiI6NjZ9fSwiSXNWaXNpYmxlIjp0cnVlLCJXaWR0aCI6MTY2LjAsIkhlaWdodCI6MTAuMCwiQm9yZGVyU3R5bGUiOnsiJGlkIjoiNDg5NiIsIkxpbmVDb2xvciI6eyIkaWQiOiI0ODk3IiwiJHR5cGUiOiJOTFJFLkNvbW1vbi5Eb20uU29saWRDb2xvckJydXNoLCBOTFJFLkNvbW1vbiIsIkNvbG9yIjp7IiRpZCI6IjQ4OTgiLCJBIjoyNTUsIlIiOjIzNCwiRyI6MjIsIkIiOjMwfX0sIkxpbmVXZWlnaHQiOjAuMCwiTGluZVR5cGUiOjAsIlBhcmVudFN0eWxlIjpudWxsfSwiUGFyZW50U3R5bGUiOm51bGx9LCJUaXRsZVN0eWxlIjp7IiRpZCI6IjQ4OTkiLCJGb250U2V0dGluZ3MiOnsiJGlkIjoiNDkwMCIsIkZvbnRTaXplIjoxMSwiRm9udE5hbWUiOiJDYWxpYnJpIiwiSXNCb2xkIjp0cnVlLCJJc0l0YWxpYyI6ZmFsc2UsIklzVW5kZXJsaW5lZCI6ZmFsc2UsIlBhcmVudFN0eWxlIjpudWxsfSwiQXV0b1NpemUiOjAsIkZvcmVncm91bmQiOnsiJGlkIjoiNDkwMSIsIkNvbG9yIjp7IiRpZCI6IjQ5MDI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DkwMyIsIlRvcCI6MC4wLCJMZWZ0IjowLjAsIlJpZ2h0IjowLjAsIkJvdHRvbSI6MC4wfSwiUGFkZGluZyI6eyIkaWQiOiI0OTA0IiwiVG9wIjowLjAsIkxlZnQiOjAuMCwiUmlnaHQiOjAuMCwiQm90dG9tIjowLjB9LCJCYWNrZ3JvdW5kIjp7IiRpZCI6IjQ5MDUiLCJDb2xvciI6eyIkaWQiOiI0OTA2IiwiQSI6MCwiUiI6MjU1LCJHIjoyNTUsIkIiOjI1NX19LCJJc1Zpc2libGUiOnRydWUsIldpZHRoIjowLjAsIkhlaWdodCI6MC4wLCJCb3JkZXJTdHlsZSI6bnVsbCwiUGFyZW50U3R5bGUiOm51bGx9LCJEYXRlU3R5bGUiOnsiJGlkIjoiNDkwNyIsIkZvbnRTZXR0aW5ncyI6eyIkaWQiOiI0OTA4IiwiRm9udFNpemUiOjEwLCJGb250TmFtZSI6IkNhbGlicmkiLCJJc0JvbGQiOmZhbHNlLCJJc0l0YWxpYyI6ZmFsc2UsIklzVW5kZXJsaW5lZCI6ZmFsc2UsIlBhcmVudFN0eWxlIjpudWxsfSwiQXV0b1NpemUiOjAsIkZvcmVncm91bmQiOnsiJGlkIjoiNDkwOSIsIkNvbG9yIjp7IiRpZCI6IjQ5MT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Q5MTEiLCJUb3AiOjAuMCwiTGVmdCI6MC4wLCJSaWdodCI6MC4wLCJCb3R0b20iOjAuMH0sIlBhZGRpbmciOnsiJGlkIjoiNDkxMiIsIlRvcCI6MC4wLCJMZWZ0IjowLjAsIlJpZ2h0IjowLjAsIkJvdHRvbSI6MC4wfSwiQmFja2dyb3VuZCI6eyIkaWQiOiI0OTEzIiwiQ29sb3IiOnsiJGlkIjoiNDkxNCIsIkEiOjAsIlIiOjI1NSwiRyI6MjU1LCJCIjoyNTV9fSwiSXNWaXNpYmxlIjp0cnVlLCJXaWR0aCI6MC4wLCJIZWlnaHQiOjAuMCwiQm9yZGVyU3R5bGUiOm51bGwsIlBhcmVudFN0eWxlIjpudWxsfSwiRGF0ZUZvcm1hdCI6eyIkaWQiOiI0OTE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5MTYiLCJGb3JtYXQiOjAsIklzVmlzaWJsZSI6ZmFsc2UsIkxhc3RLbm93blZpc2liaWxpdHlTdGF0ZSI6ZmFsc2V9LCJJc1Zpc2libGUiOnRydWUsIlZhcmlhbmNlU3R5bGUiOnsiJGlkIjoiNDkxNyIsIlRleHRTdHlsZSI6eyIkaWQiOiI0OTE4IiwiRm9udFNldHRpbmdzIjp7IiRpZCI6IjQ5MTkiLCJGb250U2l6ZSI6MTEsIkZvbnROYW1lIjoiQ2FsaWJyaSIsIklzQm9sZCI6ZmFsc2UsIklzSXRhbGljIjpmYWxzZSwiSXNVbmRlcmxpbmVkIjpmYWxzZSwiUGFyZW50U3R5bGUiOm51bGx9LCJBdXRvU2l6ZSI6MCwiRm9yZWdyb3VuZCI6eyIkaWQiOiI0OTIwIiwiQ29sb3IiOnsiJGlkIjoiNDky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OTIyIiwiVG9wIjowLjAsIkxlZnQiOjAuMCwiUmlnaHQiOjAuMCwiQm90dG9tIjowLjB9LCJQYWRkaW5nIjp7IiRpZCI6IjQ5MjMiLCJUb3AiOjAuMCwiTGVmdCI6MC4wLCJSaWdodCI6MC4wLCJCb3R0b20iOjAuMH0sIkJhY2tncm91bmQiOnsiJGlkIjoiNDkyNCIsIkNvbG9yIjp7IiRpZCI6IjQ5MjUiLCJBIjowLCJSIjowLCJHIjowLCJCIjowfX0sIklzVmlzaWJsZSI6dHJ1ZSwiV2lkdGgiOjAuMCwiSGVpZ2h0IjowLjAsIkJvcmRlclN0eWxlIjp7IiRpZCI6IjQ5MjYiLCJMaW5lQ29sb3IiOm51bGwsIkxpbmVXZWlnaHQiOjAuMCwiTGluZVR5cGUiOjAsIlBhcmVudFN0eWxlIjpudWxsfSwiUGFyZW50U3R5bGUiOm51bGx9LCJQYXJlbnRTdHlsZSI6bnVsbH0sIlBhcmVudFN0eWxlIjpudWxsLCJfZXhwbGljaXRseVNldCI6eyIkaWQiOiI0OTI3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NDkyOCIsIlNoYXBlIjoyLCJDb25uZWN0b3JNYXJnaW4iOnsiJGlkIjoiNDkyOSIsIlRvcCI6MC4wLCJMZWZ0IjoyLjAsIlJpZ2h0IjoyLjAsIkJvdHRvbSI6MC4wfSwiQ29ubmVjdG9yU3R5bGUiOnsiJGlkIjoiNDkzMCIsIkxpbmVDb2xvciI6eyIkaWQiOiI0OTMxIiwiJHR5cGUiOiJOTFJFLkNvbW1vbi5Eb20uU29saWRDb2xvckJydXNoLCBOTFJFLkNvbW1vbiIsIkNvbG9yIjp7IiRpZCI6IjQ5MzIiLCJBIjoxMjcsIlIiOjc5LCJHIjoxMjksIkIiOjE4OX19LCJMaW5lV2VpZ2h0IjoxLjAsIkxpbmVUeXBlIjowLCJQYXJlbnRTdHlsZSI6bnVsbH0sIklzQmVsb3dUaW1lYmFuZCI6ZmFsc2UsIlBvc2l0aW9uT25UYXNrIjoxLCJIaWRlRGF0ZSI6ZmFsc2UsIlNoYXBlU2l6ZSI6MSwiU3BhY2luZyI6MC4wLCJQYWRkaW5nIjp7IiRpZCI6IjQ5MzMiLCJUb3AiOjUuMCwiTGVmdCI6My4wLCJSaWdodCI6MC4wLCJCb3R0b20iOjIuMH0sIlNoYXBlU3R5bGUiOnsiJGlkIjoiNDkzNCIsIk1hcmdpbiI6eyIkaWQiOiI0OTM1IiwiVG9wIjowLjAsIkxlZnQiOjAuMCwiUmlnaHQiOjAuMCwiQm90dG9tIjowLjB9LCJQYWRkaW5nIjp7IiRpZCI6IjQ5MzYiLCJUb3AiOjAuMCwiTGVmdCI6MC4wLCJSaWdodCI6MC4wLCJCb3R0b20iOjAuMH0sIkJhY2tncm91bmQiOnsiJGlkIjoiNDkzNyIsIkNvbG9yIjp7IiRpZCI6IjQ5MzgiLCJBIjoyNTUsIlIiOjAsIkciOjkyLCJCIjoxNDF9fSwiSXNWaXNpYmxlIjp0cnVlLCJXaWR0aCI6MTMuMCwiSGVpZ2h0IjoxMy4wLCJCb3JkZXJTdHlsZSI6eyIkaWQiOiI0OTM5IiwiTGluZUNvbG9yIjp7IiRpZCI6IjQ5NDAiLCIkdHlwZSI6Ik5MUkUuQ29tbW9uLkRvbS5Tb2xpZENvbG9yQnJ1c2gsIE5MUkUuQ29tbW9uIiwiQ29sb3IiOnsiJGlkIjoiNDk0MSIsIkEiOjI1NSwiUiI6MjM0LCJHIjoyMiwiQiI6MzB9fSwiTGluZVdlaWdodCI6MC4wLCJMaW5lVHlwZSI6MCwiUGFyZW50U3R5bGUiOm51bGx9LCJQYXJlbnRTdHlsZSI6bnVsbH0sIlRpdGxlU3R5bGUiOnsiJGlkIjoiNDk0MiIsIkZvbnRTZXR0aW5ncyI6eyIkaWQiOiI0OTQzIiwiRm9udFNpemUiOjExLCJGb250TmFtZSI6IkNhbGlicmkiLCJJc0JvbGQiOnRydWUsIklzSXRhbGljIjpmYWxzZSwiSXNVbmRlcmxpbmVkIjpmYWxzZSwiUGFyZW50U3R5bGUiOm51bGx9LCJBdXRvU2l6ZSI6MCwiRm9yZWdyb3VuZCI6eyIkaWQiOiI0OTQ0IiwiQ29sb3IiOnsiJGlkIjoiNDk0N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OTQ2IiwiVG9wIjowLjAsIkxlZnQiOjAuMCwiUmlnaHQiOjAuMCwiQm90dG9tIjowLjB9LCJQYWRkaW5nIjp7IiRpZCI6IjQ5NDciLCJUb3AiOjAuMCwiTGVmdCI6MC4wLCJSaWdodCI6MC4wLCJCb3R0b20iOjAuMH0sIkJhY2tncm91bmQiOnsiJGlkIjoiNDk0OCIsIkNvbG9yIjp7IiRpZCI6IjQ5NDkiLCJBIjowLCJSIjowLCJHIjowLCJCIjowfX0sIklzVmlzaWJsZSI6dHJ1ZSwiV2lkdGgiOjAuMCwiSGVpZ2h0IjowLjAsIkJvcmRlclN0eWxlIjpudWxsLCJQYXJlbnRTdHlsZSI6bnVsbH0sIkRhdGVTdHlsZSI6eyIkaWQiOiI0OTUwIiwiRm9udFNldHRpbmdzIjp7IiRpZCI6IjQ5NTEiLCJGb250U2l6ZSI6MTAsIkZvbnROYW1lIjoiQ2FsaWJyaSIsIklzQm9sZCI6ZmFsc2UsIklzSXRhbGljIjpmYWxzZSwiSXNVbmRlcmxpbmVkIjpmYWxzZSwiUGFyZW50U3R5bGUiOm51bGx9LCJBdXRvU2l6ZSI6MCwiRm9yZWdyb3VuZCI6eyIkaWQiOiI0OTUyIiwiQ29sb3IiOnsiJGlkIjoiNDk1My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Dk1NCIsIlRvcCI6MC4wLCJMZWZ0IjowLjAsIlJpZ2h0IjowLjAsIkJvdHRvbSI6MC4wfSwiUGFkZGluZyI6eyIkaWQiOiI0OTU1IiwiVG9wIjowLjAsIkxlZnQiOjAuMCwiUmlnaHQiOjAuMCwiQm90dG9tIjowLjB9LCJCYWNrZ3JvdW5kIjp7IiRpZCI6IjQ5NTYiLCJDb2xvciI6eyIkaWQiOiI0OTU3IiwiQSI6MCwiUiI6MCwiRyI6MCwiQiI6MH19LCJJc1Zpc2libGUiOnRydWUsIldpZHRoIjowLjAsIkhlaWdodCI6MC4wLCJCb3JkZXJTdHlsZSI6bnVsbCwiUGFyZW50U3R5bGUiOm51bGx9LCJEYXRlRm9ybWF0Ijp7IiRpZCI6IjQ5N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k1OSIsIkZvcm1hdCI6MCwiSXNWaXNpYmxlIjpmYWxzZSwiTGFzdEtub3duVmlzaWJpbGl0eVN0YXRlIjpmYWxzZX0sIklzVmlzaWJsZSI6dHJ1ZSwiVmFyaWFuY2VTdHlsZSI6eyIkaWQiOiI0OTYwIiwiVGV4dFN0eWxlIjp7IiRpZCI6IjQ5NjEiLCJGb250U2V0dGluZ3MiOnsiJGlkIjoiNDk2MiIsIkZvbnRTaXplIjoxMSwiRm9udE5hbWUiOiJDYWxpYnJpIiwiSXNCb2xkIjpmYWxzZSwiSXNJdGFsaWMiOmZhbHNlLCJJc1VuZGVybGluZWQiOmZhbHNlLCJQYXJlbnRTdHlsZSI6bnVsbH0sIkF1dG9TaXplIjowLCJGb3JlZ3JvdW5kIjp7IiRpZCI6IjQ5NjMiLCJDb2xvciI6eyIkaWQiOiI0OTY0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Q5NjUiLCJUb3AiOjAuMCwiTGVmdCI6MC4wLCJSaWdodCI6MC4wLCJCb3R0b20iOjAuMH0sIlBhZGRpbmciOnsiJGlkIjoiNDk2NiIsIlRvcCI6MC4wLCJMZWZ0IjowLjAsIlJpZ2h0IjowLjAsIkJvdHRvbSI6MC4wfSwiQmFja2dyb3VuZCI6eyIkaWQiOiI0OTY3IiwiQ29sb3IiOnsiJGlkIjoiNDk2OCIsIkEiOjAsIlIiOjAsIkciOjAsIkIiOjB9fSwiSXNWaXNpYmxlIjpmYWxzZSwiV2lkdGgiOjAuMCwiSGVpZ2h0IjowLjAsIkJvcmRlclN0eWxlIjp7IiRpZCI6IjQ5NjkiLCJMaW5lQ29sb3IiOm51bGwsIkxpbmVXZWlnaHQiOjAuMCwiTGluZVR5cGUiOjAsIlBhcmVudFN0eWxlIjpudWxsfSwiUGFyZW50U3R5bGUiOm51bGx9LCJQYXJlbnRTdHlsZSI6bnVsbH0sIlBhcmVudFN0eWxlIjpudWxsfSwiRGVmYXVsdFN3aW1sYW5lTWlsZXN0b25lU3R5bGUiOnsiJGlkIjoiNDk3MCIsIlRpdGxlUG9zaXRpb24iOiJSaWdodCIsIkRhdGVQb3NpdGlvbiI6IkxlZnQiLCJWYXJpYW5jZVBvc2l0aW9uIjoiTGVmdCIsIlNoYXBlVHlwZSI6MiwiU2hhcGVTaXplIjoxLCJTcGFjaW5nIjo1LCJTaGFwZVN0eWxlIjp7IiRpZCI6IjQ5NzEiLCJNYXJnaW4iOnsiJGlkIjoiNDk3MiIsIlRvcCI6MC4wLCJMZWZ0IjowLjAsIlJpZ2h0IjowLjAsIkJvdHRvbSI6MC4wfSwiUGFkZGluZyI6eyIkaWQiOiI0OTczIiwiVG9wIjowLjAsIkxlZnQiOjAuMCwiUmlnaHQiOjAuMCwiQm90dG9tIjowLjB9LCJCYWNrZ3JvdW5kIjp7IiRpZCI6IjQ5NzQiLCJDb2xvciI6eyIkaWQiOiI0OTc1IiwiQSI6MjU1LCJSIjowLCJHIjo5MiwiQiI6MTQxfX0sIklzVmlzaWJsZSI6dHJ1ZSwiV2lkdGgiOjEzLjAsIkhlaWdodCI6MTMuMCwiQm9yZGVyU3R5bGUiOnsiJGlkIjoiNDk3NiIsIkxpbmVDb2xvciI6eyIkaWQiOiI0OTc3IiwiJHR5cGUiOiJOTFJFLkNvbW1vbi5Eb20uU29saWRDb2xvckJydXNoLCBOTFJFLkNvbW1vbiIsIkNvbG9yIjp7IiRpZCI6IjQ5NzgiLCJBIjoyNTUsIlIiOjIzNCwiRyI6MjIsIkIiOjMwfX0sIkxpbmVXZWlnaHQiOjAuMCwiTGluZVR5cGUiOjAsIlBhcmVudFN0eWxlIjpudWxsfSwiUGFyZW50U3R5bGUiOm51bGx9LCJUaXRsZVN0eWxlIjp7IiRpZCI6IjQ5NzkiLCJGb250U2V0dGluZ3MiOnsiJGlkIjoiNDk4MCIsIkZvbnRTaXplIjoxMSwiRm9udE5hbWUiOiJDYWxpYnJpIiwiSXNCb2xkIjp0cnVlLCJJc0l0YWxpYyI6ZmFsc2UsIklzVW5kZXJsaW5lZCI6ZmFsc2UsIlBhcmVudFN0eWxlIjpudWxsfSwiQXV0b1NpemUiOjAsIkZvcmVncm91bmQiOnsiJGlkIjoiNDk4MSIsIkNvbG9yIjp7IiRpZCI6IjQ5ODI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Dk4MyIsIlRvcCI6MC4wLCJMZWZ0IjowLjAsIlJpZ2h0IjowLjAsIkJvdHRvbSI6MC4wfSwiUGFkZGluZyI6eyIkaWQiOiI0OTg0IiwiVG9wIjowLjAsIkxlZnQiOjAuMCwiUmlnaHQiOjAuMCwiQm90dG9tIjowLjB9LCJCYWNrZ3JvdW5kIjp7IiRpZCI6IjQ5ODUiLCJDb2xvciI6eyIkaWQiOiI0OTg2IiwiQSI6MCwiUiI6MCwiRyI6MCwiQiI6MH19LCJJc1Zpc2libGUiOnRydWUsIldpZHRoIjowLjAsIkhlaWdodCI6MC4wLCJCb3JkZXJTdHlsZSI6bnVsbCwiUGFyZW50U3R5bGUiOm51bGx9LCJEYXRlU3R5bGUiOnsiJGlkIjoiNDk4NyIsIkZvbnRTZXR0aW5ncyI6eyIkaWQiOiI0OTg4IiwiRm9udFNpemUiOjEwLCJGb250TmFtZSI6IkNhbGlicmkiLCJJc0JvbGQiOmZhbHNlLCJJc0l0YWxpYyI6ZmFsc2UsIklzVW5kZXJsaW5lZCI6ZmFsc2UsIlBhcmVudFN0eWxlIjpudWxsfSwiQXV0b1NpemUiOjAsIkZvcmVncm91bmQiOnsiJGlkIjoiNDk4OSIsIkNvbG9yIjp7IiRpZCI6IjQ5OT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Q5OTEiLCJUb3AiOjAuMCwiTGVmdCI6MC4wLCJSaWdodCI6MC4wLCJCb3R0b20iOjAuMH0sIlBhZGRpbmciOnsiJGlkIjoiNDk5MiIsIlRvcCI6MC4wLCJMZWZ0IjowLjAsIlJpZ2h0IjowLjAsIkJvdHRvbSI6MC4wfSwiQmFja2dyb3VuZCI6eyIkaWQiOiI0OTkzIiwiQ29sb3IiOnsiJGlkIjoiNDk5NCIsIkEiOjAsIlIiOjAsIkciOjAsIkIiOjB9fSwiSXNWaXNpYmxlIjp0cnVlLCJXaWR0aCI6MC4wLCJIZWlnaHQiOjAuMCwiQm9yZGVyU3R5bGUiOm51bGwsIlBhcmVudFN0eWxlIjpudWxsfSwiRGF0ZUZvcm1hdCI6eyIkaWQiOiI0OTk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5OTYiLCJGb3JtYXQiOjAsIklzVmlzaWJsZSI6ZmFsc2UsIkxhc3RLbm93blZpc2liaWxpdHlTdGF0ZSI6ZmFsc2V9LCJJc1Zpc2libGUiOnRydWUsIlZhcmlhbmNlU3R5bGUiOnsiJGlkIjoiNDk5NyIsIlRleHRTdHlsZSI6eyIkaWQiOiI0OTk4IiwiRm9udFNldHRpbmdzIjp7IiRpZCI6IjQ5OTkiLCJGb250U2l6ZSI6MTEsIkZvbnROYW1lIjoiQ2FsaWJyaSIsIklzQm9sZCI6ZmFsc2UsIklzSXRhbGljIjpmYWxzZSwiSXNVbmRlcmxpbmVkIjpmYWxzZSwiUGFyZW50U3R5bGUiOm51bGx9LCJBdXRvU2l6ZSI6MCwiRm9yZWdyb3VuZCI6eyIkaWQiOiI1MDAwIiwiQ29sb3IiOnsiJGlkIjoiNTAw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MDAyIiwiVG9wIjowLjAsIkxlZnQiOjAuMCwiUmlnaHQiOjAuMCwiQm90dG9tIjowLjB9LCJQYWRkaW5nIjp7IiRpZCI6IjUwMDMiLCJUb3AiOjAuMCwiTGVmdCI6MC4wLCJSaWdodCI6MC4wLCJCb3R0b20iOjAuMH0sIkJhY2tncm91bmQiOnsiJGlkIjoiNTAwNCIsIkNvbG9yIjp7IiRpZCI6IjUwMDUiLCJBIjowLCJSIjowLCJHIjowLCJCIjowfX0sIklzVmlzaWJsZSI6dHJ1ZSwiV2lkdGgiOjAuMCwiSGVpZ2h0IjowLjAsIkJvcmRlclN0eWxlIjp7IiRpZCI6IjUwMDYiLCJMaW5lQ29sb3IiOm51bGwsIkxpbmVXZWlnaHQiOjAuMCwiTGluZVR5cGUiOjAsIlBhcmVudFN0eWxlIjpudWxsfSwiUGFyZW50U3R5bGUiOm51bGx9LCJQYXJlbnRTdHlsZSI6bnVsbH0sIlBhcmVudFN0eWxlIjpudWxsfSwiRGVmYXVsdFN3aW1sYW5lQWN0aXZpdHlTdHlsZSI6eyIkaWQiOiI1MDA3IiwiSGVhZGVyU3R5bGUiOnsiJGlkIjoiNTAwOCIsIlRleHRTdHlsZSI6eyIkaWQiOiI1MDA5IiwiRm9udFNldHRpbmdzIjp7IiRpZCI6IjUwMTAiLCJGb250U2l6ZSI6MTEsIkZvbnROYW1lIjoiQ2FsaWJyaSIsIklzQm9sZCI6ZmFsc2UsIklzSXRhbGljIjpmYWxzZSwiSXNVbmRlcmxpbmVkIjpmYWxzZSwiUGFyZW50U3R5bGUiOm51bGx9LCJBdXRvU2l6ZSI6MiwiRm9yZWdyb3VuZCI6eyIkaWQiOiI1MDExIiwiQ29sb3IiOnsiJGlkIjoiNTAxMiIsIkEiOjI1NSwiUiI6MCwiRyI6MCwiQiI6MH19LCJNYXhXaWR0aCI6MC4wLCJNYXhIZWlnaHQiOiJJbmZpbml0eSIsIlNtYXJ0Rm9yZWdyb3VuZElzQWN0aXZlIjpmYWxzZSwiSG9yaXpvbnRhbEFsaWdubWVudCI6MCwiVmVydGljYWxBbGlnbm1lbnQiOjAsIlNtYXJ0Rm9yZWdyb3VuZCI6bnVsbCwiQmFja2dyb3VuZEZpbGxUeXBlIjowLCJNYXJnaW4iOnsiJGlkIjoiNTAxMyIsIlRvcCI6MC4wLCJMZWZ0IjowLjAsIlJpZ2h0IjowLjAsIkJvdHRvbSI6MC4wfSwiUGFkZGluZyI6eyIkaWQiOiI1MDE0IiwiVG9wIjowLjAsIkxlZnQiOjAuMCwiUmlnaHQiOjAuMCwiQm90dG9tIjowLjB9LCJCYWNrZ3JvdW5kIjpudWxsLCJJc1Zpc2libGUiOnRydWUsIldpZHRoIjowLjAsIkhlaWdodCI6MC4wLCJCb3JkZXJTdHlsZSI6bnVsbCwiUGFyZW50U3R5bGUiOm51bGx9LCJSZWN0YW5nbGVTdHlsZSI6eyIkaWQiOiI1MDE1IiwiTWFyZ2luIjp7IiRpZCI6IjUwMTYiLCJUb3AiOjAuMCwiTGVmdCI6MC4wLCJSaWdodCI6MC4wLCJCb3R0b20iOjAuMH0sIlBhZGRpbmciOnsiJGlkIjoiNTAxNyIsIlRvcCI6MC4wLCJMZWZ0IjowLjAsIlJpZ2h0IjowLjAsIkJvdHRvbSI6MC4wfSwiQmFja2dyb3VuZCI6eyIkaWQiOiI1MDE4IiwiQ29sb3IiOnsiJGlkIjoiNTAxOSIsIkEiOjYzLCJSIjowLCJHIjo5MiwiQiI6MTQxfX0sIklzVmlzaWJsZSI6dHJ1ZSwiV2lkdGgiOjAuMCwiSGVpZ2h0IjowLjAsIkJvcmRlclN0eWxlIjp7IiRpZCI6IjUwMjAiLCJMaW5lQ29sb3IiOnsiJGlkIjoiNTAyMSIsIiR0eXBlIjoiTkxSRS5Db21tb24uRG9tLlNvbGlkQ29sb3JCcnVzaCwgTkxSRS5Db21tb24iLCJDb2xvciI6eyIkaWQiOiI1MDIyIiwiQSI6MjU1LCJSIjoyNTUsIkciOjAsIkIiOjB9fSwiTGluZVdlaWdodCI6MC4wLCJMaW5lVHlwZSI6MCwiUGFyZW50U3R5bGUiOm51bGx9LCJQYXJlbnRTdHlsZSI6bnVsbH0sIk1hcmdpbiI6eyIkaWQiOiI1MDIzIiwiVG9wIjowLjAsIkxlZnQiOjAuMCwiUmlnaHQiOjAuMCwiQm90dG9tIjowLjB9LCJQYWRkaW5nIjp7IiRpZCI6IjUwMjQiLCJUb3AiOjAuMCwiTGVmdCI6MC4wLCJSaWdodCI6MC4wLCJCb3R0b20iOjAuMH0sIkJhY2tncm91bmQiOm51bGwsIklzVmlzaWJsZSI6dHJ1ZSwiV2lkdGgiOjAuMCwiSGVpZ2h0IjowLjAsIkJvcmRlclN0eWxlIjpudWxsLCJQYXJlbnRTdHlsZSI6bnVsbH0sIkJhY2tncm91bmRTdHlsZSI6eyIkaWQiOiI1MDI1IiwiTWFyZ2luIjp7IiRpZCI6IjUwMjYiLCJUb3AiOjAuMCwiTGVmdCI6MC4wLCJSaWdodCI6MC4wLCJCb3R0b20iOjAuMH0sIlBhZGRpbmciOnsiJGlkIjoiNTAyNyIsIlRvcCI6MC4wLCJMZWZ0IjowLjAsIlJpZ2h0IjowLjAsIkJvdHRvbSI6MC4wfSwiQmFja2dyb3VuZCI6eyIkaWQiOiI1MDI4IiwiQ29sb3IiOnsiJGlkIjoiNTAyOSIsIkEiOjUxLCJSIjo1NCwiRyI6MTY5LCJCIjoyMjV9fSwiSXNWaXNpYmxlIjp0cnVlLCJXaWR0aCI6MC4wLCJIZWlnaHQiOjAuMCwiQm9yZGVyU3R5bGUiOnsiJGlkIjoiNTAzMCIsIkxpbmVDb2xvciI6eyIkaWQiOiI1MDMxIiwiJHR5cGUiOiJOTFJFLkNvbW1vbi5Eb20uU29saWRDb2xvckJydXNoLCBOTFJFLkNvbW1vbiIsIkNvbG9yIjp7IiRpZCI6IjUwMzIiLCJBIjoyNTUsIlIiOjIzNCwiRyI6MjIsIkIiOjMwfX0sIkxpbmVXZWlnaHQiOjAuMCwiTGluZVR5cGUiOjAsIlBhcmVudFN0eWxlIjpudWxsfSwiUGFyZW50U3R5bGUiOm51bGx9LCJNYXJnaW4iOnsiJGlkIjoiNTAzMyIsIlRvcCI6MC4wLCJMZWZ0IjowLjAsIlJpZ2h0IjowLjAsIkJvdHRvbSI6MC4wfSwiUGFkZGluZyI6eyIkaWQiOiI1MDM0IiwiVG9wIjowLjAsIkxlZnQiOjAuMCwiUmlnaHQiOjAuMCwiQm90dG9tIjowLjB9LCJJc1Zpc2libGUiOnRydWUsIldpZHRoIjowLjAsIkhlaWdodCI6MC4wLCJCb3JkZXJTdHlsZSI6bnVsbCwiUGFyZW50U3R5bGUiOm51bGx9LCJNYXJnaW4iOnsiJGlkIjoiNTAzNSIsIlRvcCI6MC4wLCJMZWZ0IjowLjAsIlJpZ2h0IjowLjAsIkJvdHRvbSI6MC4wfSwiUGFkZGluZyI6eyIkaWQiOiI1MDM2IiwiVG9wIjowLjAsIkxlZnQiOjAuMCwiUmlnaHQiOjAuMCwiQm90dG9tIjowLjB9LCJJc1Zpc2libGUiOnRydWUsIldpZHRoIjowLjAsIkhlaWdodCI6MC4wLCJCb3JkZXJTdHlsZSI6eyIkaWQiOiI1MDM3IiwiTGluZUNvbG9yIjpudWxsLCJMaW5lV2VpZ2h0IjowLjAsIkxpbmVUeXBlIjowLCJQYXJlbnRTdHlsZSI6bnVsbH0sIlBhcmVudFN0eWxlIjpudWxsfSx7IiRpZCI6IjUwMzgiLCJTdHlsZUlkIjoiMDAwMDAwMDAtMDAwMC0wMDAwLTAwMDAtMDAwMDAwMDAwMDAwIiwiSGVhZGVyU3R5bGUiOnsiJGlkIjoiNTAzOSIsIlRleHRJc1ZlcnRpY2FsIjpmYWxzZSwiVGV4dFN0eWxlIjp7IiRpZCI6IjUwNDAiLCJGb250U2V0dGluZ3MiOnsiJGlkIjoiNTA0MSIsIkZvbnRTaXplIjoxMiwiRm9udE5hbWUiOiJDYWxpYnJpIiwiSXNCb2xkIjpmYWxzZSwiSXNJdGFsaWMiOmZhbHNlLCJJc1VuZGVybGluZWQiOmZhbHNlLCJQYXJlbnRTdHlsZSI6bnVsbH0sIkF1dG9TaXplIjoyLCJGb3JlZ3JvdW5kIjp7IiRpZCI6IjUwNDIiLCJDb2xvciI6eyIkaWQiOiI1MDQzIiwiQSI6MjU1LCJSIjoyNTUsIkciOjI1NSwiQiI6MjU1fX0sIk1heFdpZHRoIjo3MS4wLCJNYXhIZWlnaHQiOiJJbmZpbml0eSIsIlNtYXJ0Rm9yZWdyb3VuZElzQWN0aXZlIjpmYWxzZSwiSG9yaXpvbnRhbEFsaWdubWVudCI6MCwiVmVydGljYWxBbGlnbm1lbnQiOjAsIlNtYXJ0Rm9yZWdyb3VuZCI6bnVsbCwiQmFja2dyb3VuZEZpbGxUeXBlIjowLCJNYXJnaW4iOnsiJGlkIjoiNTA0NCIsIlRvcCI6MC4wLCJMZWZ0IjowLjAsIlJpZ2h0IjowLjAsIkJvdHRvbSI6MC4wfSwiUGFkZGluZyI6eyIkaWQiOiI1MDQ1IiwiVG9wIjowLjAsIkxlZnQiOjAuMCwiUmlnaHQiOjAuMCwiQm90dG9tIjowLjB9LCJCYWNrZ3JvdW5kIjpudWxsLCJJc1Zpc2libGUiOnRydWUsIldpZHRoIjowLjAsIkhlaWdodCI6MC4wLCJCb3JkZXJTdHlsZSI6bnVsbCwiUGFyZW50U3R5bGUiOm51bGx9LCJSZWN0YW5nbGVTdHlsZSI6eyIkaWQiOiI1MDQ2IiwiTWFyZ2luIjp7IiRpZCI6IjUwNDciLCJUb3AiOjAuMCwiTGVmdCI6MC4wLCJSaWdodCI6MC4wLCJCb3R0b20iOjAuMH0sIlBhZGRpbmciOnsiJGlkIjoiNTA0OCIsIlRvcCI6MC4wLCJMZWZ0IjowLjAsIlJpZ2h0IjowLjAsIkJvdHRvbSI6MC4wfSwiQmFja2dyb3VuZCI6eyIkaWQiOiI1MDQ5IiwiQ29sb3IiOnsiJGlkIjoiNTA1MCIsIkEiOjI1NSwiUiI6MjU1LCJHIjoxOTIsIkIiOjB9fSwiSXNWaXNpYmxlIjp0cnVlLCJXaWR0aCI6MC4wLCJIZWlnaHQiOjAuMCwiQm9yZGVyU3R5bGUiOnsiJGlkIjoiNTA1MSIsIkxpbmVDb2xvciI6eyIkaWQiOiI1MDUyIiwiJHR5cGUiOiJOTFJFLkNvbW1vbi5Eb20uU29saWRDb2xvckJydXNoLCBOTFJFLkNvbW1vbiIsIkNvbG9yIjp7IiRpZCI6IjUwNTMiLCJBIjoyNTUsIlIiOjI1NSwiRyI6MCwiQiI6MH19LCJMaW5lV2VpZ2h0IjowLjAsIkxpbmVUeXBlIjowLCJQYXJlbnRTdHlsZSI6bnVsbH0sIlBhcmVudFN0eWxlIjpudWxsfSwiTWFyZ2luIjp7IiRpZCI6IjUwNTQiLCJUb3AiOjAuMCwiTGVmdCI6MC4wLCJSaWdodCI6MC4wLCJCb3R0b20iOjAuMH0sIlBhZGRpbmciOnsiJGlkIjoiNTA1NSIsIlRvcCI6MC4wLCJMZWZ0IjowLjAsIlJpZ2h0IjowLjAsIkJvdHRvbSI6MC4wfSwiQmFja2dyb3VuZCI6bnVsbCwiSXNWaXNpYmxlIjp0cnVlLCJXaWR0aCI6MC4wLCJIZWlnaHQiOjAuMCwiQm9yZGVyU3R5bGUiOm51bGwsIlBhcmVudFN0eWxlIjpudWxsfSwiQmFja2dyb3VuZFN0eWxlIjp7IiRpZCI6IjUwNTYiLCJNYXJnaW4iOnsiJGlkIjoiNTA1NyIsIlRvcCI6MC4wLCJMZWZ0IjowLjAsIlJpZ2h0IjowLjAsIkJvdHRvbSI6MC4wfSwiUGFkZGluZyI6eyIkaWQiOiI1MDU4IiwiVG9wIjowLjAsIkxlZnQiOjAuMCwiUmlnaHQiOjAuMCwiQm90dG9tIjowLjB9LCJCYWNrZ3JvdW5kIjp7IiRpZCI6IjUwNTkiLCJDb2xvciI6eyIkaWQiOiI1MDYwIiwiQSI6NTEsIlIiOjExNSwiRyI6MTE1LCJCIjoxMTV9fSwiSXNWaXNpYmxlIjp0cnVlLCJXaWR0aCI6MC4wLCJIZWlnaHQiOjAuMCwiQm9yZGVyU3R5bGUiOnsiJGlkIjoiNTA2MSIsIkxpbmVDb2xvciI6eyIkaWQiOiI1MDYyIiwiJHR5cGUiOiJOTFJFLkNvbW1vbi5Eb20uU29saWRDb2xvckJydXNoLCBOTFJFLkNvbW1vbiIsIkNvbG9yIjp7IiRpZCI6IjUwNjMiLCJBIjoyNTUsIlIiOjIzNCwiRyI6MjIsIkIiOjMwfX0sIkxpbmVXZWlnaHQiOjAuMCwiTGluZVR5cGUiOjAsIlBhcmVudFN0eWxlIjpudWxsfSwiUGFyZW50U3R5bGUiOm51bGx9LCJJc0Fib3ZlVGltZWJhbmQiOmZhbHNlLCJTcGFjaW5nIjoyLCJEZWZhdWx0U3dpbWxhbmVUYXNrU3R5bGUiOnsiJGlkIjoiNTA2NCIsIiR0eXBlIjoiTkxSRS5Db21tb24uRG9tLlN0eWxlcy5FeHBsaWNpdFNldGFibGVUYXNrU3R5bGUsIE5MUkUuQ29tbW9uIiwiU2hhcGUiOjEsIlNoYXBlVGhpY2tuZXNzIjowLCJEdXJhdGlvbkZvcm1hdCI6MCwiSW5jbHVkZU5vbldvcmtpbmdEYXlzSW5EdXJhdGlvbiI6ZmFsc2UsIlBlcmNlbnRhZ2VDb21wbGV0ZVN0eWxlIjp7IiRpZCI6IjUwNjUiLCJGb250U2V0dGluZ3MiOnsiJGlkIjoiNTA2NiIsIkZvbnRTaXplIjoxMCwiRm9udE5hbWUiOiJDYWxpYnJpIiwiSXNCb2xkIjpmYWxzZSwiSXNJdGFsaWMiOmZhbHNlLCJJc1VuZGVybGluZWQiOmZhbHNlLCJQYXJlbnRTdHlsZSI6bnVsbH0sIkF1dG9TaXplIjowLCJGb3JlZ3JvdW5kIjp7IiRpZCI6IjUwNjciLCJDb2xvciI6eyIkaWQiOiI1MDY4IiwiQSI6MjU1LCJSIjoyMzcsIkciOjEyNSwiQiI6NDl9fSwiTWF4V2lkdGgiOjIwMC4wLCJNYXhIZWlnaHQiOiJJbmZpbml0eSIsIlNtYXJ0Rm9yZWdyb3VuZElzQWN0aXZlIjpmYWxzZSwiSG9yaXpvbnRhbEFsaWdubWVudCI6MSwiVmVydGljYWxBbGlnbm1lbnQiOjAsIlNtYXJ0Rm9yZWdyb3VuZCI6bnVsbCwiQmFja2dyb3VuZEZpbGxUeXBlIjowLCJNYXJnaW4iOnsiJGlkIjoiNTA2OSIsIlRvcCI6MC4wLCJMZWZ0IjowLjAsIlJpZ2h0IjowLjAsIkJvdHRvbSI6MC4wfSwiUGFkZGluZyI6eyIkaWQiOiI1MDcwIiwiVG9wIjowLjAsIkxlZnQiOjAuMCwiUmlnaHQiOjAuMCwiQm90dG9tIjowLjB9LCJCYWNrZ3JvdW5kIjp7IiRpZCI6IjUwNzEiLCJDb2xvciI6eyIkaWQiOiI1MDcyIiwiQSI6ODksIlIiOjAsIkciOjAsIkIiOjB9fSwiSXNWaXNpYmxlIjp0cnVlLCJXaWR0aCI6MC4wLCJIZWlnaHQiOjAuMCwiQm9yZGVyU3R5bGUiOm51bGwsIlBhcmVudFN0eWxlIjpudWxsfSwiRHVyYXRpb25TdHlsZSI6eyIkaWQiOiI1MDczIiwiRm9udFNldHRpbmdzIjp7IiRpZCI6IjUwNzQiLCJGb250U2l6ZSI6MTAsIkZvbnROYW1lIjoiQ2FsaWJyaSIsIklzQm9sZCI6ZmFsc2UsIklzSXRhbGljIjpmYWxzZSwiSXNVbmRlcmxpbmVkIjpmYWxzZSwiUGFyZW50U3R5bGUiOm51bGx9LCJBdXRvU2l6ZSI6MCwiRm9yZWdyb3VuZCI6eyIkaWQiOiI1MDc1IiwiQ29sb3IiOnsiJGlkIjoiNTA3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wNzciLCJUb3AiOjAuMCwiTGVmdCI6MC4wLCJSaWdodCI6MC4wLCJCb3R0b20iOjAuMH0sIlBhZGRpbmciOnsiJGlkIjoiNTA3OCIsIlRvcCI6MC4wLCJMZWZ0IjowLjAsIlJpZ2h0IjowLjAsIkJvdHRvbSI6MC4wfSwiQmFja2dyb3VuZCI6eyIkaWQiOiI1MDc5IiwiQ29sb3IiOnsiJGlkIjoiNTA4MCIsIkEiOjAsIlIiOjAsIkciOjAsIkIiOjB9fSwiSXNWaXNpYmxlIjp0cnVlLCJXaWR0aCI6MC4wLCJIZWlnaHQiOjAuMCwiQm9yZGVyU3R5bGUiOm51bGwsIlBhcmVudFN0eWxlIjpudWxsfSwiSG9yaXpvbnRhbENvbm5lY3RvclN0eWxlIjp7IiRpZCI6IjUwODEiLCJMaW5lQ29sb3IiOnsiJGlkIjoiNTA4MiIsIiR0eXBlIjoiTkxSRS5Db21tb24uRG9tLlNvbGlkQ29sb3JCcnVzaCwgTkxSRS5Db21tb24iLCJDb2xvciI6eyIkaWQiOiI1MDgzIiwiQSI6MjU1LCJSIjoyMDQsIkciOjIwNCwiQiI6MjA0fX0sIkxpbmVXZWlnaHQiOjEuMCwiTGluZVR5cGUiOjAsIlBhcmVudFN0eWxlIjpudWxsfSwiVmVydGljYWxDb25uZWN0b3JTdHlsZSI6eyIkaWQiOiI1MDg0IiwiTGluZUNvbG9yIjp7IiRpZCI6IjUwODUiLCIkdHlwZSI6Ik5MUkUuQ29tbW9uLkRvbS5Tb2xpZENvbG9yQnJ1c2gsIE5MUkUuQ29tbW9uIiwiQ29sb3IiOnsiJGlkIjoiNTA4Ni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2LCJTcGFjaW5nIjozLCJJc0JlbG93VGltZWJhbmQiOnRydWUsIlBlcmNlbnRhZ2VDb21wbGV0ZVNoYXBlT3BhY2l0eSI6MzUsIkJhc2VsaW5lU3R5bGUiOnsiJGlkIjoiNTA4NyIsIlNoYXBlU3R5bGUiOnsiJGlkIjoiNTA4OCIsIk1hcmdpbiI6eyIkaWQiOiI1MDg5IiwiVG9wIjowLjAsIkxlZnQiOjAuMCwiUmlnaHQiOjAuMCwiQm90dG9tIjowLjB9LCJQYWRkaW5nIjp7IiRpZCI6IjUwOTAiLCJUb3AiOjAuMCwiTGVmdCI6MC4wLCJSaWdodCI6MC4wLCJCb3R0b20iOjAuMH0sIkJhY2tncm91bmQiOnsiJGlkIjoiNTA5MSIsIkNvbG9yIjp7IiRpZCI6IjUwOTIiLCJBIjoxNTMsIlIiOjAsIkciOjAsIkIiOjB9fSwiSXNWaXNpYmxlIjp0cnVlLCJXaWR0aCI6MC4wLCJIZWlnaHQiOjAuMCwiQm9yZGVyU3R5bGUiOnsiJGlkIjoiNTA5MyIsIkxpbmVDb2xvciI6bnVsbCwiTGluZVdlaWdodCI6MC4wLCJMaW5lVHlwZSI6MCwiUGFyZW50U3R5bGUiOm51bGx9LCJQYXJlbnRTdHlsZSI6bnVsbH0sIk1hcmdpbiI6eyIkaWQiOiI1MDk0IiwiVG9wIjowLjAsIkxlZnQiOjAuMCwiUmlnaHQiOjAuMCwiQm90dG9tIjowLjB9LCJQYWRkaW5nIjp7IiRpZCI6IjUwOTUiLCJUb3AiOjAuMCwiTGVmdCI6MC4wLCJSaWdodCI6MC4wLCJCb3R0b20iOjAuMH0sIkJhY2tncm91bmQiOm51bGwsIklzVmlzaWJsZSI6dHJ1ZSwiV2lkdGgiOjAuMCwiSGVpZ2h0IjowLjAsIkJvcmRlclN0eWxlIjpudWxsLCJQYXJlbnRTdHlsZSI6bnVsbH0sIlNoYXBlU3R5bGUiOnsiJGlkIjoiNTA5NiIsIk1hcmdpbiI6eyIkaWQiOiI1MDk3IiwiVG9wIjowLjAsIkxlZnQiOjQuMCwiUmlnaHQiOjQuMCwiQm90dG9tIjowLjB9LCJQYWRkaW5nIjp7IiRpZCI6IjUwOTgiLCJUb3AiOjAuMCwiTGVmdCI6MC4wLCJSaWdodCI6MC4wLCJCb3R0b20iOjAuMH0sIkJhY2tncm91bmQiOnsiJGlkIjoiNTA5OSIsIkNvbG9yIjp7IiRpZCI6IjUxMDAiLCJBIjoyNTUsIlIiOjI2LCJHIjoxNzAsIkIiOjY2fX0sIklzVmlzaWJsZSI6dHJ1ZSwiV2lkdGgiOjIzOC4wLCJIZWlnaHQiOjEwLjAsIkJvcmRlclN0eWxlIjp7IiRpZCI6IjUxMDEiLCJMaW5lQ29sb3IiOnsiJGlkIjoiNTEwMiIsIiR0eXBlIjoiTkxSRS5Db21tb24uRG9tLlNvbGlkQ29sb3JCcnVzaCwgTkxSRS5Db21tb24iLCJDb2xvciI6eyIkaWQiOiI1MTAzIiwiQSI6MjU1LCJSIjoyMzQsIkciOjIyLCJCIjozMH19LCJMaW5lV2VpZ2h0IjowLjAsIkxpbmVUeXBlIjowLCJQYXJlbnRTdHlsZSI6bnVsbH0sIlBhcmVudFN0eWxlIjpudWxsfSwiVGl0bGVTdHlsZSI6eyIkaWQiOiI1MTA0IiwiRm9udFNldHRpbmdzIjp7IiRpZCI6IjUxMDUiLCJGb250U2l6ZSI6MTEsIkZvbnROYW1lIjoiQ2FsaWJyaSIsIklzQm9sZCI6dHJ1ZSwiSXNJdGFsaWMiOmZhbHNlLCJJc1VuZGVybGluZWQiOmZhbHNlLCJQYXJlbnRTdHlsZSI6bnVsbH0sIkF1dG9TaXplIjowLCJGb3JlZ3JvdW5kIjp7IiRpZCI6IjUxMDYiLCJDb2xvciI6eyIkaWQiOiI1MTA3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UxMDgiLCJUb3AiOjAuMCwiTGVmdCI6MC4wLCJSaWdodCI6MC4wLCJCb3R0b20iOjAuMH0sIlBhZGRpbmciOnsiJGlkIjoiNTEwOSIsIlRvcCI6MC4wLCJMZWZ0IjowLjAsIlJpZ2h0IjowLjAsIkJvdHRvbSI6MC4wfSwiQmFja2dyb3VuZCI6eyIkaWQiOiI1MTEwIiwiQ29sb3IiOnsiJGlkIjoiNTExMSIsIkEiOjAsIlIiOjI1NSwiRyI6MjU1LCJCIjoyNTV9fSwiSXNWaXNpYmxlIjp0cnVlLCJXaWR0aCI6MC4wLCJIZWlnaHQiOjAuMCwiQm9yZGVyU3R5bGUiOm51bGwsIlBhcmVudFN0eWxlIjpudWxsfSwiRGF0ZVN0eWxlIjp7IiRpZCI6IjUxMTIiLCJGb250U2V0dGluZ3MiOnsiJGlkIjoiNTExMyIsIkZvbnRTaXplIjoxMCwiRm9udE5hbWUiOiJDYWxpYnJpIiwiSXNCb2xkIjpmYWxzZSwiSXNJdGFsaWMiOmZhbHNlLCJJc1VuZGVybGluZWQiOmZhbHNlLCJQYXJlbnRTdHlsZSI6bnVsbH0sIkF1dG9TaXplIjowLCJGb3JlZ3JvdW5kIjp7IiRpZCI6IjUxMTQiLCJDb2xvciI6eyIkaWQiOiI1MTE1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1MTE2IiwiVG9wIjowLjAsIkxlZnQiOjAuMCwiUmlnaHQiOjAuMCwiQm90dG9tIjowLjB9LCJQYWRkaW5nIjp7IiRpZCI6IjUxMTciLCJUb3AiOjAuMCwiTGVmdCI6MC4wLCJSaWdodCI6MC4wLCJCb3R0b20iOjAuMH0sIkJhY2tncm91bmQiOnsiJGlkIjoiNTExOCIsIkNvbG9yIjp7IiRpZCI6IjUxMTkiLCJBIjowLCJSIjoyNTUsIkciOjI1NSwiQiI6MjU1fX0sIklzVmlzaWJsZSI6dHJ1ZSwiV2lkdGgiOjAuMCwiSGVpZ2h0IjowLjAsIkJvcmRlclN0eWxlIjpudWxsLCJQYXJlbnRTdHlsZSI6bnVsbH0sIkRhdGVGb3JtYXQiOnsiJGlkIjoiNTEy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TIxIiwiRm9ybWF0IjowLCJJc1Zpc2libGUiOmZhbHNlLCJMYXN0S25vd25WaXNpYmlsaXR5U3RhdGUiOmZhbHNlfSwiSXNWaXNpYmxlIjp0cnVlLCJWYXJpYW5jZVN0eWxlIjp7IiRpZCI6IjUxMjIiLCJUZXh0U3R5bGUiOnsiJGlkIjoiNTEyMyIsIkZvbnRTZXR0aW5ncyI6eyIkaWQiOiI1MTI0IiwiRm9udFNpemUiOjExLCJGb250TmFtZSI6IkNhbGlicmkiLCJJc0JvbGQiOmZhbHNlLCJJc0l0YWxpYyI6ZmFsc2UsIklzVW5kZXJsaW5lZCI6ZmFsc2UsIlBhcmVudFN0eWxlIjpudWxsfSwiQXV0b1NpemUiOjAsIkZvcmVncm91bmQiOnsiJGlkIjoiNTEyNSIsIkNvbG9yIjp7IiRpZCI6IjUxMj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EyNyIsIlRvcCI6MC4wLCJMZWZ0IjowLjAsIlJpZ2h0IjowLjAsIkJvdHRvbSI6MC4wfSwiUGFkZGluZyI6eyIkaWQiOiI1MTI4IiwiVG9wIjowLjAsIkxlZnQiOjAuMCwiUmlnaHQiOjAuMCwiQm90dG9tIjowLjB9LCJCYWNrZ3JvdW5kIjp7IiRpZCI6IjUxMjkiLCJDb2xvciI6eyIkaWQiOiI1MTMwIiwiQSI6MCwiUiI6MCwiRyI6MCwiQiI6MH19LCJJc1Zpc2libGUiOnRydWUsIldpZHRoIjowLjAsIkhlaWdodCI6MC4wLCJCb3JkZXJTdHlsZSI6eyIkaWQiOiI1MTMxIiwiTGluZUNvbG9yIjpudWxsLCJMaW5lV2VpZ2h0IjowLjAsIkxpbmVUeXBlIjowLCJQYXJlbnRTdHlsZSI6bnVsbH0sIlBhcmVudFN0eWxlIjpudWxsfSwiUGFyZW50U3R5bGUiOm51bGx9LCJQYXJlbnRTdHlsZSI6bnVsbCwiX2V4cGxpY2l0bHlTZXQiOnsiJGlkIjoiNTEzMi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UxMzMiLCJTaGFwZSI6MiwiQ29ubmVjdG9yTWFyZ2luIjp7IiRpZCI6IjUxMzQiLCJUb3AiOjAuMCwiTGVmdCI6Mi4wLCJSaWdodCI6Mi4wLCJCb3R0b20iOjAuMH0sIkNvbm5lY3RvclN0eWxlIjp7IiRpZCI6IjUxMzUiLCJMaW5lQ29sb3IiOnsiJGlkIjoiNTEzNiIsIiR0eXBlIjoiTkxSRS5Db21tb24uRG9tLlNvbGlkQ29sb3JCcnVzaCwgTkxSRS5Db21tb24iLCJDb2xvciI6eyIkaWQiOiI1MTM3IiwiQSI6MTI3LCJSIjo3OSwiRyI6MTI5LCJCIjoxODl9fSwiTGluZVdlaWdodCI6MS4wLCJMaW5lVHlwZSI6MCwiUGFyZW50U3R5bGUiOm51bGx9LCJJc0JlbG93VGltZWJhbmQiOmZhbHNlLCJQb3NpdGlvbk9uVGFzayI6MSwiSGlkZURhdGUiOmZhbHNlLCJTaGFwZVNpemUiOjEsIlNwYWNpbmciOjAuMCwiUGFkZGluZyI6eyIkaWQiOiI1MTM4IiwiVG9wIjo1LjAsIkxlZnQiOjMuMCwiUmlnaHQiOjAuMCwiQm90dG9tIjoyLjB9LCJTaGFwZVN0eWxlIjp7IiRpZCI6IjUxMzkiLCJNYXJnaW4iOnsiJGlkIjoiNTE0MCIsIlRvcCI6MC4wLCJMZWZ0IjowLjAsIlJpZ2h0IjowLjAsIkJvdHRvbSI6MC4wfSwiUGFkZGluZyI6eyIkaWQiOiI1MTQxIiwiVG9wIjowLjAsIkxlZnQiOjAuMCwiUmlnaHQiOjAuMCwiQm90dG9tIjowLjB9LCJCYWNrZ3JvdW5kIjp7IiRpZCI6IjUxNDIiLCJDb2xvciI6eyIkaWQiOiI1MTQzIiwiQSI6MjU1LCJSIjoyNTUsIkciOjE5MiwiQiI6MH19LCJJc1Zpc2libGUiOnRydWUsIldpZHRoIjoxMy4wLCJIZWlnaHQiOjEzLjAsIkJvcmRlclN0eWxlIjp7IiRpZCI6IjUxNDQiLCJMaW5lQ29sb3IiOnsiJGlkIjoiNTE0NSIsIiR0eXBlIjoiTkxSRS5Db21tb24uRG9tLlNvbGlkQ29sb3JCcnVzaCwgTkxSRS5Db21tb24iLCJDb2xvciI6eyIkaWQiOiI1MTQ2IiwiQSI6MjU1LCJSIjoyMzQsIkciOjIyLCJCIjozMH19LCJMaW5lV2VpZ2h0IjowLjAsIkxpbmVUeXBlIjowLCJQYXJlbnRTdHlsZSI6bnVsbH0sIlBhcmVudFN0eWxlIjpudWxsfSwiVGl0bGVTdHlsZSI6eyIkaWQiOiI1MTQ3IiwiRm9udFNldHRpbmdzIjp7IiRpZCI6IjUxNDgiLCJGb250U2l6ZSI6MTEsIkZvbnROYW1lIjoiQ2FsaWJyaSIsIklzQm9sZCI6dHJ1ZSwiSXNJdGFsaWMiOmZhbHNlLCJJc1VuZGVybGluZWQiOmZhbHNlLCJQYXJlbnRTdHlsZSI6bnVsbH0sIkF1dG9TaXplIjowLCJGb3JlZ3JvdW5kIjp7IiRpZCI6IjUxNDkiLCJDb2xvciI6eyIkaWQiOiI1MTUw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UxNTEiLCJUb3AiOjAuMCwiTGVmdCI6MC4wLCJSaWdodCI6MC4wLCJCb3R0b20iOjAuMH0sIlBhZGRpbmciOnsiJGlkIjoiNTE1MiIsIlRvcCI6MC4wLCJMZWZ0IjowLjAsIlJpZ2h0IjowLjAsIkJvdHRvbSI6MC4wfSwiQmFja2dyb3VuZCI6eyIkaWQiOiI1MTUzIiwiQ29sb3IiOnsiJGlkIjoiNTE1NCIsIkEiOjAsIlIiOjAsIkciOjAsIkIiOjB9fSwiSXNWaXNpYmxlIjp0cnVlLCJXaWR0aCI6MC4wLCJIZWlnaHQiOjAuMCwiQm9yZGVyU3R5bGUiOm51bGwsIlBhcmVudFN0eWxlIjpudWxsfSwiRGF0ZVN0eWxlIjp7IiRpZCI6IjUxNTUiLCJGb250U2V0dGluZ3MiOnsiJGlkIjoiNTE1NiIsIkZvbnRTaXplIjoxMCwiRm9udE5hbWUiOiJDYWxpYnJpIiwiSXNCb2xkIjpmYWxzZSwiSXNJdGFsaWMiOmZhbHNlLCJJc1VuZGVybGluZWQiOmZhbHNlLCJQYXJlbnRTdHlsZSI6bnVsbH0sIkF1dG9TaXplIjowLCJGb3JlZ3JvdW5kIjp7IiRpZCI6IjUxNTciLCJDb2xvciI6eyIkaWQiOiI1MTU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1MTU5IiwiVG9wIjowLjAsIkxlZnQiOjAuMCwiUmlnaHQiOjAuMCwiQm90dG9tIjowLjB9LCJQYWRkaW5nIjp7IiRpZCI6IjUxNjAiLCJUb3AiOjAuMCwiTGVmdCI6MC4wLCJSaWdodCI6MC4wLCJCb3R0b20iOjAuMH0sIkJhY2tncm91bmQiOnsiJGlkIjoiNTE2MSIsIkNvbG9yIjp7IiRpZCI6IjUxNjIiLCJBIjowLCJSIjowLCJHIjowLCJCIjowfX0sIklzVmlzaWJsZSI6dHJ1ZSwiV2lkdGgiOjAuMCwiSGVpZ2h0IjowLjAsIkJvcmRlclN0eWxlIjpudWxsLCJQYXJlbnRTdHlsZSI6bnVsbH0sIkRhdGVGb3JtYXQiOnsiJGlkIjoiNTE2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TY0IiwiRm9ybWF0IjowLCJJc1Zpc2libGUiOmZhbHNlLCJMYXN0S25vd25WaXNpYmlsaXR5U3RhdGUiOmZhbHNlfSwiSXNWaXNpYmxlIjp0cnVlLCJWYXJpYW5jZVN0eWxlIjp7IiRpZCI6IjUxNjUiLCJUZXh0U3R5bGUiOnsiJGlkIjoiNTE2NiIsIkZvbnRTZXR0aW5ncyI6eyIkaWQiOiI1MTY3IiwiRm9udFNpemUiOjExLCJGb250TmFtZSI6IkNhbGlicmkiLCJJc0JvbGQiOmZhbHNlLCJJc0l0YWxpYyI6ZmFsc2UsIklzVW5kZXJsaW5lZCI6ZmFsc2UsIlBhcmVudFN0eWxlIjpudWxsfSwiQXV0b1NpemUiOjAsIkZvcmVncm91bmQiOnsiJGlkIjoiNTE2OCIsIkNvbG9yIjp7IiRpZCI6IjUxNjk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E3MCIsIlRvcCI6MC4wLCJMZWZ0IjowLjAsIlJpZ2h0IjowLjAsIkJvdHRvbSI6MC4wfSwiUGFkZGluZyI6eyIkaWQiOiI1MTcxIiwiVG9wIjowLjAsIkxlZnQiOjAuMCwiUmlnaHQiOjAuMCwiQm90dG9tIjowLjB9LCJCYWNrZ3JvdW5kIjp7IiRpZCI6IjUxNzIiLCJDb2xvciI6eyIkaWQiOiI1MTczIiwiQSI6MCwiUiI6MCwiRyI6MCwiQiI6MH19LCJJc1Zpc2libGUiOmZhbHNlLCJXaWR0aCI6MC4wLCJIZWlnaHQiOjAuMCwiQm9yZGVyU3R5bGUiOnsiJGlkIjoiNTE3NCIsIkxpbmVDb2xvciI6bnVsbCwiTGluZVdlaWdodCI6MC4wLCJMaW5lVHlwZSI6MCwiUGFyZW50U3R5bGUiOm51bGx9LCJQYXJlbnRTdHlsZSI6bnVsbH0sIlBhcmVudFN0eWxlIjpudWxsfSwiUGFyZW50U3R5bGUiOm51bGx9LCJEZWZhdWx0U3dpbWxhbmVNaWxlc3RvbmVTdHlsZSI6eyIkaWQiOiI1MTc1IiwiVGl0bGVQb3NpdGlvbiI6IlJpZ2h0IiwiRGF0ZVBvc2l0aW9uIjoiTGVmdCIsIlZhcmlhbmNlUG9zaXRpb24iOiJMZWZ0IiwiU2hhcGVUeXBlIjoyLCJTaGFwZVNpemUiOjEsIlNwYWNpbmciOjUsIlNoYXBlU3R5bGUiOnsiJGlkIjoiNTE3NiIsIk1hcmdpbiI6eyIkaWQiOiI1MTc3IiwiVG9wIjowLjAsIkxlZnQiOjAuMCwiUmlnaHQiOjAuMCwiQm90dG9tIjowLjB9LCJQYWRkaW5nIjp7IiRpZCI6IjUxNzgiLCJUb3AiOjAuMCwiTGVmdCI6MC4wLCJSaWdodCI6MC4wLCJCb3R0b20iOjAuMH0sIkJhY2tncm91bmQiOnsiJGlkIjoiNTE3OSIsIkNvbG9yIjp7IiRpZCI6IjUxODAiLCJBIjoyNTUsIlIiOjI1NSwiRyI6MTkyLCJCIjowfX0sIklzVmlzaWJsZSI6dHJ1ZSwiV2lkdGgiOjEzLjAsIkhlaWdodCI6MTMuMCwiQm9yZGVyU3R5bGUiOnsiJGlkIjoiNTE4MSIsIkxpbmVDb2xvciI6eyIkaWQiOiI1MTgyIiwiJHR5cGUiOiJOTFJFLkNvbW1vbi5Eb20uU29saWRDb2xvckJydXNoLCBOTFJFLkNvbW1vbiIsIkNvbG9yIjp7IiRpZCI6IjUxODMiLCJBIjoyNTUsIlIiOjIzNCwiRyI6MjIsIkIiOjMwfX0sIkxpbmVXZWlnaHQiOjAuMCwiTGluZVR5cGUiOjAsIlBhcmVudFN0eWxlIjpudWxsfSwiUGFyZW50U3R5bGUiOm51bGx9LCJUaXRsZVN0eWxlIjp7IiRpZCI6IjUxODQiLCJGb250U2V0dGluZ3MiOnsiJGlkIjoiNTE4NSIsIkZvbnRTaXplIjoxMSwiRm9udE5hbWUiOiJDYWxpYnJpIiwiSXNCb2xkIjp0cnVlLCJJc0l0YWxpYyI6ZmFsc2UsIklzVW5kZXJsaW5lZCI6ZmFsc2UsIlBhcmVudFN0eWxlIjpudWxsfSwiQXV0b1NpemUiOjAsIkZvcmVncm91bmQiOnsiJGlkIjoiNTE4NiIsIkNvbG9yIjp7IiRpZCI6IjUxODciLCJBIjoyNTUsIlIiOjAsIkciOjAsIkIiOjB9fSwiTWF4V2lkdGgiOjIwMC4wLCJNYXhIZWlnaHQiOiJJbmZpbml0eSIsIlNtYXJ0Rm9yZWdyb3VuZElzQWN0aXZlIjpmYWxzZSwiSG9yaXpvbnRhbEFsaWdubWVudCI6MCwiVmVydGljYWxBbGlnbm1lbnQiOjAsIlNtYXJ0Rm9yZWdyb3VuZCI6bnVsbCwiQmFja2dyb3VuZEZpbGxUeXBlIjowLCJNYXJnaW4iOnsiJGlkIjoiNTE4OCIsIlRvcCI6MC4wLCJMZWZ0IjowLjAsIlJpZ2h0IjowLjAsIkJvdHRvbSI6MC4wfSwiUGFkZGluZyI6eyIkaWQiOiI1MTg5IiwiVG9wIjowLjAsIkxlZnQiOjAuMCwiUmlnaHQiOjAuMCwiQm90dG9tIjowLjB9LCJCYWNrZ3JvdW5kIjp7IiRpZCI6IjUxOTAiLCJDb2xvciI6eyIkaWQiOiI1MTkxIiwiQSI6MCwiUiI6MCwiRyI6MCwiQiI6MH19LCJJc1Zpc2libGUiOnRydWUsIldpZHRoIjowLjAsIkhlaWdodCI6MC4wLCJCb3JkZXJTdHlsZSI6bnVsbCwiUGFyZW50U3R5bGUiOm51bGx9LCJEYXRlU3R5bGUiOnsiJGlkIjoiNTE5MiIsIkZvbnRTZXR0aW5ncyI6eyIkaWQiOiI1MTkzIiwiRm9udFNpemUiOjEwLCJGb250TmFtZSI6IkNhbGlicmkiLCJJc0JvbGQiOmZhbHNlLCJJc0l0YWxpYyI6ZmFsc2UsIklzVW5kZXJsaW5lZCI6ZmFsc2UsIlBhcmVudFN0eWxlIjpudWxsfSwiQXV0b1NpemUiOjAsIkZvcmVncm91bmQiOnsiJGlkIjoiNTE5NCIsIkNvbG9yIjp7IiRpZCI6IjUxOT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UxOTYiLCJUb3AiOjAuMCwiTGVmdCI6MC4wLCJSaWdodCI6MC4wLCJCb3R0b20iOjAuMH0sIlBhZGRpbmciOnsiJGlkIjoiNTE5NyIsIlRvcCI6MC4wLCJMZWZ0IjowLjAsIlJpZ2h0IjowLjAsIkJvdHRvbSI6MC4wfSwiQmFja2dyb3VuZCI6eyIkaWQiOiI1MTk4IiwiQ29sb3IiOnsiJGlkIjoiNTE5OSIsIkEiOjAsIlIiOjAsIkciOjAsIkIiOjB9fSwiSXNWaXNpYmxlIjp0cnVlLCJXaWR0aCI6MC4wLCJIZWlnaHQiOjAuMCwiQm9yZGVyU3R5bGUiOm51bGwsIlBhcmVudFN0eWxlIjpudWxsfSwiRGF0ZUZvcm1hdCI6eyIkaWQiOiI1MjA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yMDEiLCJGb3JtYXQiOjAsIklzVmlzaWJsZSI6ZmFsc2UsIkxhc3RLbm93blZpc2liaWxpdHlTdGF0ZSI6ZmFsc2V9LCJJc1Zpc2libGUiOnRydWUsIlZhcmlhbmNlU3R5bGUiOnsiJGlkIjoiNTIwMiIsIlRleHRTdHlsZSI6eyIkaWQiOiI1MjAzIiwiRm9udFNldHRpbmdzIjp7IiRpZCI6IjUyMDQiLCJGb250U2l6ZSI6MTEsIkZvbnROYW1lIjoiQ2FsaWJyaSIsIklzQm9sZCI6ZmFsc2UsIklzSXRhbGljIjpmYWxzZSwiSXNVbmRlcmxpbmVkIjpmYWxzZSwiUGFyZW50U3R5bGUiOm51bGx9LCJBdXRvU2l6ZSI6MCwiRm9yZWdyb3VuZCI6eyIkaWQiOiI1MjA1IiwiQ29sb3IiOnsiJGlkIjoiNTIw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MjA3IiwiVG9wIjowLjAsIkxlZnQiOjAuMCwiUmlnaHQiOjAuMCwiQm90dG9tIjowLjB9LCJQYWRkaW5nIjp7IiRpZCI6IjUyMDgiLCJUb3AiOjAuMCwiTGVmdCI6MC4wLCJSaWdodCI6MC4wLCJCb3R0b20iOjAuMH0sIkJhY2tncm91bmQiOnsiJGlkIjoiNTIwOSIsIkNvbG9yIjp7IiRpZCI6IjUyMTAiLCJBIjowLCJSIjowLCJHIjowLCJCIjowfX0sIklzVmlzaWJsZSI6dHJ1ZSwiV2lkdGgiOjAuMCwiSGVpZ2h0IjowLjAsIkJvcmRlclN0eWxlIjp7IiRpZCI6IjUyMTEiLCJMaW5lQ29sb3IiOm51bGwsIkxpbmVXZWlnaHQiOjAuMCwiTGluZVR5cGUiOjAsIlBhcmVudFN0eWxlIjpudWxsfSwiUGFyZW50U3R5bGUiOm51bGx9LCJQYXJlbnRTdHlsZSI6bnVsbH0sIlBhcmVudFN0eWxlIjpudWxsfSwiRGVmYXVsdFN3aW1sYW5lQWN0aXZpdHlTdHlsZSI6eyIkaWQiOiI1MjEyIiwiSGVhZGVyU3R5bGUiOnsiJGlkIjoiNTIxMyIsIlRleHRTdHlsZSI6eyIkaWQiOiI1MjE0IiwiRm9udFNldHRpbmdzIjp7IiRpZCI6IjUyMTUiLCJGb250U2l6ZSI6MTEsIkZvbnROYW1lIjoiQ2FsaWJyaSIsIklzQm9sZCI6ZmFsc2UsIklzSXRhbGljIjpmYWxzZSwiSXNVbmRlcmxpbmVkIjpmYWxzZSwiUGFyZW50U3R5bGUiOm51bGx9LCJBdXRvU2l6ZSI6MiwiRm9yZWdyb3VuZCI6eyIkaWQiOiI1MjE2IiwiQ29sb3IiOnsiJGlkIjoiNTIxNyIsIkEiOjI1NSwiUiI6MCwiRyI6MCwiQiI6MH19LCJNYXhXaWR0aCI6MC4wLCJNYXhIZWlnaHQiOiJJbmZpbml0eSIsIlNtYXJ0Rm9yZWdyb3VuZElzQWN0aXZlIjpmYWxzZSwiSG9yaXpvbnRhbEFsaWdubWVudCI6MCwiVmVydGljYWxBbGlnbm1lbnQiOjAsIlNtYXJ0Rm9yZWdyb3VuZCI6bnVsbCwiQmFja2dyb3VuZEZpbGxUeXBlIjowLCJNYXJnaW4iOnsiJGlkIjoiNTIxOCIsIlRvcCI6MC4wLCJMZWZ0IjowLjAsIlJpZ2h0IjowLjAsIkJvdHRvbSI6MC4wfSwiUGFkZGluZyI6eyIkaWQiOiI1MjE5IiwiVG9wIjowLjAsIkxlZnQiOjAuMCwiUmlnaHQiOjAuMCwiQm90dG9tIjowLjB9LCJCYWNrZ3JvdW5kIjpudWxsLCJJc1Zpc2libGUiOnRydWUsIldpZHRoIjowLjAsIkhlaWdodCI6MC4wLCJCb3JkZXJTdHlsZSI6bnVsbCwiUGFyZW50U3R5bGUiOm51bGx9LCJSZWN0YW5nbGVTdHlsZSI6eyIkaWQiOiI1MjIwIiwiTWFyZ2luIjp7IiRpZCI6IjUyMjEiLCJUb3AiOjAuMCwiTGVmdCI6MC4wLCJSaWdodCI6MC4wLCJCb3R0b20iOjAuMH0sIlBhZGRpbmciOnsiJGlkIjoiNTIyMiIsIlRvcCI6MC4wLCJMZWZ0IjowLjAsIlJpZ2h0IjowLjAsIkJvdHRvbSI6MC4wfSwiQmFja2dyb3VuZCI6eyIkaWQiOiI1MjIzIiwiQ29sb3IiOnsiJGlkIjoiNTIyNCIsIkEiOjYzLCJSIjoyNTUsIkciOjE5MiwiQiI6MH19LCJJc1Zpc2libGUiOnRydWUsIldpZHRoIjowLjAsIkhlaWdodCI6MC4wLCJCb3JkZXJTdHlsZSI6eyIkaWQiOiI1MjI1IiwiTGluZUNvbG9yIjp7IiRpZCI6IjUyMjYiLCIkdHlwZSI6Ik5MUkUuQ29tbW9uLkRvbS5Tb2xpZENvbG9yQnJ1c2gsIE5MUkUuQ29tbW9uIiwiQ29sb3IiOnsiJGlkIjoiNTIyNyIsIkEiOjI1NSwiUiI6MjU1LCJHIjowLCJCIjowfX0sIkxpbmVXZWlnaHQiOjAuMCwiTGluZVR5cGUiOjAsIlBhcmVudFN0eWxlIjpudWxsfSwiUGFyZW50U3R5bGUiOm51bGx9LCJNYXJnaW4iOnsiJGlkIjoiNTIyOCIsIlRvcCI6MC4wLCJMZWZ0IjowLjAsIlJpZ2h0IjowLjAsIkJvdHRvbSI6MC4wfSwiUGFkZGluZyI6eyIkaWQiOiI1MjI5IiwiVG9wIjowLjAsIkxlZnQiOjAuMCwiUmlnaHQiOjAuMCwiQm90dG9tIjowLjB9LCJCYWNrZ3JvdW5kIjpudWxsLCJJc1Zpc2libGUiOnRydWUsIldpZHRoIjowLjAsIkhlaWdodCI6MC4wLCJCb3JkZXJTdHlsZSI6bnVsbCwiUGFyZW50U3R5bGUiOm51bGx9LCJCYWNrZ3JvdW5kU3R5bGUiOnsiJGlkIjoiNTIzMCIsIk1hcmdpbiI6eyIkaWQiOiI1MjMxIiwiVG9wIjowLjAsIkxlZnQiOjAuMCwiUmlnaHQiOjAuMCwiQm90dG9tIjowLjB9LCJQYWRkaW5nIjp7IiRpZCI6IjUyMzIiLCJUb3AiOjAuMCwiTGVmdCI6MC4wLCJSaWdodCI6MC4wLCJCb3R0b20iOjAuMH0sIkJhY2tncm91bmQiOnsiJGlkIjoiNTIzMyIsIkNvbG9yIjp7IiRpZCI6IjUyMzQiLCJBIjo1MSwiUiI6MTE1LCJHIjoxMTUsIkIiOjExNX19LCJJc1Zpc2libGUiOnRydWUsIldpZHRoIjowLjAsIkhlaWdodCI6MC4wLCJCb3JkZXJTdHlsZSI6eyIkaWQiOiI1MjM1IiwiTGluZUNvbG9yIjp7IiRpZCI6IjUyMzYiLCIkdHlwZSI6Ik5MUkUuQ29tbW9uLkRvbS5Tb2xpZENvbG9yQnJ1c2gsIE5MUkUuQ29tbW9uIiwiQ29sb3IiOnsiJGlkIjoiNTIzNyIsIkEiOjI1NSwiUiI6MjM0LCJHIjoyMiwiQiI6MzB9fSwiTGluZVdlaWdodCI6MC4wLCJMaW5lVHlwZSI6MCwiUGFyZW50U3R5bGUiOm51bGx9LCJQYXJlbnRTdHlsZSI6bnVsbH0sIk1hcmdpbiI6eyIkaWQiOiI1MjM4IiwiVG9wIjowLjAsIkxlZnQiOjAuMCwiUmlnaHQiOjAuMCwiQm90dG9tIjowLjB9LCJQYWRkaW5nIjp7IiRpZCI6IjUyMzkiLCJUb3AiOjAuMCwiTGVmdCI6MC4wLCJSaWdodCI6MC4wLCJCb3R0b20iOjAuMH0sIklzVmlzaWJsZSI6dHJ1ZSwiV2lkdGgiOjAuMCwiSGVpZ2h0IjowLjAsIkJvcmRlclN0eWxlIjpudWxsLCJQYXJlbnRTdHlsZSI6bnVsbH0sIk1hcmdpbiI6eyIkaWQiOiI1MjQwIiwiVG9wIjowLjAsIkxlZnQiOjAuMCwiUmlnaHQiOjAuMCwiQm90dG9tIjowLjB9LCJQYWRkaW5nIjp7IiRpZCI6IjUyNDEiLCJUb3AiOjAuMCwiTGVmdCI6MC4wLCJSaWdodCI6MC4wLCJCb3R0b20iOjAuMH0sIklzVmlzaWJsZSI6dHJ1ZSwiV2lkdGgiOjAuMCwiSGVpZ2h0IjowLjAsIkJvcmRlclN0eWxlIjp7IiRpZCI6IjUyNDIiLCJMaW5lQ29sb3IiOm51bGwsIkxpbmVXZWlnaHQiOjAuMCwiTGluZVR5cGUiOjAsIlBhcmVudFN0eWxlIjpudWxsfSwiUGFyZW50U3R5bGUiOm51bGx9XSwiQ29uZGl0aW9uYWxGb3JtYXR0aW5nIjp7IiRpZCI6IjUyNDMiLCJQdkFGb3JtYXR0aW5nIjp7IiRpZCI6IjUyNDQiLCJEZWxheVRhc2tTdHlsZSI6eyIkaWQiOiI1MjQ1IiwiU3R5bGVPcHRpb25zIjoyNCwiVGl0bGVGb3JlZ3JvdW5kIjp7IiRpZCI6IjUyNDYiLCJDb2xvciI6eyIkaWQiOiI1MjQ3IiwiQSI6MjU1LCJSIjoxNzUsIkciOjAsIkIiOjB9fSwiQWN0dWFsU2hhcGVzQmFja2dyb3VuZCI6eyIkaWQiOiI1MjQ4IiwiQ29sb3IiOnsiJGlkIjoiNTI0OSIsIkEiOjYyLCJSIjoyNTUsIkciOjAsIkIiOjB9fSwiQWN0dWFsU2hhcGVzQm9yZGVyU3R5bGUiOnsiJGlkIjoiNTI1MCIsIkxpbmVDb2xvciI6eyIkaWQiOiI1MjUxIiwiJHR5cGUiOiJOTFJFLkNvbW1vbi5Eb20uU29saWRDb2xvckJydXNoLCBOTFJFLkNvbW1vbiIsIkNvbG9yIjp7IiRpZCI6IjUyNTIiLCJBIjoxNjMsIlIiOjI1NSwiRyI6MCwiQiI6MH19LCJMaW5lV2VpZ2h0IjozLjAsIkxpbmVUeXBlIjowLCJQYXJlbnRTdHlsZSI6bnVsbH0sIkJhc2VsaW5lU2hhcGVzQmFja2dyb3VuZCI6eyIkaWQiOiI1MjUzIiwiQ29sb3IiOnsiJGlkIjoiNTI1NCIsIkEiOjE4NCwiUiI6MjU1LCJHIjowLCJCIjowfX0sIlZhcmlhbmNlRm9yZWdyb3VuZCI6eyIkaWQiOiI1MjU1IiwiQ29sb3IiOnsiJGlkIjoiNTI1NiIsIkEiOjI1NSwiUiI6MTc1LCJHIjowLCJCIjowfX0sIklzVmlzaWJsZSI6dHJ1ZX0sIkRlbGF5TWlsZXN0b25lU3R5bGUiOnsiJGlkIjoiNTI1NyIsIlN0eWxlT3B0aW9ucyI6MTgsIlRpdGxlRm9yZWdyb3VuZCI6eyIkaWQiOiI1MjU4IiwiQ29sb3IiOnsiJGlkIjoiNTI1OSIsIkEiOjI1NSwiUiI6MTc1LCJHIjowLCJCIjowfX0sIkFjdHVhbFNoYXBlc0JhY2tncm91bmQiOnsiJGlkIjoiNTI2MCIsIkNvbG9yIjp7IiRpZCI6IjUyNjEiLCJBIjoyNTUsIlIiOjIyMiwiRyI6ODAsIkIiOjUwfX0sIkFjdHVhbFNoYXBlc0JvcmRlclN0eWxlIjp7IiRpZCI6IjUyNjIiLCJMaW5lQ29sb3IiOnsiJGlkIjoiNTI2MyIsIiR0eXBlIjoiTkxSRS5Db21tb24uRG9tLlNvbGlkQ29sb3JCcnVzaCwgTkxSRS5Db21tb24iLCJDb2xvciI6eyIkaWQiOiI1MjY0IiwiQSI6MTYzLCJSIjoyNTUsIkciOjAsIkIiOjB9fSwiTGluZVdlaWdodCI6My4wLCJMaW5lVHlwZSI6MCwiUGFyZW50U3R5bGUiOm51bGx9LCJCYXNlbGluZVNoYXBlc0JhY2tncm91bmQiOnsiJGlkIjoiNTI2NSIsIkNvbG9yIjp7IiRpZCI6IjUyNjYiLCJBIjoxODQsIlIiOjI1NSwiRyI6MCwiQiI6MH19LCJWYXJpYW5jZUZvcmVncm91bmQiOnsiJGlkIjoiNTI2NyIsIkNvbG9yIjp7IiRpZCI6IjUyNjgiLCJBIjoyNTUsIlIiOjE3NSwiRyI6MCwiQiI6MH19LCJJc1Zpc2libGUiOnRydWV9LCJBZHZhbmNlVGFza1N0eWxlIjp7IiRpZCI6IjUyNjkiLCJTdHlsZU9wdGlvbnMiOjI0LCJUaXRsZUZvcmVncm91bmQiOnsiJGlkIjoiNTI3MCIsIkNvbG9yIjp7IiRpZCI6IjUyNzEiLCJBIjoyNTUsIlIiOjAsIkciOjExMCwiQiI6MH19LCJBY3R1YWxTaGFwZXNCYWNrZ3JvdW5kIjp7IiRpZCI6IjUyNzIiLCJDb2xvciI6eyIkaWQiOiI1MjczIiwiQSI6NjEsIlIiOjAsIkciOjEyOCwiQiI6MH19LCJBY3R1YWxTaGFwZXNCb3JkZXJTdHlsZSI6eyIkaWQiOiI1Mjc0IiwiTGluZUNvbG9yIjp7IiRpZCI6IjUyNzUiLCIkdHlwZSI6Ik5MUkUuQ29tbW9uLkRvbS5Tb2xpZENvbG9yQnJ1c2gsIE5MUkUuQ29tbW9uIiwiQ29sb3IiOnsiJGlkIjoiNTI3NiIsIkEiOjE2MywiUiI6MCwiRyI6MTI4LCJCIjowfX0sIkxpbmVXZWlnaHQiOjMuMCwiTGluZVR5cGUiOjAsIlBhcmVudFN0eWxlIjpudWxsfSwiQmFzZWxpbmVTaGFwZXNCYWNrZ3JvdW5kIjp7IiRpZCI6IjUyNzciLCJDb2xvciI6eyIkaWQiOiI1Mjc4IiwiQSI6MTg0LCJSIjowLCJHIjoxMjgsIkIiOjB9fSwiVmFyaWFuY2VGb3JlZ3JvdW5kIjp7IiRpZCI6IjUyNzkiLCJDb2xvciI6eyIkaWQiOiI1MjgwIiwiQSI6MjU1LCJSIjowLCJHIjoxMTAsIkIiOjB9fSwiSXNWaXNpYmxlIjp0cnVlfSwiQWR2YW5jZU1pbGVzdG9uZVN0eWxlIjp7IiRpZCI6IjUyODEiLCJTdHlsZU9wdGlvbnMiOjE4LCJUaXRsZUZvcmVncm91bmQiOnsiJGlkIjoiNTI4MiIsIkNvbG9yIjp7IiRpZCI6IjUyODMiLCJBIjoyNTUsIlIiOjAsIkciOjExMCwiQiI6MH19LCJBY3R1YWxTaGFwZXNCYWNrZ3JvdW5kIjp7IiRpZCI6IjUyODQiLCJDb2xvciI6eyIkaWQiOiI1Mjg1IiwiQSI6MjU1LCJSIjoyMCwiRyI6MTAwLCJCIjowfX0sIkFjdHVhbFNoYXBlc0JvcmRlclN0eWxlIjp7IiRpZCI6IjUyODYiLCJMaW5lQ29sb3IiOnsiJGlkIjoiNTI4NyIsIiR0eXBlIjoiTkxSRS5Db21tb24uRG9tLlNvbGlkQ29sb3JCcnVzaCwgTkxSRS5Db21tb24iLCJDb2xvciI6eyIkaWQiOiI1Mjg4IiwiQSI6MTYzLCJSIjowLCJHIjoxMjgsIkIiOjB9fSwiTGluZVdlaWdodCI6My4wLCJMaW5lVHlwZSI6MCwiUGFyZW50U3R5bGUiOm51bGx9LCJCYXNlbGluZVNoYXBlc0JhY2tncm91bmQiOnsiJGlkIjoiNTI4OSIsIkNvbG9yIjp7IiRpZCI6IjUyOTAiLCJBIjoxODQsIlIiOjAsIkciOjEyOCwiQiI6MH19LCJWYXJpYW5jZUZvcmVncm91bmQiOnsiJGlkIjoiNTI5MSIsIkNvbG9yIjp7IiRpZCI6IjUyOTIiLCJBIjoyNTUsIlIiOjAsIkciOjExMCwiQiI6MH19LCJJc1Zpc2libGUiOnRydWV9fSwiVmFyaWFuY2VEaXNwbGF5U2V0dGluZ3MiOnsiJGlkIjoiNTI5MyIsIlRhc2tWYXJpYW5jZURpc3BsYXlPcHRpb25zIjp7IiRpZCI6IjUyOTQiLCJTaG93RGVsYXlWYXJpYW5jZSI6dHJ1ZSwiU2hvd0FkdmFuY2VWYXJpYW5jZSI6dHJ1ZSwiU2hvd18wX1ZhcmlhbmNlIjp0cnVlfSwiTWlsZXN0b25lVmFyaWFuY2VEaXNwbGF5T3B0aW9ucyI6eyIkaWQiOiI1Mjk1IiwiU2hvd0RlbGF5VmFyaWFuY2UiOnRydWUsIlNob3dBZHZhbmNlVmFyaWFuY2UiOnRydWUsIlNob3dfMF9WYXJpYW5jZSI6dHJ1ZX19fX0sIlNjYWxlIjpudWxsLCJTY2FsZVYyIjp7IiRpZCI6IjUyOTYiLCJTdGFydERhdGUiOiIwMDAxLTAxLTAxVDAwOjAwOjAwIiwiRW5kRGF0ZSI6IjIwMjgtMDgtMjVUMjM6NTk6MDAiLCJBdXRvRGF0ZVJhbmdlIjp0cnVlLCJXb3JraW5nRGF5cyI6MzEsIkZpc2NhbFllYXIiOnsiJGlkIjoiNTI5NyIsIlN0YXJ0TW9udGgiOjEsIlVzZVN0YXJ0aW5nWWVhckZvck51bWJlcmluZyI6dHJ1ZSwiU2hvd0Zpc2NhbFllYXJMYWJlbCI6dHJ1ZX0sIlRvZGF5TWFya2VyVGV4dCI6IkkgZGFnIiwiQXV0b1NjYWxlVHlwZSI6ZmFsc2UsIlRpbWViYW5kU2NhbGVzIjp7IiRpZCI6IjUyOTgiLCJUb3BTY2FsZUxheWVyIjp7IiRpZCI6IjUyOTkiLCJGb3JtYXQiOiJNTU0iLCJUeXBlIjo0LCJHcm91cGluZ0ludGVydmFscyI6eyIkaWQiOiI1MzAwIiwiSXNTZXQiOmZhbHNlLCJHcm91cGluZ1N0ZXBDb3VudCI6MX19LCJNaWRkbGVTY2FsZUxheWVyIjp7IiRpZCI6IjUzMDEiLCJGb3JtYXQiOiJNTU0iLCJUeXBlIjoyLCJHcm91cGluZ0ludGVydmFscyI6eyIkaWQiOiI1MzAyIiwiSXNTZXQiOmZhbHNlLCJHcm91cGluZ1N0ZXBDb3VudCI6MX19LCJCb3R0b21TY2FsZUxheWVyIjp7IiRpZCI6IjUzMDMiLCJGb3JtYXQiOiJkIiwiVHlwZSI6MCwiR3JvdXBpbmdJbnRlcnZhbHMiOnsiJGlkIjoiNTMwNCIsIklzU2V0IjpmYWxzZSwiR3JvdXBpbmdTdGVwQ291bnQiOjF9fX19LCJNaWxlc3RvbmVzIjpbeyIkaWQiOiI1MzA1IiwiRGF0ZSI6IjIwMjctMDktMTBUMDA6MDA6MDAiLCJTdHlsZSI6eyIkaWQiOiI1MzA2IiwiU2hhcGUiOjIsIkNvbm5lY3Rvck1hcmdpbiI6eyIkaWQiOiI1MzA3IiwiVG9wIjowLjAsIkxlZnQiOjIuMCwiUmlnaHQiOjIuMCwiQm90dG9tIjowLjB9LCJDb25uZWN0b3JTdHlsZSI6eyIkaWQiOiI1MzA4IiwiTGluZUNvbG9yIjp7IiRpZCI6IjUzMDkiLCIkdHlwZSI6Ik5MUkUuQ29tbW9uLkRvbS5Tb2xpZENvbG9yQnJ1c2gsIE5MUkUuQ29tbW9uIiwiQ29sb3IiOnsiJGlkIjoiNTMxMCIsIkEiOjEyNywiUiI6NzksIkciOjEyOSwiQiI6MTg5fX0sIkxpbmVXZWlnaHQiOjEuMCwiTGluZVR5cGUiOjAsIlBhcmVudFN0eWxlIjpudWxsfSwiSXNCZWxvd1RpbWViYW5kIjpmYWxzZSwiUG9zaXRpb25PblRhc2siOjAsIkhpZGVEYXRlIjpmYWxzZSwiU2hhcGVTaXplIjoxLCJTcGFjaW5nIjowLjAsIlBhZGRpbmciOnsiJGlkIjoiNTMxMSIsIlRvcCI6NS4wLCJMZWZ0IjozLjAsIlJpZ2h0IjowLjAsIkJvdHRvbSI6Mi4wfSwiU2hhcGVTdHlsZSI6eyIkaWQiOiI1MzEyIiwiTWFyZ2luIjp7IiRpZCI6IjUzMTMiLCJUb3AiOjAuMCwiTGVmdCI6MC4wLCJSaWdodCI6MC4wLCJCb3R0b20iOjAuMH0sIlBhZGRpbmciOnsiJGlkIjoiNTMxNCIsIlRvcCI6MC4wLCJMZWZ0IjowLjAsIlJpZ2h0IjowLjAsIkJvdHRvbSI6MC4wfSwiQmFja2dyb3VuZCI6eyIkaWQiOiI1MzE1IiwiQ29sb3IiOnsiJGlkIjoiNTMxNiIsIkEiOjI1NSwiUiI6MCwiRyI6OTIsIkIiOjE0MX19LCJJc1Zpc2libGUiOnRydWUsIldpZHRoIjoxMy4wLCJIZWlnaHQiOjEzLjAsIkJvcmRlclN0eWxlIjp7IiRpZCI6IjUzMTciLCJMaW5lQ29sb3IiOnsiJGlkIjoiNTMxOCIsIiR0eXBlIjoiTkxSRS5Db21tb24uRG9tLlNvbGlkQ29sb3JCcnVzaCwgTkxSRS5Db21tb24iLCJDb2xvciI6eyIkaWQiOiI1MzE5IiwiQSI6MjU1LCJSIjoyNTUsIkciOjAsIkIiOjB9fSwiTGluZVdlaWdodCI6MC4wLCJMaW5lVHlwZSI6MCwiUGFyZW50U3R5bGUiOm51bGx9LCJQYXJlbnRTdHlsZSI6bnVsbH0sIlRpdGxlU3R5bGUiOnsiJGlkIjoiNTMyMCIsIkZvbnRTZXR0aW5ncyI6eyIkaWQiOiI1MzIxIiwiRm9udFNpemUiOjEwLCJGb250TmFtZSI6IkNhbGlicmkiLCJJc0JvbGQiOnRydWUsIklzSXRhbGljIjpmYWxzZSwiSXNVbmRlcmxpbmVkIjpmYWxzZSwiUGFyZW50U3R5bGUiOm51bGx9LCJBdXRvU2l6ZSI6MCwiRm9yZWdyb3VuZCI6eyIkaWQiOiI1MzIyIiwiQ29sb3IiOnsiJGlkIjoiNTMyMy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1MzI0IiwiVG9wIjowLjAsIkxlZnQiOjAuMCwiUmlnaHQiOjAuMCwiQm90dG9tIjowLjB9LCJQYWRkaW5nIjp7IiRpZCI6IjUzMjUiLCJUb3AiOjAuMCwiTGVmdCI6MC4wLCJSaWdodCI6MC4wLCJCb3R0b20iOjAuMH0sIkJhY2tncm91bmQiOnsiJGlkIjoiNTMyNiIsIkNvbG9yIjp7IiRpZCI6IjUzMjciLCJBIjowLCJSIjoyNTUsIkciOjI1NSwiQiI6MjU1fX0sIklzVmlzaWJsZSI6dHJ1ZSwiV2lkdGgiOjAuMCwiSGVpZ2h0IjowLjAsIkJvcmRlclN0eWxlIjp7IiRpZCI6IjUzMjgiLCJMaW5lQ29sb3IiOm51bGwsIkxpbmVXZWlnaHQiOjAuMCwiTGluZVR5cGUiOjAsIlBhcmVudFN0eWxlIjpudWxsfSwiUGFyZW50U3R5bGUiOm51bGx9LCJEYXRlU3R5bGUiOnsiJGlkIjoiNTMyOSIsIkZvbnRTZXR0aW5ncyI6eyIkaWQiOiI1MzMwIiwiRm9udFNpemUiOjksIkZvbnROYW1lIjoiQ2FsaWJyaSIsIklzQm9sZCI6ZmFsc2UsIklzSXRhbGljIjpmYWxzZSwiSXNVbmRlcmxpbmVkIjpmYWxzZSwiUGFyZW50U3R5bGUiOm51bGx9LCJBdXRvU2l6ZSI6MCwiRm9yZWdyb3VuZCI6eyIkaWQiOiI1MzMxIiwiQ29sb3IiOnsiJGlkIjoiNTMz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MzMyIsIlRvcCI6MC4wLCJMZWZ0IjowLjAsIlJpZ2h0IjowLjAsIkJvdHRvbSI6MC4wfSwiUGFkZGluZyI6eyIkaWQiOiI1MzM0IiwiVG9wIjowLjAsIkxlZnQiOjAuMCwiUmlnaHQiOjAuMCwiQm90dG9tIjowLjB9LCJCYWNrZ3JvdW5kIjp7IiRpZCI6IjUzMzUiLCJDb2xvciI6eyIkaWQiOiI1MzM2IiwiQSI6MCwiUiI6MjU1LCJHIjoyNTUsIkIiOjI1NX19LCJJc1Zpc2libGUiOnRydWUsIldpZHRoIjowLjAsIkhlaWdodCI6MC4wLCJCb3JkZXJTdHlsZSI6eyIkaWQiOiI1MzM3IiwiTGluZUNvbG9yIjpudWxsLCJMaW5lV2VpZ2h0IjowLjAsIkxpbmVUeXBlIjowLCJQYXJlbnRTdHlsZSI6bnVsbH0sIlBhcmVudFN0eWxlIjpudWxsfSwiRGF0ZUZvcm1hdCI6eyIkaWQiOiI1MzM4IiwiRm9ybWF0U3RyaW5nIjoiTU1NIGQiLCJTZXBhcmF0b3IiOiIvIiwiVXNlSW50ZXJuYXRpb25hbERhdGVGb3JtYXQiOmZhbHNlLCJEYXRlSXNWaXNpYmxlIjp0cnVlLCJUaW1lSXNWaXNpYmxlIjpmYWxzZSwiSG91ckRpZ2l0cyI6MSwiQW1QbURlc2lnbmF0b3IiOjIsIlRyaW0wME1pbnV0ZXMiOmZhbHNlLCJMYXN0S25vd25WaXNpYmlsaXR5U3RhdGUiOnsiJGlkIjoiNTMzOSIsIkRhdGVQYXJ0SXNWaXNpYmxlIjp0cnVlLCJUaW1lUGFydElzVmlzaWJsZSI6ZmFsc2V9fSwiV2Vla051bWJlcmluZyI6eyIkaWQiOiI1MzQwIiwiRm9ybWF0IjowLCJJc1Zpc2libGUiOmZhbHNlLCJMYXN0S25vd25WaXNpYmlsaXR5U3RhdGUiOmZhbHNlfSwiSXNWaXNpYmxlIjp0cnVlLCJWYXJpYW5jZVN0eWxlIjp7IiRpZCI6IjUzNDEiLCJUZXh0U3R5bGUiOnsiJGlkIjoiNTM0MiIsIkZvbnRTZXR0aW5ncyI6eyIkaWQiOiI1MzQzIiwiRm9udFNpemUiOjExLCJGb250TmFtZSI6IkNhbGlicmkiLCJJc0JvbGQiOmZhbHNlLCJJc0l0YWxpYyI6ZmFsc2UsIklzVW5kZXJsaW5lZCI6ZmFsc2UsIlBhcmVudFN0eWxlIjpudWxsfSwiQXV0b1NpemUiOjAsIkZvcmVncm91bmQiOnsiJGlkIjoiNTM0NCIsIkNvbG9yIjp7IiRpZCI6IjUzNDU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M0NiIsIlRvcCI6MC4wLCJMZWZ0IjowLjAsIlJpZ2h0IjowLjAsIkJvdHRvbSI6MC4wfSwiUGFkZGluZyI6eyIkaWQiOiI1MzQ3IiwiVG9wIjowLjAsIkxlZnQiOjAuMCwiUmlnaHQiOjAuMCwiQm90dG9tIjowLjB9LCJCYWNrZ3JvdW5kIjp7IiRpZCI6IjUzNDgiLCJDb2xvciI6eyIkaWQiOiI1MzQ5IiwiQSI6MCwiUiI6MCwiRyI6MCwiQiI6MH19LCJJc1Zpc2libGUiOmZhbHNlLCJXaWR0aCI6MC4wLCJIZWlnaHQiOjAuMCwiQm9yZGVyU3R5bGUiOnsiJGlkIjoiNTM1MCIsIkxpbmVDb2xvciI6bnVsbCwiTGluZVdlaWdodCI6MC4wLCJMaW5lVHlwZSI6MCwiUGFyZW50U3R5bGUiOm51bGx9LCJQYXJlbnRTdHlsZSI6bnVsbH0sIlBhcmVudFN0eWxlIjpudWxsfSwiUGFyZW50U3R5bGUiOm51bGx9LCJJbmRleCI6MCwiUGVyY2VudGFnZUNvbXBsZXRlIjpudWxsLCJQb3NpdGlvbiI6eyJSYXRpbyI6MC4xOTcwNjczNjY3MDYwMDA0NSwiSXNDdXN0b20iOnRydWV9LCJEYXRlRm9ybWF0Ijp7IiRyZWYiOiI1MzM4In0sIldlZWtOdW1iZXJpbmciOnsiJGlkIjoiNTM1MSIsIkZvcm1hdCI6MCwiSXNWaXNpYmxlIjpmYWxzZSwiTGFzdEtub3duVmlzaWJpbGl0eVN0YXRlIjpmYWxzZX0sIkJhc2VsaW5lRGF0YSI6eyIkaWQiOiI1MzUyIiwiRGF0ZSI6IjIwMjctMDktMTBUMDA6MDA6MDAifSwiUmVsYXRlZFRhc2tJZCI6IjAwMDAwMDAwLTAwMDAtMDAwMC0wMDAwLTAwMDAwMDAwMDAwMCIsIklkIjoiOTJjNTFlNjItYmQ5Ni00ZDZmLTlmNjAtYjQ5ZGVmMzhjMzRlIiwiSW1wb3J0SWQiOm51bGwsIlRpdGxlIjoiREVQIGhhciBnb2RrZW5kdCBsb3ZoamVtbWVsIHRpbCBsb3Zwcm9ncmFtbWV0IiwiTm90ZSI6bnVsbCwiSHlwZXJsaW5rIjp7IiRpZCI6IjUzNTMiLCJBZGRyZXNzIjpudWxsLCJTdWJBZGRyZXNzIjpudWxsfSwiSXNDaGFuZ2VkIjpmYWxzZSwiSXNOZXciOmZhbHNlfSx7IiRpZCI6IjUzNTQiLCJEYXRlIjoiMjAyOC0wMS0wMVQwMDowMDowMCIsIlN0eWxlIjp7IiRpZCI6IjUzNTUiLCJTaGFwZSI6MiwiQ29ubmVjdG9yTWFyZ2luIjp7IiRpZCI6IjUzNTYiLCJUb3AiOjAuMCwiTGVmdCI6Mi4wLCJSaWdodCI6Mi4wLCJCb3R0b20iOjAuMH0sIkNvbm5lY3RvclN0eWxlIjp7IiRpZCI6IjUzNTciLCJMaW5lQ29sb3IiOnsiJGlkIjoiNTM1OCIsIiR0eXBlIjoiTkxSRS5Db21tb24uRG9tLlNvbGlkQ29sb3JCcnVzaCwgTkxSRS5Db21tb24iLCJDb2xvciI6eyIkaWQiOiI1MzU5IiwiQSI6MTI3LCJSIjo3OSwiRyI6MTI5LCJCIjoxODl9fSwiTGluZVdlaWdodCI6MS4wLCJMaW5lVHlwZSI6MCwiUGFyZW50U3R5bGUiOm51bGx9LCJJc0JlbG93VGltZWJhbmQiOmZhbHNlLCJQb3NpdGlvbk9uVGFzayI6MCwiSGlkZURhdGUiOmZhbHNlLCJTaGFwZVNpemUiOjEsIlNwYWNpbmciOjAuMCwiUGFkZGluZyI6eyIkaWQiOiI1MzYwIiwiVG9wIjo1LjAsIkxlZnQiOjMuMCwiUmlnaHQiOjAuMCwiQm90dG9tIjoyLjB9LCJTaGFwZVN0eWxlIjp7IiRpZCI6IjUzNjEiLCJNYXJnaW4iOnsiJGlkIjoiNTM2MiIsIlRvcCI6MC4wLCJMZWZ0IjowLjAsIlJpZ2h0IjowLjAsIkJvdHRvbSI6MC4wfSwiUGFkZGluZyI6eyIkaWQiOiI1MzYzIiwiVG9wIjowLjAsIkxlZnQiOjAuMCwiUmlnaHQiOjAuMCwiQm90dG9tIjowLjB9LCJCYWNrZ3JvdW5kIjp7IiRpZCI6IjUzNjQiLCJDb2xvciI6eyIkaWQiOiI1MzY1IiwiQSI6MjU1LCJSIjowLCJHIjo5MiwiQiI6MTQxfX0sIklzVmlzaWJsZSI6dHJ1ZSwiV2lkdGgiOjEzLjAsIkhlaWdodCI6MTMuMCwiQm9yZGVyU3R5bGUiOnsiJGlkIjoiNTM2NiIsIkxpbmVDb2xvciI6eyIkaWQiOiI1MzY3IiwiJHR5cGUiOiJOTFJFLkNvbW1vbi5Eb20uU29saWRDb2xvckJydXNoLCBOTFJFLkNvbW1vbiIsIkNvbG9yIjp7IiRpZCI6IjUzNjgiLCJBIjoyNTUsIlIiOjI1NSwiRyI6MCwiQiI6MH19LCJMaW5lV2VpZ2h0IjowLjAsIkxpbmVUeXBlIjowLCJQYXJlbnRTdHlsZSI6bnVsbH0sIlBhcmVudFN0eWxlIjpudWxsfSwiVGl0bGVTdHlsZSI6eyIkaWQiOiI1MzY5IiwiRm9udFNldHRpbmdzIjp7IiRpZCI6IjUzNzAiLCJGb250U2l6ZSI6MTAsIkZvbnROYW1lIjoiQ2FsaWJyaSIsIklzQm9sZCI6dHJ1ZSwiSXNJdGFsaWMiOmZhbHNlLCJJc1VuZGVybGluZWQiOmZhbHNlLCJQYXJlbnRTdHlsZSI6bnVsbH0sIkF1dG9TaXplIjoyLCJGb3JlZ3JvdW5kIjp7IiRpZCI6IjUzNzEiLCJDb2xvciI6eyIkaWQiOiI1MzcyIiwiQSI6MjU1LCJSIjowLCJHIjowLCJCIjowfX0sIk1heFdpZHRoIjoxMDYuMzU1OTg3NTQ4ODI4MTMsIk1heEhlaWdodCI6IkluZmluaXR5IiwiU21hcnRGb3JlZ3JvdW5kSXNBY3RpdmUiOmZhbHNlLCJIb3Jpem9udGFsQWxpZ25tZW50IjowLCJWZXJ0aWNhbEFsaWdubWVudCI6MCwiU21hcnRGb3JlZ3JvdW5kIjpudWxsLCJCYWNrZ3JvdW5kRmlsbFR5cGUiOjAsIk1hcmdpbiI6eyIkaWQiOiI1MzczIiwiVG9wIjowLjAsIkxlZnQiOjAuMCwiUmlnaHQiOjAuMCwiQm90dG9tIjowLjB9LCJQYWRkaW5nIjp7IiRpZCI6IjUzNzQiLCJUb3AiOjAuMCwiTGVmdCI6MC4wLCJSaWdodCI6MC4wLCJCb3R0b20iOjAuMH0sIkJhY2tncm91bmQiOnsiJGlkIjoiNTM3NSIsIkNvbG9yIjp7IiRpZCI6IjUzNzYiLCJBIjowLCJSIjoyNTUsIkciOjI1NSwiQiI6MjU1fX0sIklzVmlzaWJsZSI6dHJ1ZSwiV2lkdGgiOjAuMCwiSGVpZ2h0IjowLjAsIkJvcmRlclN0eWxlIjp7IiRpZCI6IjUzNzciLCJMaW5lQ29sb3IiOm51bGwsIkxpbmVXZWlnaHQiOjAuMCwiTGluZVR5cGUiOjAsIlBhcmVudFN0eWxlIjpudWxsfSwiUGFyZW50U3R5bGUiOm51bGx9LCJEYXRlU3R5bGUiOnsiJGlkIjoiNTM3OCIsIkZvbnRTZXR0aW5ncyI6eyIkaWQiOiI1Mzc5IiwiRm9udFNpemUiOjksIkZvbnROYW1lIjoiQ2FsaWJyaSIsIklzQm9sZCI6ZmFsc2UsIklzSXRhbGljIjpmYWxzZSwiSXNVbmRlcmxpbmVkIjpmYWxzZSwiUGFyZW50U3R5bGUiOm51bGx9LCJBdXRvU2l6ZSI6MCwiRm9yZWdyb3VuZCI6eyIkaWQiOiI1MzgwIiwiQ29sb3IiOnsiJGlkIjoiNTM4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NTM4MiIsIlRvcCI6MC4wLCJMZWZ0IjowLjAsIlJpZ2h0IjowLjAsIkJvdHRvbSI6MC4wfSwiUGFkZGluZyI6eyIkaWQiOiI1MzgzIiwiVG9wIjowLjAsIkxlZnQiOjAuMCwiUmlnaHQiOjAuMCwiQm90dG9tIjowLjB9LCJCYWNrZ3JvdW5kIjp7IiRpZCI6IjUzODQiLCJDb2xvciI6eyIkaWQiOiI1Mzg1IiwiQSI6MCwiUiI6MjU1LCJHIjoyNTUsIkIiOjI1NX19LCJJc1Zpc2libGUiOnRydWUsIldpZHRoIjowLjAsIkhlaWdodCI6MC4wLCJCb3JkZXJTdHlsZSI6eyIkaWQiOiI1Mzg2IiwiTGluZUNvbG9yIjpudWxsLCJMaW5lV2VpZ2h0IjowLjAsIkxpbmVUeXBlIjowLCJQYXJlbnRTdHlsZSI6bnVsbH0sIlBhcmVudFN0eWxlIjpudWxsfSwiRGF0ZUZvcm1hdCI6eyIkaWQiOiI1Mz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UzODgiLCJGb3JtYXQiOjAsIklzVmlzaWJsZSI6ZmFsc2UsIkxhc3RLbm93blZpc2liaWxpdHlTdGF0ZSI6ZmFsc2V9LCJJc1Zpc2libGUiOnRydWUsIlZhcmlhbmNlU3R5bGUiOnsiJGlkIjoiNTM4OSIsIlRleHRTdHlsZSI6eyIkaWQiOiI1MzkwIiwiRm9udFNldHRpbmdzIjp7IiRpZCI6IjUzOTEiLCJGb250U2l6ZSI6MTEsIkZvbnROYW1lIjoiQ2FsaWJyaSIsIklzQm9sZCI6ZmFsc2UsIklzSXRhbGljIjpmYWxzZSwiSXNVbmRlcmxpbmVkIjpmYWxzZSwiUGFyZW50U3R5bGUiOm51bGx9LCJBdXRvU2l6ZSI6MCwiRm9yZWdyb3VuZCI6eyIkaWQiOiI1MzkyIiwiQ29sb3IiOnsiJGlkIjoiNTM5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Mzk0IiwiVG9wIjowLjAsIkxlZnQiOjAuMCwiUmlnaHQiOjAuMCwiQm90dG9tIjowLjB9LCJQYWRkaW5nIjp7IiRpZCI6IjUzOTUiLCJUb3AiOjAuMCwiTGVmdCI6MC4wLCJSaWdodCI6MC4wLCJCb3R0b20iOjAuMH0sIkJhY2tncm91bmQiOnsiJGlkIjoiNTM5NiIsIkNvbG9yIjp7IiRpZCI6IjUzOTciLCJBIjowLCJSIjowLCJHIjowLCJCIjowfX0sIklzVmlzaWJsZSI6ZmFsc2UsIldpZHRoIjowLjAsIkhlaWdodCI6MC4wLCJCb3JkZXJTdHlsZSI6eyIkaWQiOiI1Mzk4IiwiTGluZUNvbG9yIjpudWxsLCJMaW5lV2VpZ2h0IjowLjAsIkxpbmVUeXBlIjowLCJQYXJlbnRTdHlsZSI6bnVsbH0sIlBhcmVudFN0eWxlIjpudWxsfSwiUGFyZW50U3R5bGUiOm51bGx9LCJQYXJlbnRTdHlsZSI6bnVsbH0sIkluZGV4IjoxLCJQZXJjZW50YWdlQ29tcGxldGUiOm51bGwsIlBvc2l0aW9uIjp7IlJhdGlvIjowLjExMzA3NDA3NjYxNzIwNTU5LCJJc0N1c3RvbSI6dHJ1ZX0sIkRhdGVGb3JtYXQiOnsiJHJlZiI6IjUzODcifSwiV2Vla051bWJlcmluZyI6eyIkaWQiOiI1Mzk5IiwiRm9ybWF0IjowLCJJc1Zpc2libGUiOmZhbHNlLCJMYXN0S25vd25WaXNpYmlsaXR5U3RhdGUiOmZhbHNlfSwiQmFzZWxpbmVEYXRhIjp7IiRpZCI6IjU0MDAiLCJEYXRlIjoiMjAyOC0wMS0wMVQwMDowMDowMCJ9LCJSZWxhdGVkVGFza0lkIjoiMDAwMDAwMDAtMDAwMC0wMDAwLTAwMDAtMDAwMDAwMDAwMDAwIiwiSWQiOiI4ZDdkYmQzNS0yYWJiLTRhNGQtOWE0ZC03NmJkMTgzNDE3MzAiLCJJbXBvcnRJZCI6bnVsbCwiVGl0bGUiOiJMb3ZoamVtbWVsIGdvZGtlbmR0IGkgRm9sa2V0aW5nZXQiLCJOb3RlIjpudWxsLCJIeXBlcmxpbmsiOnsiJGlkIjoiNTQwMSIsIkFkZHJlc3MiOm51bGwsIlN1YkFkZHJlc3MiOm51bGx9LCJJc0NoYW5nZWQiOmZhbHNlLCJJc05ldyI6ZmFsc2V9LHsiJGlkIjoiNTQwMiIsIkRhdGUiOiIyMDI3LTAzLTEwVDAwOjAwOjAwIiwiU3R5bGUiOnsiJGlkIjoiNTQwMyIsIlNoYXBlIjoyLCJDb25uZWN0b3JNYXJnaW4iOnsiJGlkIjoiNTQwNCIsIlRvcCI6MC4wLCJMZWZ0IjoyLjAsIlJpZ2h0IjoyLjAsIkJvdHRvbSI6MC4wfSwiQ29ubmVjdG9yU3R5bGUiOnsiJGlkIjoiNTQwNSIsIkxpbmVDb2xvciI6eyIkaWQiOiI1NDA2IiwiJHR5cGUiOiJOTFJFLkNvbW1vbi5Eb20uU29saWRDb2xvckJydXNoLCBOTFJFLkNvbW1vbiIsIkNvbG9yIjp7IiRpZCI6IjU0MDciLCJBIjoxMjcsIlIiOjc5LCJHIjoxMjksIkIiOjE4OX19LCJMaW5lV2VpZ2h0IjoxLjAsIkxpbmVUeXBlIjowLCJQYXJlbnRTdHlsZSI6bnVsbH0sIklzQmVsb3dUaW1lYmFuZCI6ZmFsc2UsIlBvc2l0aW9uT25UYXNrIjowLCJIaWRlRGF0ZSI6ZmFsc2UsIlNoYXBlU2l6ZSI6MSwiU3BhY2luZyI6MC4wLCJQYWRkaW5nIjp7IiRpZCI6IjU0MDgiLCJUb3AiOjUuMCwiTGVmdCI6My4wLCJSaWdodCI6MC4wLCJCb3R0b20iOjIuMH0sIlNoYXBlU3R5bGUiOnsiJGlkIjoiNTQwOSIsIk1hcmdpbiI6eyIkaWQiOiI1NDEwIiwiVG9wIjowLjAsIkxlZnQiOjAuMCwiUmlnaHQiOjAuMCwiQm90dG9tIjowLjB9LCJQYWRkaW5nIjp7IiRpZCI6IjU0MTEiLCJUb3AiOjAuMCwiTGVmdCI6MC4wLCJSaWdodCI6MC4wLCJCb3R0b20iOjAuMH0sIkJhY2tncm91bmQiOnsiJGlkIjoiNTQxMiIsIkNvbG9yIjp7IiRpZCI6IjU0MTMiLCJBIjoyNTUsIlIiOjExMSwiRyI6NDksIkIiOjE1Mn19LCJJc1Zpc2libGUiOnRydWUsIldpZHRoIjoxMy4wLCJIZWlnaHQiOjEzLjAsIkJvcmRlclN0eWxlIjp7IiRpZCI6IjU0MTQiLCJMaW5lQ29sb3IiOnsiJGlkIjoiNTQxNSIsIiR0eXBlIjoiTkxSRS5Db21tb24uRG9tLlNvbGlkQ29sb3JCcnVzaCwgTkxSRS5Db21tb24iLCJDb2xvciI6eyIkaWQiOiI1NDE2IiwiQSI6MjU1LCJSIjoyNTUsIkciOjAsIkIiOjB9fSwiTGluZVdlaWdodCI6MC4wLCJMaW5lVHlwZSI6MCwiUGFyZW50U3R5bGUiOm51bGx9LCJQYXJlbnRTdHlsZSI6bnVsbH0sIlRpdGxlU3R5bGUiOnsiJGlkIjoiNTQxNyIsIkZvbnRTZXR0aW5ncyI6eyIkaWQiOiI1NDE4IiwiRm9udFNpemUiOjEwLCJGb250TmFtZSI6IkNhbGlicmkiLCJJc0JvbGQiOnRydWUsIklzSXRhbGljIjpmYWxzZSwiSXNVbmRlcmxpbmVkIjpmYWxzZSwiUGFyZW50U3R5bGUiOm51bGx9LCJBdXRvU2l6ZSI6MiwiRm9yZWdyb3VuZCI6eyIkaWQiOiI1NDE5IiwiQ29sb3IiOnsiJGlkIjoiNTQyMCIsIkEiOjI1NSwiUiI6MCwiRyI6MCwiQiI6MH19LCJNYXhXaWR0aCI6MTYzLjk3MzMxMjM3NzkyOTY5LCJNYXhIZWlnaHQiOiJJbmZpbml0eSIsIlNtYXJ0Rm9yZWdyb3VuZElzQWN0aXZlIjpmYWxzZSwiSG9yaXpvbnRhbEFsaWdubWVudCI6MCwiVmVydGljYWxBbGlnbm1lbnQiOjAsIlNtYXJ0Rm9yZWdyb3VuZCI6bnVsbCwiQmFja2dyb3VuZEZpbGxUeXBlIjowLCJNYXJnaW4iOnsiJGlkIjoiNTQyMSIsIlRvcCI6MC4wLCJMZWZ0IjowLjAsIlJpZ2h0IjowLjAsIkJvdHRvbSI6MC4wfSwiUGFkZGluZyI6eyIkaWQiOiI1NDIyIiwiVG9wIjowLjAsIkxlZnQiOjAuMCwiUmlnaHQiOjAuMCwiQm90dG9tIjowLjB9LCJCYWNrZ3JvdW5kIjp7IiRpZCI6IjU0MjMiLCJDb2xvciI6eyIkaWQiOiI1NDI0IiwiQSI6MCwiUiI6MjU1LCJHIjoyNTUsIkIiOjI1NX19LCJJc1Zpc2libGUiOnRydWUsIldpZHRoIjowLjAsIkhlaWdodCI6MC4wLCJCb3JkZXJTdHlsZSI6eyIkaWQiOiI1NDI1IiwiTGluZUNvbG9yIjpudWxsLCJMaW5lV2VpZ2h0IjowLjAsIkxpbmVUeXBlIjowLCJQYXJlbnRTdHlsZSI6bnVsbH0sIlBhcmVudFN0eWxlIjpudWxsfSwiRGF0ZVN0eWxlIjp7IiRpZCI6IjU0MjYiLCJGb250U2V0dGluZ3MiOnsiJGlkIjoiNTQyNyIsIkZvbnRTaXplIjo5LCJGb250TmFtZSI6IkNhbGlicmkiLCJJc0JvbGQiOmZhbHNlLCJJc0l0YWxpYyI6ZmFsc2UsIklzVW5kZXJsaW5lZCI6ZmFsc2UsIlBhcmVudFN0eWxlIjpudWxsfSwiQXV0b1NpemUiOjAsIkZvcmVncm91bmQiOnsiJGlkIjoiNTQyOCIsIkNvbG9yIjp7IiRpZCI6IjU0Mj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U0MzAiLCJUb3AiOjAuMCwiTGVmdCI6MC4wLCJSaWdodCI6MC4wLCJCb3R0b20iOjAuMH0sIlBhZGRpbmciOnsiJGlkIjoiNTQzMSIsIlRvcCI6MC4wLCJMZWZ0IjowLjAsIlJpZ2h0IjowLjAsIkJvdHRvbSI6MC4wfSwiQmFja2dyb3VuZCI6eyIkaWQiOiI1NDMyIiwiQ29sb3IiOnsiJGlkIjoiNTQzMyIsIkEiOjAsIlIiOjI1NSwiRyI6MjU1LCJCIjoyNTV9fSwiSXNWaXNpYmxlIjp0cnVlLCJXaWR0aCI6MC4wLCJIZWlnaHQiOjAuMCwiQm9yZGVyU3R5bGUiOnsiJGlkIjoiNTQzNCIsIkxpbmVDb2xvciI6bnVsbCwiTGluZVdlaWdodCI6MC4wLCJMaW5lVHlwZSI6MCwiUGFyZW50U3R5bGUiOm51bGx9LCJQYXJlbnRTdHlsZSI6bnVsbH0sIkRhdGVGb3JtYXQiOnsiJGlkIjoiNTQzNSIsIkZvcm1hdFN0cmluZyI6Ik1NTSBkIiwiU2VwYXJhdG9yIjoiLyIsIlVzZUludGVybmF0aW9uYWxEYXRlRm9ybWF0IjpmYWxzZSwiRGF0ZUlzVmlzaWJsZSI6dHJ1ZSwiVGltZUlzVmlzaWJsZSI6ZmFsc2UsIkhvdXJEaWdpdHMiOjEsIkFtUG1EZXNpZ25hdG9yIjoyLCJUcmltMDBNaW51dGVzIjpmYWxzZSwiTGFzdEtub3duVmlzaWJpbGl0eVN0YXRlIjp7IiRpZCI6IjU0MzYiLCJEYXRlUGFydElzVmlzaWJsZSI6dHJ1ZSwiVGltZVBhcnRJc1Zpc2libGUiOmZhbHNlfX0sIldlZWtOdW1iZXJpbmciOnsiJGlkIjoiNTQzNyIsIkZvcm1hdCI6MCwiSXNWaXNpYmxlIjpmYWxzZSwiTGFzdEtub3duVmlzaWJpbGl0eVN0YXRlIjpmYWxzZX0sIklzVmlzaWJsZSI6dHJ1ZSwiVmFyaWFuY2VTdHlsZSI6eyIkaWQiOiI1NDM4IiwiVGV4dFN0eWxlIjp7IiRpZCI6IjU0MzkiLCJGb250U2V0dGluZ3MiOnsiJGlkIjoiNTQ0MCIsIkZvbnRTaXplIjoxMSwiRm9udE5hbWUiOiJDYWxpYnJpIiwiSXNCb2xkIjpmYWxzZSwiSXNJdGFsaWMiOmZhbHNlLCJJc1VuZGVybGluZWQiOmZhbHNlLCJQYXJlbnRTdHlsZSI6bnVsbH0sIkF1dG9TaXplIjowLCJGb3JlZ3JvdW5kIjp7IiRpZCI6IjU0NDEiLCJDb2xvciI6eyIkaWQiOiI1NDQy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U0NDMiLCJUb3AiOjAuMCwiTGVmdCI6MC4wLCJSaWdodCI6MC4wLCJCb3R0b20iOjAuMH0sIlBhZGRpbmciOnsiJGlkIjoiNTQ0NCIsIlRvcCI6MC4wLCJMZWZ0IjowLjAsIlJpZ2h0IjowLjAsIkJvdHRvbSI6MC4wfSwiQmFja2dyb3VuZCI6eyIkaWQiOiI1NDQ1IiwiQ29sb3IiOnsiJGlkIjoiNTQ0NiIsIkEiOjAsIlIiOjAsIkciOjAsIkIiOjB9fSwiSXNWaXNpYmxlIjpmYWxzZSwiV2lkdGgiOjAuMCwiSGVpZ2h0IjowLjAsIkJvcmRlclN0eWxlIjp7IiRpZCI6IjU0NDciLCJMaW5lQ29sb3IiOm51bGwsIkxpbmVXZWlnaHQiOjAuMCwiTGluZVR5cGUiOjAsIlBhcmVudFN0eWxlIjpudWxsfSwiUGFyZW50U3R5bGUiOm51bGx9LCJQYXJlbnRTdHlsZSI6bnVsbH0sIlBhcmVudFN0eWxlIjpudWxsfSwiSW5kZXgiOjIsIlBlcmNlbnRhZ2VDb21wbGV0ZSI6bnVsbCwiUG9zaXRpb24iOnsiUmF0aW8iOjAuMTExNzcxMDczMTY0NzYzMjcsIklzQ3VzdG9tIjp0cnVlfSwiRGF0ZUZvcm1hdCI6eyIkcmVmIjoiNTQzNSJ9LCJXZWVrTnVtYmVyaW5nIjp7IiRpZCI6IjU0NDgiLCJGb3JtYXQiOjAsIklzVmlzaWJsZSI6ZmFsc2UsIkxhc3RLbm93blZpc2liaWxpdHlTdGF0ZSI6ZmFsc2V9LCJCYXNlbGluZURhdGEiOnsiJGlkIjoiNTQ0OSIsIkRhdGUiOiIyMDI3LTAzLTEwVDAwOjAwOjAwIn0sIlJlbGF0ZWRUYXNrSWQiOiIwMDAwMDAwMC0wMDAwLTAwMDAtMDAwMC0wMDAwMDAwMDAwMDAiLCJJZCI6IjBhYjNlODdkLWIzMTUtNGY3Mi04NmY0LWU4ZjczY2ZmMmQ0OCIsIkltcG9ydElkIjpudWxsLCJUaXRsZSI6IkRFUCBoYXIgZ2l2ZXQgdGlsc2FnbiBvbSBsb3ZoamVtbWVsIHDDpSBhcmJlamRzcHJvZ3JhbW1ldCIsIk5vdGUiOm51bGwsIkh5cGVybGluayI6eyIkaWQiOiI1NDUwIiwiQWRkcmVzcyI6bnVsbCwiU3ViQWRkcmVzcyI6bnVsbH0sIklzQ2hhbmdlZCI6ZmFsc2UsIklzTmV3IjpmYWxzZX0seyIkaWQiOiI1NDUxIiwiRGF0ZSI6IjIwMjUtMDgtMjlUMDA6MDA6MDAiLCJTdHlsZSI6eyIkaWQiOiI1NDUyIiwiU2hhcGUiOjIsIkNvbm5lY3Rvck1hcmdpbiI6eyIkaWQiOiI1NDUzIiwiVG9wIjowLjAsIkxlZnQiOjIuMCwiUmlnaHQiOjIuMCwiQm90dG9tIjowLjB9LCJDb25uZWN0b3JTdHlsZSI6eyIkaWQiOiI1NDU0IiwiTGluZUNvbG9yIjp7IiRpZCI6IjU0NTUiLCIkdHlwZSI6Ik5MUkUuQ29tbW9uLkRvbS5Tb2xpZENvbG9yQnJ1c2gsIE5MUkUuQ29tbW9uIiwiQ29sb3IiOnsiJGlkIjoiNTQ1NiIsIkEiOjEyNywiUiI6NzksIkciOjEyOSwiQiI6MTg5fX0sIkxpbmVXZWlnaHQiOjEuMCwiTGluZVR5cGUiOjAsIlBhcmVudFN0eWxlIjpudWxsfSwiSXNCZWxvd1RpbWViYW5kIjpmYWxzZSwiUG9zaXRpb25PblRhc2siOjAsIkhpZGVEYXRlIjpmYWxzZSwiU2hhcGVTaXplIjoxLCJTcGFjaW5nIjowLjAsIlBhZGRpbmciOnsiJGlkIjoiNTQ1NyIsIlRvcCI6NS4wLCJMZWZ0IjozLjAsIlJpZ2h0IjowLjAsIkJvdHRvbSI6Mi4wfSwiU2hhcGVTdHlsZSI6eyIkaWQiOiI1NDU4IiwiTWFyZ2luIjp7IiRpZCI6IjU0NTkiLCJUb3AiOjAuMCwiTGVmdCI6MC4wLCJSaWdodCI6MC4wLCJCb3R0b20iOjAuMH0sIlBhZGRpbmciOnsiJGlkIjoiNTQ2MCIsIlRvcCI6MC4wLCJMZWZ0IjowLjAsIlJpZ2h0IjowLjAsIkJvdHRvbSI6MC4wfSwiQmFja2dyb3VuZCI6eyIkaWQiOiI1NDYxIiwiQ29sb3IiOnsiJGlkIjoiNTQ2MiIsIkEiOjI1NSwiUiI6MCwiRyI6OTIsIkIiOjE0MX19LCJJc1Zpc2libGUiOnRydWUsIldpZHRoIjoxMy4wLCJIZWlnaHQiOjEzLjAsIkJvcmRlclN0eWxlIjp7IiRpZCI6IjU0NjMiLCJMaW5lQ29sb3IiOnsiJGlkIjoiNTQ2NCIsIiR0eXBlIjoiTkxSRS5Db21tb24uRG9tLlNvbGlkQ29sb3JCcnVzaCwgTkxSRS5Db21tb24iLCJDb2xvciI6eyIkaWQiOiI1NDY1IiwiQSI6MjU1LCJSIjoyNTUsIkciOjAsIkIiOjB9fSwiTGluZVdlaWdodCI6MC4wLCJMaW5lVHlwZSI6MCwiUGFyZW50U3R5bGUiOm51bGx9LCJQYXJlbnRTdHlsZSI6bnVsbH0sIlRpdGxlU3R5bGUiOnsiJGlkIjoiNTQ2NiIsIkZvbnRTZXR0aW5ncyI6eyIkaWQiOiI1NDY3IiwiRm9udFNpemUiOjExLCJGb250TmFtZSI6IkNhbGlicmkiLCJJc0JvbGQiOnRydWUsIklzSXRhbGljIjpmYWxzZSwiSXNVbmRlcmxpbmVkIjpmYWxzZSwiUGFyZW50U3R5bGUiOm51bGx9LCJBdXRvU2l6ZSI6MCwiRm9yZWdyb3VuZCI6eyIkaWQiOiI1NDY4IiwiQ29sb3IiOnsiJGlkIjoiNTQ2OS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1NDcwIiwiVG9wIjowLjAsIkxlZnQiOjAuMCwiUmlnaHQiOjAuMCwiQm90dG9tIjowLjB9LCJQYWRkaW5nIjp7IiRpZCI6IjU0NzEiLCJUb3AiOjAuMCwiTGVmdCI6MC4wLCJSaWdodCI6MC4wLCJCb3R0b20iOjAuMH0sIkJhY2tncm91bmQiOnsiJGlkIjoiNTQ3MiIsIkNvbG9yIjp7IiRpZCI6IjU0NzMiLCJBIjowLCJSIjoyNTUsIkciOjI1NSwiQiI6MjU1fX0sIklzVmlzaWJsZSI6dHJ1ZSwiV2lkdGgiOjAuMCwiSGVpZ2h0IjowLjAsIkJvcmRlclN0eWxlIjp7IiRpZCI6IjU0NzQiLCJMaW5lQ29sb3IiOm51bGwsIkxpbmVXZWlnaHQiOjAuMCwiTGluZVR5cGUiOjAsIlBhcmVudFN0eWxlIjpudWxsfSwiUGFyZW50U3R5bGUiOm51bGx9LCJEYXRlU3R5bGUiOnsiJGlkIjoiNTQ3NSIsIkZvbnRTZXR0aW5ncyI6eyIkaWQiOiI1NDc2IiwiRm9udFNpemUiOjEwLCJGb250TmFtZSI6IkNhbGlicmkiLCJJc0JvbGQiOmZhbHNlLCJJc0l0YWxpYyI6ZmFsc2UsIklzVW5kZXJsaW5lZCI6ZmFsc2UsIlBhcmVudFN0eWxlIjpudWxsfSwiQXV0b1NpemUiOjAsIkZvcmVncm91bmQiOnsiJGlkIjoiNTQ3NyIsIkNvbG9yIjp7IiRpZCI6IjU0Nz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U0NzkiLCJUb3AiOjAuMCwiTGVmdCI6MC4wLCJSaWdodCI6MC4wLCJCb3R0b20iOjAuMH0sIlBhZGRpbmciOnsiJGlkIjoiNTQ4MCIsIlRvcCI6MC4wLCJMZWZ0IjowLjAsIlJpZ2h0IjowLjAsIkJvdHRvbSI6MC4wfSwiQmFja2dyb3VuZCI6eyIkaWQiOiI1NDgxIiwiQ29sb3IiOnsiJGlkIjoiNTQ4MiIsIkEiOjAsIlIiOjI1NSwiRyI6MjU1LCJCIjoyNTV9fSwiSXNWaXNpYmxlIjp0cnVlLCJXaWR0aCI6MC4wLCJIZWlnaHQiOjAuMCwiQm9yZGVyU3R5bGUiOnsiJGlkIjoiNTQ4MyIsIkxpbmVDb2xvciI6bnVsbCwiTGluZVdlaWdodCI6MC4wLCJMaW5lVHlwZSI6MCwiUGFyZW50U3R5bGUiOm51bGx9LCJQYXJlbnRTdHlsZSI6bnVsbH0sIkRhdGVGb3JtYXQiOnsiJGlkIjoiNTQ4NCIsIkZvcm1hdFN0cmluZyI6Ik1NTSBkIiwiU2VwYXJhdG9yIjoiLyIsIlVzZUludGVybmF0aW9uYWxEYXRlRm9ybWF0IjpmYWxzZSwiRGF0ZUlzVmlzaWJsZSI6dHJ1ZSwiVGltZUlzVmlzaWJsZSI6ZmFsc2UsIkhvdXJEaWdpdHMiOjEsIkFtUG1EZXNpZ25hdG9yIjoyLCJUcmltMDBNaW51dGVzIjpmYWxzZSwiTGFzdEtub3duVmlzaWJpbGl0eVN0YXRlIjp7IiRpZCI6IjU0ODUiLCJEYXRlUGFydElzVmlzaWJsZSI6dHJ1ZSwiVGltZVBhcnRJc1Zpc2libGUiOmZhbHNlfX0sIldlZWtOdW1iZXJpbmciOnsiJGlkIjoiNTQ4NiIsIkZvcm1hdCI6MCwiSXNWaXNpYmxlIjpmYWxzZSwiTGFzdEtub3duVmlzaWJpbGl0eVN0YXRlIjpmYWxzZX0sIklzVmlzaWJsZSI6ZmFsc2UsIlZhcmlhbmNlU3R5bGUiOnsiJGlkIjoiNTQ4NyIsIlRleHRTdHlsZSI6eyIkaWQiOiI1NDg4IiwiRm9udFNldHRpbmdzIjp7IiRpZCI6IjU0ODkiLCJGb250U2l6ZSI6MTEsIkZvbnROYW1lIjoiQ2FsaWJyaSIsIklzQm9sZCI6ZmFsc2UsIklzSXRhbGljIjpmYWxzZSwiSXNVbmRlcmxpbmVkIjpmYWxzZSwiUGFyZW50U3R5bGUiOm51bGx9LCJBdXRvU2l6ZSI6MCwiRm9yZWdyb3VuZCI6eyIkaWQiOiI1NDkwIiwiQ29sb3IiOnsiJGlkIjoiNTQ5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1NDkyIiwiVG9wIjowLjAsIkxlZnQiOjAuMCwiUmlnaHQiOjAuMCwiQm90dG9tIjowLjB9LCJQYWRkaW5nIjp7IiRpZCI6IjU0OTMiLCJUb3AiOjAuMCwiTGVmdCI6MC4wLCJSaWdodCI6MC4wLCJCb3R0b20iOjAuMH0sIkJhY2tncm91bmQiOnsiJGlkIjoiNTQ5NCIsIkNvbG9yIjp7IiRpZCI6IjU0OTUiLCJBIjowLCJSIjowLCJHIjowLCJCIjowfX0sIklzVmlzaWJsZSI6ZmFsc2UsIldpZHRoIjowLjAsIkhlaWdodCI6MC4wLCJCb3JkZXJTdHlsZSI6eyIkaWQiOiI1NDk2IiwiTGluZUNvbG9yIjpudWxsLCJMaW5lV2VpZ2h0IjowLjAsIkxpbmVUeXBlIjowLCJQYXJlbnRTdHlsZSI6bnVsbH0sIlBhcmVudFN0eWxlIjpudWxsfSwiUGFyZW50U3R5bGUiOm51bGx9LCJQYXJlbnRTdHlsZSI6bnVsbH0sIkluZGV4IjozLCJQZXJjZW50YWdlQ29tcGxldGUiOm51bGwsIlBvc2l0aW9uIjp7IlJhdGlvIjowLjAsIklzQ3VzdG9tIjpmYWxzZX0sIkRhdGVGb3JtYXQiOnsiJHJlZiI6IjU0ODQifSwiV2Vla051bWJlcmluZyI6eyIkaWQiOiI1NDk3IiwiRm9ybWF0IjowLCJJc1Zpc2libGUiOmZhbHNlLCJMYXN0S25vd25WaXNpYmlsaXR5U3RhdGUiOmZhbHNlfSwiQmFzZWxpbmVEYXRhIjp7IiRpZCI6IjU0OTgiLCJEYXRlIjoiMjAyNS0wOC0yOVQwMDowMDowMCJ9LCJSZWxhdGVkVGFza0lkIjoiMDAwMDAwMDAtMDAwMC0wMDAwLTAwMDAtMDAwMDAwMDAwMDAwIiwiSWQiOiI2Zjg4MTkyZC1lODhiLTRkZTktYTJjZS05M2Y3NjliMzg4OWEiLCJJbXBvcnRJZCI6bnVsbCwiVGl0bGUiOiJkaWdpdGFsaXNlcmluZ3Nib2FyZCIsIk5vdGUiOm51bGwsIkh5cGVybGluayI6eyIkaWQiOiI1NDk5IiwiQWRkcmVzcyI6IiIsIlN1YkFkZHJlc3MiOiIifSwiSXNDaGFuZ2VkIjpmYWxzZSwiSXNOZXciOmZhbHNlfV0sIlRhc2tzIjpbXSwiU3dpbWxhbmVzIjpbXSwiTXNQcm9qZWN0SXRlbXNUcmVlIjp7IiRpZCI6IjU1MDAiLCJSb290Ijp7IkltcG9ydElkIjpudWxsLCJJc0ltcG9ydGVkIjpmYWxzZSwiQ2hpbGRyZW4iOltdfX0sIk1ldGFkYXRhIjp7IiRpZCI6IjU1MDEiLCJTb3VyY2VUZW1wbGF0ZSI6IntcIiRpZFwiOlwiMVwiLFwiSWRcIjpcImNjMjZmODYzLTI3Y2UtNDgwZS1hNTg5LWIzZjEyZjJkNmViMFwiLFwiQ3VsdHVyZUluZm9OYW1lXCI6XCJlbi1VU1wiLFwiVmVyc2lvblwiOntcIiRpZFwiOlwiMlwiLFwiVGVtcGxhdGVEb21WZXJzaW9uXCI6XCIxLjQuMFwifSxcIkVmZmVjdFwiOjAsXCJTdHlsZVwiOntcIiRpZFwiOlwiM1wiLFwiVGltZWJhbmRTdHlsZVwiOntcIiRpZFwiOlwiNFwiLFwiU2NhbGVNYXJraW5nXCI6MCxcIlNoYXBlXCI6MTAsXCJTaGFwZVN0eWxlXCI6e1wiJGlkXCI6XCI1XCIsXCJNYXJnaW5cIjp7XCIkaWRcIjpcIjZcIixcIlRvcFwiOjAuMCxcIkxlZnRcIjoxMC4wLFwiUmlnaHRcIjoxMC4wLFwiQm90dG9tXCI6MC4wfSxcIlBhZGRpbmdcIjp7XCIkaWRcIjpcIjdcIixcIlRvcFwiOjMuMCxcIkxlZnRcIjowLjAsXCJSaWdodFwiOjAuMCxcIkJvdHRvbVwiOjMuMH0sXCJCYWNrZ3JvdW5kXCI6e1wiJGlkXCI6XCI4XCIsXCJDb2xvclwiOntcIiRpZFwiOlwiOVwiLFwiQVwiOjI1NSxcIlJcIjo2OCxcIkdcIjo4NCxcIkJcIjoxMDZ9fSxcIklzVmlzaWJsZVwiOnRydWUsXCJXaWR0aFwiOjg1OC4wLFwiSGVpZ2h0XCI6MjAuMCxcIkJvcmRlclN0eWxlXCI6e1wiJGlkXCI6XCIxMFwiLFwiTGluZUNvbG9yXCI6e1wiJGlkXCI6XCIxMVwiLFwiJHR5cGVcIjpcIk5MUkUuQ29tbW9uLkRvbS5Tb2xpZENvbG9yQnJ1c2gsIE5MUkUuQ29tbW9uXCIsXCJDb2xvclwiOntcIiRpZFwiOlwiMTJcIixcIkFcIjoyNTUsXCJSXCI6MjU1LFwiR1wiOjAsXCJCXCI6MH19LFwiTGluZVdlaWdodFwiOjAuMCxcIkxpbmVUeXBlXCI6MH19LFwiTWlkZGxlVGllclNoYXBlU3R5bGVcIjp7XCIkaWRcIjpcIjEzXCIsXCJNYXJnaW5cIjp7XCIkaWRcIjpcIjE0XCIsXCJUb3BcIjowLjAsXCJMZWZ0XCI6MTAuMCxcIlJpZ2h0XCI6MTAuMCxcIkJvdHRvbVwiOjAuMH0sXCJQYWRkaW5nXCI6e1wiJGlkXCI6XCIxNVwiLFwiVG9wXCI6My4wLFwiTGVmdFwiOjAuMCxcIlJpZ2h0XCI6MC4wLFwiQm90dG9tXCI6My4wfSxcIkJhY2tncm91bmRcIjp7XCIkaWRcIjpcIjE2XCIsXCJDb2xvclwiOntcIiRpZFwiOlwiMTdcIixcIkFcIjoyNTUsXCJSXCI6NjgsXCJHXCI6ODQsXCJCXCI6MTA2fX0sXCJJc1Zpc2libGVcIjp0cnVlLFwiV2lkdGhcIjo4NTguMCxcIkhlaWdodFwiOjIwLjAsXCJCb3JkZXJTdHlsZVwiOntcIiRpZFwiOlwiMThcIixcIkxpbmVDb2xvclwiOntcIiRpZFwiOlwiMTlcIixcIiR0eXBlXCI6XCJOTFJFLkNvbW1vbi5Eb20uU29saWRDb2xvckJydXNoLCBOTFJFLkNvbW1vblwiLFwiQ29sb3JcIjp7XCIkaWRcIjpcIjIwXCIsXCJBXCI6MjU1LFwiUlwiOjI1NSxcIkdcIjowLFwiQlwiOjB9fSxcIkxpbmVXZWlnaHRcIjowLjAsXCJMaW5lVHlwZVwiOjB9fSxcIkJvdHRvbVRpZXJTaGFwZVN0eWxlXCI6e1wiJGlkXCI6XCIyMVwiLFwiTWFyZ2luXCI6e1wiJGlkXCI6XCIyMlwiLFwiVG9wXCI6MC4wLFwiTGVmdFwiOjEwLjAsXCJSaWdodFwiOjEwLjAsXCJCb3R0b21cIjowLjB9LFwiUGFkZGluZ1wiOntcIiRpZFwiOlwiMjNcIixcIlRvcFwiOjMuMCxcIkxlZnRcIjowLjAsXCJSaWdodFwiOjAuMCxcIkJvdHRvbVwiOjMuMH0sXCJCYWNrZ3JvdW5kXCI6e1wiJGlkXCI6XCIyNFwiLFwiQ29sb3JcIjp7XCIkaWRcIjpcIjI1XCIsXCJBXCI6MjU1LFwiUlwiOjY4LFwiR1wiOjg0LFwiQlwiOjEwNn19LFwiSXNWaXNpYmxlXCI6dHJ1ZSxcIldpZHRoXCI6ODU4LjAsXCJIZWlnaHRcIjoy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MzXCIsXCJUb3BcIjowLjAsXCJMZWZ0XCI6MC4wLFwiUmlnaHRcIjoyMC4wLFwiQm90dG9tXCI6MC4wfSxcIlBhZGRpbmdcIjp7XCIkaWRcIjpcIjM0XCIsXCJUb3BcIjowLjAsXCJMZWZ0XCI6MC4wLFwiUmlnaHRcIjowLjAsXCJCb3R0b21cIjowLjB9LFwiQmFja2dyb3VuZFwiOntcIiRpZFwiOlwiMzVcIixcIkNvbG9yXCI6e1wiJGlkXCI6XCIzNlwiLFwiQVwiOjAsXCJSXCI6MCxcIkdcIjowLFwiQlwiOjB9fSxcIklzVmlzaWJsZVwiOnRydWUsXCJXaWR0aFwiOjAuMCxcIkhlaWdodFwiOjAuMCxcIkJvcmRlclN0eWxlXCI6bnVsbH0sXCJMZWZ0RW5kQ2Fwc1N0eWxlXCI6e1wiJGlkXCI6XCIzN1wiLFwiRm9udFNldHRpbmdzXCI6e1wiJGlkXCI6XCIzOFwiLFwiRm9udFNpemVcIjoxOCxcIkZvbnROYW1lXCI6XCJDYWxpYnJpXCIsXCJJc0JvbGRcIjp0cnVlLFwiSXNJdGFsaWNcIjpmYWxzZSxcIklzVW5kZXJsaW5lZFwiOmZhbHNlfSxcIkF1dG9TaXplXCI6MCxcIkZvcmVncm91bmRcIjp7XCIkaWRcIjpcIjM5XCIsXCJDb2xvclwiOntcIiRpZFwiOlwiNDB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yMC4wLFwiUmlnaHRcIjowLjAsXCJCb3R0b21cIjowLjB9LFwiUGFkZGluZ1wiOntcIiRpZFwiOlwiNDJcIixcIlRvcFwiOjAuMCxcIkxlZnRcIjowLjAsXCJSaWdodFwiOjAuMCxcIkJvdHRvbVwiOjAuMH0sXCJCYWNrZ3JvdW5kXCI6e1wiJGlkXCI6XCI0M1wiLFwiQ29sb3JcIjp7XCIkcmVmXCI6XCIzNlwifX0sXCJJc1Zpc2libGVcIjpmYWxzZSxcIldpZHRoXCI6MC4wLFwiSGVpZ2h0XCI6MC4wLFwiQm9yZGVyU3R5bGVcIjpudWxsfSxcIlRvZGF5VGV4dFN0eWxlXCI6e1wiJGlkXCI6XCI0NFwiLFwiRm9udFNldHRpbmdzXCI6e1wiJGlkXCI6XCI0NVwiLFwiRm9udFNpemVcIjoxMixcIkZvbnROYW1lXCI6XCJDYWxpYnJpXCIsXCJJc0JvbGRcIjpmYWxzZSxcIklzSXRhbGljXCI6ZmFsc2UsXCJJc1VuZGVybGluZWRcIjpmYWxzZX0sXCJBdXRvU2l6ZVwiOjAsXCJGb3JlZ3JvdW5kXCI6e1wiJGlkXCI6XCI0NlwiLFwiQ29sb3JcIjp7XCIkaWRcIjpcIjQ3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Q4XCIsXCJUb3BcIjowLjAsXCJMZWZ0XCI6MC4wLFwiUmlnaHRcIjowLjAsXCJCb3R0b21cIjowLjB9LFwiUGFkZGluZ1wiOntcIiRpZFwiOlwiNDlcIixcIlRvcFwiOjAuMCxcIkxlZnRcIjowLjAsXCJSaWdodFwiOjAuMCxcIkJvdHRvbVwiOjAuMH0sXCJCYWNrZ3JvdW5kXCI6e1wiJGlkXCI6XCI1MFwiLFwiQ29sb3JcIjp7XCIkcmVmXCI6XCIzNlwifX0sXCJJc1Zpc2libGVcIjp0cnVlLFwiV2lkdGhcIjowLjAsXCJIZWlnaHRcIjowLjAsXCJCb3JkZXJTdHlsZVwiOm51bGx9LFwiVG9kYXlNYXJrZXJTdHlsZVwiOntcIiRpZFwiOlwiNTFcIixcIk1hcmdpblwiOntcIiRpZFwiOlwiNTJcIixcIlRvcFwiOjAuMCxcIkxlZnRcIjowLjAsXCJSaWdodFwiOjAuMCxcIkJvdHRvbVwiOjAuMH0sXCJQYWRkaW5nXCI6e1wiJGlkXCI6XCI1M1wiLFwiVG9wXCI6MC4wLFwiTGVmdFwiOjAuMCxcIlJpZ2h0XCI6MC4wLFwiQm90dG9tXCI6MC4wfSxcIkJhY2tncm91bmRcIjp7XCIkaWRcIjpcIjU0XCIsXCJDb2xvclwiOntcIiRpZFwiOlwiNTVcIixcIkFcIjoyNTUsXCJSXCI6MjU1LFwiR1wiOjAsXCJCXCI6MH19LFwiSXNWaXNpYmxlXCI6dHJ1ZSxcIldpZHRoXCI6MC4wLFwiSGVpZ2h0XCI6MC4wLFwiQm9yZGVyU3R5bGVcIjpudWxsfSxcIlNjYWxlU3R5bGVcIjp7XCIkaWRcIjpcIjU2XCIsXCJTaG93U2VnbWVudFNlcGFyYXRvcnNcIjp0cnVlLFwiU2VnbWVudFNlcGFyYXRvck9wYWNpdHlcIjozMCxcIlNoYXBlXCI6MyxcIkhhc0JlZW5WaXNpYmxlQmVmb3JlXCI6dHJ1ZSxcIkZvbnRTZXR0aW5nc1wiOntcIiRpZFwiOlwiNTdcIixcIkZvbnRTaXplXCI6MTI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dHJ1ZSxcIlNlZ21lbnRTZXBhcmF0b3JPcGFjaXR5XCI6MzAsXCJTaGFwZVwiOjMsXCJIYXNCZWVuVmlzaWJsZUJlZm9yZVwiOmZhbHNlLFwiRm9udFNldHRpbmdzXCI6e1wiJGlkXCI6XCI2NFwiLFwiRm9udFNpemVcIjoxMi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MCxcIlJcIjowLFwiR1wiOjAsXCJCXCI6MH19LFwiSXNWaXNpYmxlXCI6ZmFsc2UsXCJXaWR0aFwiOjAuMCxcIkhlaWdodFwiOjAuMCxcIkJvcmRlclN0eWxlXCI6bnVsbH0sXCJCb3R0b21UaWVyU2NhbGVTdHlsZVwiOntcIiRpZFwiOlwiNzFcIixcIlNob3dTZWdtZW50U2VwYXJhdG9yc1wiOnRydWUsXCJTZWdtZW50U2VwYXJhdG9yT3BhY2l0eVwiOjMwLFwiU2hhcGVcIjozLFwiSGFzQmVlblZpc2libGVCZWZvcmVcIjpmYWxzZSxcIkZvbnRTZXR0aW5nc1wiOntcIiRpZFwiOlwiNzJcIixcIkZvbnRTaXplXCI6MTIsXCJGb250TmFtZVwiOlwiQ2FsaWJyaVwiLFwiSXNCb2xkXCI6ZmFsc2UsXCJJc0l0YWxpY1wiOmZhbHNlLFwiSXNVbmRlcmxpbmVkXCI6ZmFsc2V9LFwiQXV0b1NpemVcIjowLFwiRm9yZWdyb3VuZFwiOntcIiRpZFwiOlwiNzNcIixcIkNvbG9yXCI6e1wiJGlkXCI6XCI3NF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3NVwiLFwiVG9wXCI6MC4wLFwiTGVmdFwiOjUuMCxcIlJpZ2h0XCI6MC4wLFwiQm90dG9tXCI6MC4wfSxcIlBhZGRpbmdcIjp7XCIkaWRcIjpcIjc2XCIsXCJUb3BcIjowLjAsXCJMZWZ0XCI6MC4wLFwiUmlnaHRcIjowLjAsXCJCb3R0b21cIjowLjB9LFwiQmFja2dyb3VuZFwiOntcIiRpZFwiOlwiNzdcIixcIkNvbG9yXCI6e1wiJGlkXCI6XCI3OFwiLFwiQVwiOjAsXCJSXCI6MCxcIkdcIjowLFwiQlwiOjB9fSxcIklzVmlzaWJsZVwiOmZhbHNlLFwiV2lkdGhcIjowLjAsXCJIZWlnaHRcIjowLjAsXCJCb3JkZXJTdHlsZVwiOm51bGx9LFwiU2luZ2xlU2NhbGVTaGFwZVN0eWxlXCI6bnVsbCxcIkVsYXBzZWRUaW1lQmFja2dyb3VuZFwiOntcIiRpZFwiOlwiNzlcIixcIkNvbG9yXCI6e1wiJGlkXCI6XCI4MFwiLFwiQVwiOjE5MSxcIlJcIjoyNTUsXCJHXCI6MCxcIkJcIjowfX0sXCJBcHBlbmRZZWFyT25ZZWFyQ2hhbmdlXCI6ZmFsc2UsXCJFbGFwc2VkVGltZUZvcm1hdFwiOjIsXCJUb2RheU1hcmtlclBvc2l0aW9uXCI6MyxcIlF1aWNrUG9zaXRpb25cIjoyLFwiQWJzb2x1dGVQb3NpdGlvblwiOjQwNS4wLFwiTWFyZ2luXCI6e1wiJGlkXCI6XCI4MVwiLFwiVG9wXCI6MC4wLFwiTGVmdFwiOjEwLjAsXCJSaWdodFwiOjEwLjAsXCJCb3R0b21cIjowLjB9LFwiUGFkZGluZ1wiOntcIiRpZFwiOlwiODJcIixcIlRvcFwiOjAuMCxcIkxlZnRcIjowLjAsXCJSaWdodFwiOjAuMCxcIkJvdHRvbVwiOjAuMH0sXCJCYWNrZ3JvdW5kXCI6e1wiJGlkXCI6XCI4M1wiLFwiQ29sb3JcIjp7XCIkaWRcIjpcIjg0XCIsXCJBXCI6MjU1LFwiUlwiOjQ3LFwiR1wiOjU0LFwiQlwiOjE1M319LFwiSXNWaXNpYmxlXCI6dHJ1ZSxcIldpZHRoXCI6MC4wLFwiSGVpZ2h0XCI6MC4wLFwiQm9yZGVyU3R5bGVcIjpudWxsfSxcIkRlZmF1bHRNaWxlc3RvbmVTdHlsZVwiOntcIiRpZFwiOlwiODVcIixcIlNoYXBlXCI6MixcIkNvbm5lY3Rvck1hcmdpblwiOntcIiRpZFwiOlwiODZcIixcIlRvcFwiOjAuMCxcIkxlZnRcIjoyLjAsXCJSaWdodFwiOjIuMCxcIkJvdHRvbVwiOjAuMH0sXCJDb25uZWN0b3JTdHlsZVwiOntcIiRpZFwiOlwiODdcIixcIkxpbmVDb2xvclwiOntcIiRpZFwiOlwiODhcIixcIiR0eXBlXCI6XCJOTFJFLkNvbW1vbi5Eb20uU29saWRDb2xvckJydXNoLCBOTFJFLkNvbW1vblwiLFwiQ29sb3JcIjp7XCIkaWRcIjpcIjg5XCIsXCJBXCI6MTI3LFwiUlwiOjc5LFwiR1wiOjEyOSxcIkJcIjoxODl9fSxcIkxpbmVXZWlnaHRcIjoxLjAsXCJMaW5lVHlwZVwiOjB9LFwiSXNCZWxvd1RpbWViYW5kXCI6ZmFsc2UsXCJIaWRlRGF0ZVwiOmZhbHNlLFwiU2hhcGVTaXplXCI6MSxcIlNwYWNpbmdcIjowLjAsXCJQYWRkaW5nXCI6e1wiJGlkXCI6XCI5MFwiLFwiVG9wXCI6NS4wLFwiTGVmdFwiOjMuMCxcIlJpZ2h0XCI6MC4wLFwiQm90dG9tXCI6Mi4wfSxcIlBvc2l0aW9uXCI6bnVsbCxcIlBvc2l0aW9uT25UYXNrXCI6MCxcIlNoYXBlU3R5bGVcIjp7XCIkaWRcIjpcIjkxXCIsXCJNYXJnaW5cIjp7XCIkaWRcIjpcIjkyXCIsXCJUb3BcIjowLjAsXCJMZWZ0XCI6MC4wLFwiUmlnaHRcIjowLjAsXCJCb3R0b21cIjowLjB9LFwiUGFkZGluZ1wiOntcIiRpZFwiOlwiOTNcIixcIlRvcFwiOjAuMCxcIkxlZnRcIjowLjAsXCJSaWdodFwiOjAuMCxcIkJvdHRvbVwiOjAuMH0sXCJCYWNrZ3JvdW5kXCI6e1wiJGlkXCI6XCI5NFwiLFwiQ29sb3JcIjp7XCIkaWRcIjpcIjk1XCIsXCJBXCI6MjU1LFwiUlwiOjAsXCJHXCI6MTE0LFwiQlwiOjE4OH19LFwiSXNWaXNpYmxlXCI6dHJ1ZSxcIldpZHRoXCI6MTMuMCxcIkhlaWdodFwiOjEzLjAsXCJCb3JkZXJTdHlsZVwiOntcIiRpZFwiOlwiOTZcIixcIkxpbmVDb2xvclwiOntcIiRpZFwiOlwiOTdcIixcIiR0eXBlXCI6XCJOTFJFLkNvbW1vbi5Eb20uU29saWRDb2xvckJydXNoLCBOTFJFLkNvbW1vblwiLFwiQ29sb3JcIjp7XCIkaWRcIjpcIjk4XCIsXCJBXCI6MjU1LFwiUlwiOjI1NSxcIkdcIjowLFwiQlwiOjB9fSxcIkxpbmVXZWlnaHRcIjowLjAsXCJMaW5lVHlwZVwiOjB9fSxcIlRpdGxlU3R5bGVcIjp7XCIkaWRcIjpcIjk5XCIsXCJGb250U2V0dGluZ3NcIjp7XCIkaWRcIjpcIjEwMFwiLFwiRm9udFNpemVcIjoxMSxcIkZvbnROYW1lXCI6XCJDYWxpYnJpXCIsXCJJc0JvbGRcIjp0cnVlLFwiSXNJdGFsaWNcIjpmYWxzZSxcIklzVW5kZXJsaW5lZFwiOmZhbHNlfSxcIkF1dG9TaXplXCI6MCxcIkZvcmVncm91bmRcIjp7XCIkaWRcIjpcIjEwMVwiLFwiQ29sb3JcIjp7XCIkaWRcIjpcIjEwMl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xMDNcIixcIlRvcFwiOjAuMCxcIkxlZnRcIjowLjAsXCJSaWdodFwiOjAuMCxcIkJvdHRvbVwiOjAuMH0sXCJQYWRkaW5nXCI6e1wiJGlkXCI6XCIxMDRcIixcIlRvcFwiOjAuMCxcIkxlZnRcIjowLjAsXCJSaWdodFwiOjAuMCxcIkJvdHRvbVwiOjAuMH0sXCJCYWNrZ3JvdW5kXCI6e1wiJGlkXCI6XCIxMDVcIixcIkNvbG9yXCI6e1wiJHJlZlwiOlwiMzZcIn19LFwiSXNWaXNpYmxlXCI6dHJ1ZSxcIldpZHRoXCI6MC4wLFwiSGVpZ2h0XCI6MC4wLFwiQm9yZGVyU3R5bGVcIjpudWxsfSxcIkRhdGVTdHlsZVwiOntcIiRpZFwiOlwiMTA2XCIsXCJGb250U2V0dGluZ3NcIjp7XCIkaWRcIjpcIjEwN1wiLFwiRm9udFNpemVcIjoxMCxcIkZvbnROYW1lXCI6XCJDYWxpYnJpXCIsXCJJc0JvbGRcIjpmYWxzZSxcIklzSXRhbGljXCI6ZmFsc2UsXCJJc1VuZGVybGluZWRcIjpmYWxzZX0sXCJBdXRvU2l6ZVwiOjAsXCJGb3JlZ3JvdW5kXCI6e1wiJGlkXCI6XCIxMDhcIixcIkNvbG9yXCI6e1wiJGlkXCI6XCIxMDlcIixcIkFcIjoyNTUsXCJSXCI6NjgsXCJHXCI6ODQsXCJCXCI6MTA2fX0sXCJCYWNrZ3JvdW5kRmlsbFR5cGVcIjowLFwiTWF4V2lkdGhcIjoyMDAuMCxcIk1heEhlaWdodFwiOlwiSW5maW5pdHlcIixcIlNtYXJ0Rm9yZWdyb3VuZElzQWN0aXZlXCI6ZmFsc2UsXCJIb3Jpem9udGFsQWxpZ25tZW50XCI6MCxcIlZlcnRpY2FsQWxpZ25tZW50XCI6MCxcIlNtYXJ0Rm9yZWdyb3VuZFwiOm51bGwsXCJNYXJnaW5cIjp7XCIkaWRcIjpcIjExMFwiLFwiVG9wXCI6MC4wLFwiTGVmdFwiOjAuMCxcIlJpZ2h0XCI6MC4wLFwiQm90dG9tXCI6MC4wfSxcIlBhZGRpbmdcIjp7XCIkaWRcIjpcIjExMVwiLFwiVG9wXCI6MC4wLFwiTGVmdFwiOjAuMCxcIlJpZ2h0XCI6MC4wLFwiQm90dG9tXCI6MC4wfSxcIkJhY2tncm91bmRcIjp7XCIkaWRcIjpcIjExMlwiLFwiQ29sb3JcIjp7XCIkcmVmXCI6XCIzNlwifX0sXCJJc1Zpc2libGVcIjp0cnVlLFwiV2lkdGhcIjowLjAsXCJIZWlnaHRcIjowLjAsXCJCb3JkZXJTdHlsZVwiOm51bGx9LFwiRGF0ZUZvcm1hdFwiOntcIiRpZFwiOlwiMTEz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RlZmF1bHRTd2ltbGFuZU1pbGVzdG9uZVN0eWxlXCI6e1wiJGlkXCI6XCIxMTRcIixcIlRpdGxlU3R5bGVcIjp7XCIkaWRcIjpcIjExNVwiLFwiRm9udFNldHRpbmdzXCI6e1wiJGlkXCI6XCIxMTZcIixcIkZvbnRTaXplXCI6MTEsXCJGb250TmFtZVwiOlwiQ2FsaWJyaVwiLFwiSXNCb2xkXCI6dHJ1ZSxcIklzSXRhbGljXCI6ZmFsc2UsXCJJc1VuZGVybGluZWRcIjpmYWxzZX0sXCJBdXRvU2l6ZVwiOjAsXCJGb3JlZ3JvdW5kXCI6e1wiJGlkXCI6XCIxMTdcIixcIkNvbG9yXCI6e1wiJGlkXCI6XCIxMTh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MTE5XCIsXCJUb3BcIjowLjAsXCJMZWZ0XCI6MC4wLFwiUmlnaHRcIjowLjAsXCJCb3R0b21cIjowLjB9LFwiUGFkZGluZ1wiOntcIiRpZFwiOlwiMTIwXCIsXCJUb3BcIjowLjAsXCJMZWZ0XCI6MC4wLFwiUmlnaHRcIjowLjAsXCJCb3R0b21cIjowLjB9LFwiQmFja2dyb3VuZFwiOntcIiRpZFwiOlwiMTIxXCIsXCJDb2xvclwiOntcIiRpZFwiOlwiMTIyXCIsXCJBXCI6MCxcIlJcIjowLFwiR1wiOjAsXCJCXCI6MH19LFwiSXNWaXNpYmxlXCI6dHJ1ZSxcIldpZHRoXCI6MC4wLFwiSGVpZ2h0XCI6MC4wLFwiQm9yZGVyU3R5bGVcIjpudWxsfSxcIkRhdGVTdHlsZVwiOntcIiRpZFwiOlwiMTIzXCIsXCJGb250U2V0dGluZ3NcIjp7XCIkaWRcIjpcIjEyNFwiLFwiRm9udFNpemVcIjoxMCxcIkZvbnROYW1lXCI6XCJDYWxpYnJpXCIsXCJJc0JvbGRcIjpmYWxzZSxcIklzSXRhbGljXCI6ZmFsc2UsXCJJc1VuZGVybGluZWRcIjpmYWxzZX0sXCJBdXRvU2l6ZVwiOjAsXCJGb3JlZ3JvdW5kXCI6e1wiJGlkXCI6XCIxMjVcIixcIkNvbG9yXCI6e1wiJGlkXCI6XCIxMjZcIixcIkFcIjoyNTUsXCJSXCI6NjgsXCJHXCI6ODQsXCJCXCI6MTA2fX0sXCJCYWNrZ3JvdW5kRmlsbFR5cGVcIjowLFwiTWF4V2lkdGhcIjoyMDAuMCxcIk1heEhlaWdodFwiOlwiSW5maW5pdHlcIixcIlNtYXJ0Rm9yZWdyb3VuZElzQWN0aXZlXCI6ZmFsc2UsXCJIb3Jpem9udGFsQWxpZ25tZW50XCI6MCxcIlZlcnRpY2FsQWxpZ25tZW50XCI6MCxcIlNtYXJ0Rm9yZWdyb3VuZFwiOm51bGwsXCJNYXJnaW5cIjp7XCIkaWRcIjpcIjEyN1wiLFwiVG9wXCI6MC4wLFwiTGVmdFwiOjAuMCxcIlJpZ2h0XCI6MC4wLFwiQm90dG9tXCI6MC4wfSxcIlBhZGRpbmdcIjp7XCIkaWRcIjpcIjEyOFwiLFwiVG9wXCI6MC4wLFwiTGVmdFwiOjAuMCxcIlJpZ2h0XCI6MC4wLFwiQm90dG9tXCI6MC4wfSxcIkJhY2tncm91bmRcIjp7XCIkaWRcIjpcIjEyOVwiLFwiQ29sb3JcIjp7XCIkaWRcIjpcIjEzMFwiLFwiQVwiOjAsXCJSXCI6MCxcIkdcIjowLFwiQlwiOjB9fSxcIklzVmlzaWJsZVwiOnRydWUsXCJXaWR0aFwiOjAuMCxcIkhlaWdodFwiOjAuMCxcIkJvcmRlclN0eWxlXCI6bnVsbH0sXCJUaXRsZVBvc2l0aW9uXCI6MixcIkRhdGVQb3NpdGlvblwiOlwiTGVmdFwiLFwiU2hhcGVUeXBlXCI6MixcIlNoYXBlU2l6ZVwiOjEsXCJTaGFwZVN0eWxlXCI6e1wiJGlkXCI6XCIxMzFcIixcIk1hcmdpblwiOntcIiRpZFwiOlwiMTMyXCIsXCJUb3BcIjowLjAsXCJMZWZ0XCI6MC4wLFwiUmlnaHRcIjowLjAsXCJCb3R0b21cIjowLjB9LFwiUGFkZGluZ1wiOntcIiRpZFwiOlwiMTMzXCIsXCJUb3BcIjowLjAsXCJMZWZ0XCI6MC4wLFwiUmlnaHRcIjowLjAsXCJCb3R0b21cIjowLjB9LFwiQmFja2dyb3VuZFwiOntcIiRpZFwiOlwiMTM0XCIsXCJDb2xvclwiOntcIiRpZFwiOlwiMTM1XCIsXCJBXCI6MjU1LFwiUlwiOjAsXCJHXCI6MTE0LFwiQlwiOjE4OH19LFwiSXNWaXNpYmxlXCI6dHJ1ZSxcIldpZHRoXCI6MTMuMCxcIkhlaWdodFwiOjEzLjAsXCJCb3JkZXJTdHlsZVwiOntcIiRpZFwiOlwiMTM2XCIsXCJMaW5lQ29sb3JcIjp7XCIkaWRcIjpcIjEzN1wiLFwiJHR5cGVcIjpcIk5MUkUuQ29tbW9uLkRvbS5Tb2xpZENvbG9yQnJ1c2gsIE5MUkUuQ29tbW9uXCIsXCJDb2xvclwiOntcIiRpZFwiOlwiMTM4XCIsXCJBXCI6MjU1LFwiUlwiOjI1NSxcIkdcIjowLFwiQlwiOjB9fSxcIkxpbmVXZWlnaHRcIjowLjAsXCJMaW5lVHlwZVwiOjB9fSxcIkRhdGVGb3JtYXRcIjp7XCIkcmVmXCI6XCIxMTNcIn0sXCJJc1Zpc2libGVcIjp0cnVlLFwiR3JvdXBJZFwiOm51bGwsXCJTcGFjaW5nXCI6NX0sXCJEZWZhdWx0VGFza1N0eWxlXCI6e1wiJGlkXCI6XCIxMzlcIixcIlNoYXBlXCI6MSxcIlNoYXBlVGhpY2tuZXNzXCI6MCxcIkR1cmF0aW9uRm9ybWF0XCI6MCxcIlBlcmNlbnRhZ2VDb21wbGV0ZVN0eWxlXCI6e1wiJGlkXCI6XCIxNDBcIixcIkZvbnRTZXR0aW5nc1wiOntcIiRpZFwiOlwiMTQxXCIsXCJGb250U2l6ZVwiOjEwLFwiRm9udE5hbWVcIjpcIkNhbGlicmlcIixcIklzQm9sZFwiOmZhbHNlLFwiSXNJdGFsaWNcIjpmYWxzZSxcIklzVW5kZXJsaW5lZFwiOmZhbHNlfSxcIkF1dG9TaXplXCI6MCxcIkZvcmVncm91bmRcIjp7XCIkaWRcIjpcIjE0MlwiLFwiQ29sb3JcIjp7XCIkaWRcIjpcIjE0M1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0NFwiLFwiVG9wXCI6MC4wLFwiTGVmdFwiOjAuMCxcIlJpZ2h0XCI6MC4wLFwiQm90dG9tXCI6MC4wfSxcIlBhZGRpbmdcIjp7XCIkaWRcIjpcIjE0NVwiLFwiVG9wXCI6MC4wLFwiTGVmdFwiOjAuMCxcIlJpZ2h0XCI6MC4wLFwiQm90dG9tXCI6MC4wfSxcIkJhY2tncm91bmRcIjp7XCIkaWRcIjpcIjE0NlwiLFwiQ29sb3JcIjp7XCIkcmVmXCI6XCIzNlwifX0sXCJJc1Zpc2libGVcIjp0cnVlLFwiV2lkdGhcIjowLjAsXCJIZWlnaHRcIjowLjAsXCJCb3JkZXJTdHlsZVwiOm51bGx9LFwiRHVyYXRpb25TdHlsZVwiOntcIiRpZFwiOlwiMTQ3XCIsXCJGb250U2V0dGluZ3NcIjp7XCIkaWRcIjpcIjE0OFwiLFwiRm9udFNpemVcIjoxMCxcIkZvbnROYW1lXCI6XCJDYWxpYnJpXCIsXCJJc0JvbGRcIjpmYWxzZSxcIklzSXRhbGljXCI6ZmFsc2UsXCJJc1VuZGVybGluZWRcIjpmYWxzZX0sXCJBdXRvU2l6ZVwiOjAsXCJGb3JlZ3JvdW5kXCI6e1wiJGlkXCI6XCIxNDlcIixcIkNvbG9yXCI6e1wiJGlkXCI6XCIxNTB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NTFcIixcIlRvcFwiOjAuMCxcIkxlZnRcIjowLjAsXCJSaWdodFwiOjAuMCxcIkJvdHRvbVwiOjAuMH0sXCJQYWRkaW5nXCI6e1wiJGlkXCI6XCIxNTJcIixcIlRvcFwiOjAuMCxcIkxlZnRcIjowLjAsXCJSaWdodFwiOjAuMCxcIkJvdHRvbVwiOjAuMH0sXCJCYWNrZ3JvdW5kXCI6e1wiJGlkXCI6XCIxNTNcIixcIkNvbG9yXCI6e1wiJHJlZlwiOlwiMzZcIn19LFwiSXNWaXNpYmxlXCI6dHJ1ZSxcIldpZHRoXCI6MC4wLFwiSGVpZ2h0XCI6MC4wLFwiQm9yZGVyU3R5bGVcIjpudWxsfSxcIkhvcml6b250YWxDb25uZWN0b3JTdHlsZVwiOntcIiRpZFwiOlwiMTU0XCIsXCJMaW5lQ29sb3JcIjp7XCIkaWRcIjpcIjE1NVwiLFwiJHR5cGVcIjpcIk5MUkUuQ29tbW9uLkRvbS5Tb2xpZENvbG9yQnJ1c2gsIE5MUkUuQ29tbW9uXCIsXCJDb2xvclwiOntcIiRpZFwiOlwiMTU2XCIsXCJBXCI6MjU1LFwiUlwiOjIwNCxcIkdcIjoyMDQsXCJCXCI6MjA0fX0sXCJMaW5lV2VpZ2h0XCI6MS4wLFwiTGluZVR5cGVcIjowfSxcIlZlcnRpY2FsQ29ubmVjdG9yU3R5bGVcIjp7XCIkaWRcIjpcIjE1N1wiLFwiTGluZUNvbG9yXCI6e1wiJGlkXCI6XCIxNThcIixcIiR0eXBlXCI6XCJOTFJFLkNvbW1vbi5Eb20uU29saWRDb2xvckJydXNoLCBOTFJFLkNvbW1vblwiLFwiQ29sb3JcIjp7XCIkaWRcIjpcIjE1OVwiLFwiQVwiOjI1NSxcIlJcIjoyMDQsXCJHXCI6MjA0LFwiQlwiOjIwNH19LFwiTGluZVdlaWdodFwiOjAuMCxcIkxpbmVUeXBlXCI6MH0sXCJNYXJnaW5cIjpudWxsLFwiU3RhcnREYXRlUG9zaXRpb25cIjozLFwiRW5kRGF0ZVBvc2l0aW9uXCI6MyxcIlRpdGxlUG9zaXRpb25cIjo0LFwiRHVyYXRpb25Qb3NpdGlvblwiOjYsXCJQZXJjZW50YWdlQ29tcGxldGVkUG9zaXRpb25cIjo2LFwiU3BhY2luZ1wiOjUsXCJJc0JlbG93VGltZWJhbmRcIjpmYWxzZSxcIlBlcmNlbnRhZ2VDb21wbGV0ZVNoYXBlT3BhY2l0eVwiOjM1LFwiR3JvdXBOYW1lXCI6bnVsbCxcIkF0dGFjaGVkTWlsZXN0b25lc1N0eWxlc1wiOm51bGwsXCJTaGFwZVN0eWxlXCI6e1wiJGlkXCI6XCIxNjBcIixcIk1hcmdpblwiOntcIiRpZFwiOlwiMTYxXCIsXCJUb3BcIjowLjAsXCJMZWZ0XCI6NC4wLFwiUmlnaHRcIjo0LjAsXCJCb3R0b21cIjowLjB9LFwiUGFkZGluZ1wiOntcIiRpZFwiOlwiMTYyXCIsXCJUb3BcIjowLjAsXCJMZWZ0XCI6MC4wLFwiUmlnaHRcIjowLjAsXCJCb3R0b21cIjowLjB9LFwiQmFja2dyb3VuZFwiOntcIiRpZFwiOlwiMTYzXCIsXCJDb2xvclwiOntcIiRpZFwiOlwiMTY0XCIsXCJBXCI6MjU1LFwiUlwiOjAsXCJHXCI6MTE0LFwiQlwiOjE4OH19LFwiSXNWaXNpYmxlXCI6dHJ1ZSxcIldpZHRoXCI6MC4wLFwiSGVpZ2h0XCI6MTAuMCxcIkJvcmRlclN0eWxlXCI6e1wiJGlkXCI6XCIxNjVcIixcIkxpbmVDb2xvclwiOntcIiRpZFwiOlwiMTY2XCIsXCIkdHlwZVwiOlwiTkxSRS5Db21tb24uRG9tLlNvbGlkQ29sb3JCcnVzaCwgTkxSRS5Db21tb25cIixcIkNvbG9yXCI6e1wiJGlkXCI6XCIxNjdcIixcIkFcIjoyNTUsXCJSXCI6MjU1LFwiR1wiOjAsXCJCXCI6MH19LFwiTGluZVdlaWdodFwiOjAuMCxcIkxpbmVUeXBlXCI6MH19LFwiVGl0bGVTdHlsZVwiOntcIiRpZFwiOlwiMTY4XCIsXCJGb250U2V0dGluZ3NcIjp7XCIkaWRcIjpcIjE2OVwiLFwiRm9udFNpemVcIjoxMSxcIkZvbnROYW1lXCI6XCJDYWxpYnJpXCIsXCJJc0JvbGRcIjp0cnVlLFwiSXNJdGFsaWNcIjpmYWxzZSxcIklzVW5kZXJsaW5lZFwiOmZhbHNlfSxcIkF1dG9TaXplXCI6MCxcIkZvcmVncm91bmRcIjp7XCIkaWRcIjpcIjE3MFwiLFwiQ29sb3JcIjp7XCIkaWRcIjpcIjE3MVwiLFwiQVwiOjI1NSxcIlJcIjowLFwiR1wiOjAsXCJCXCI6MH19LFwiQmFja2dyb3VuZEZpbGxUeXBlXCI6MCxcIk1heFdpZHRoXCI6OTYwLjAsXCJNYXhIZWlnaHRcIjpcIkluZmluaXR5XCIsXCJTbWFydEZvcmVncm91bmRJc0FjdGl2ZVwiOmZhbHNlLFwiSG9yaXpvbnRhbEFsaWdubWVudFwiOjAsXCJWZXJ0aWNhbEFsaWdubWVudFwiOjAsXCJTbWFydEZvcmVncm91bmRcIjpudWxsLFwiTWFyZ2luXCI6e1wiJGlkXCI6XCIxNzJcIixcIlRvcFwiOjAuMCxcIkxlZnRcIjowLjAsXCJSaWdodFwiOjAuMCxcIkJvdHRvbVwiOjAuMH0sXCJQYWRkaW5nXCI6e1wiJGlkXCI6XCIxNzNcIixcIlRvcFwiOjAuMCxcIkxlZnRcIjowLjAsXCJSaWdodFwiOjAuMCxcIkJvdHRvbVwiOjAuMH0sXCJCYWNrZ3JvdW5kXCI6e1wiJGlkXCI6XCIxNzRcIixcIkNvbG9yXCI6e1wiJHJlZlwiOlwiMzZcIn19LFwiSXNWaXNpYmxlXCI6dHJ1ZSxcIldpZHRoXCI6MC4wLFwiSGVpZ2h0XCI6MC4wLFwiQm9yZGVyU3R5bGVcIjpudWxsfSxcIkRhdGVTdHlsZVwiOntcIiRpZFwiOlwiMTc1XCIsXCJGb250U2V0dGluZ3NcIjp7XCIkaWRcIjpcIjE3NlwiLFwiRm9udFNpemVcIjoxMCxcIkZvbnROYW1lXCI6XCJDYWxpYnJpXCIsXCJJc0JvbGRcIjpmYWxzZSxcIklzSXRhbGljXCI6ZmFsc2UsXCJJc1VuZGVybGluZWRcIjpmYWxzZX0sXCJBdXRvU2l6ZVwiOjAsXCJGb3JlZ3JvdW5kXCI6e1wiJGlkXCI6XCIxNzdcIixcIkNvbG9yXCI6e1wiJGlkXCI6XCIxNzhcIixcIkFcIjoyNTUsXCJSXCI6NjgsXCJHXCI6ODQsXCJCXCI6MTA2fX0sXCJCYWNrZ3JvdW5kRmlsbFR5cGVcIjowLFwiTWF4V2lkdGhcIjoyMDAuMCxcIk1heEhlaWdodFwiOlwiSW5maW5pdHlcIixcIlNtYXJ0Rm9yZWdyb3VuZElzQWN0aXZlXCI6ZmFsc2UsXCJIb3Jpem9udGFsQWxpZ25tZW50XCI6MixcIlZlcnRpY2FsQWxpZ25tZW50XCI6MCxcIlNtYXJ0Rm9yZWdyb3VuZFwiOm51bGwsXCJNYXJnaW5cIjp7XCIkaWRcIjpcIjE3OVwiLFwiVG9wXCI6MC4wLFwiTGVmdFwiOjAuMCxcIlJpZ2h0XCI6MC4wLFwiQm90dG9tXCI6MC4wfSxcIlBhZGRpbmdcIjp7XCIkaWRcIjpcIjE4MFwiLFwiVG9wXCI6MC4wLFwiTGVmdFwiOjAuMCxcIlJpZ2h0XCI6MC4wLFwiQm90dG9tXCI6MC4wfSxcIkJhY2tncm91bmRcIjp7XCIkaWRcIjpcIjE4MVwiLFwiQ29sb3JcIjp7XCIkcmVmXCI6XCIzNlwifX0sXCJJc1Zpc2libGVcIjp0cnVlLFwiV2lkdGhcIjowLjAsXCJIZWlnaHRcIjowLjAsXCJCb3JkZXJTdHlsZVwiOm51bGx9LFwiRGF0ZUZvcm1hdFwiOntcIiRpZFwiOlwiMTgy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lNob3dFbGFwc2VkVGltZUdyYWRpZW50U3R5bGVcIjpmYWxzZSxcIlRpbWViYW5kUmVzZXJ2ZWRMZWZ0QXJlYVN0eWxlXCI6bnVsbCxcIkRlZmF1bHRTd2ltbGFuZVN0eWxlXCI6e1wiJGlkXCI6XCIxODNcIixcIkhlYWRlclN0eWxlXCI6e1wiJGlkXCI6XCIxODRcIixcIlRleHRTdHlsZVwiOntcIiRpZFwiOlwiMTg1XCIsXCJGb250U2V0dGluZ3NcIjp7XCIkaWRcIjpcIjE4NlwiLFwiRm9udFNpemVcIjoxMixcIkZvbnROYW1lXCI6XCJDYWxpYnJpXCIsXCJJc0JvbGRcIjpmYWxzZSxcIklzSXRhbGljXCI6ZmFsc2UsXCJJc1VuZGVybGluZWRcIjpmYWxzZX0sXCJBdXRvU2l6ZVwiOjAsXCJGb3JlZ3JvdW5kXCI6e1wiJGlkXCI6XCIxODdcIixcIkNvbG9yXCI6e1wiJGlkXCI6XCIxODhcIixcIkFcIjoyNTUsXCJSXCI6MzIsXCJHXCI6NTYsXCJCXCI6MTAwfX0sXCJCYWNrZ3JvdW5kRmlsbFR5cGVcIjowLFwiTWF4V2lkdGhcIjowLjAsXCJNYXhIZWlnaHRcIjowLjAsXCJTbWFydEZvcmVncm91bmRJc0FjdGl2ZVwiOmZhbHNlLFwiSG9yaXpvbnRhbEFsaWdubWVudFwiOjAsXCJWZXJ0aWNhbEFsaWdubWVudFwiOjAsXCJTbWFydEZvcmVncm91bmRcIjpudWxsLFwiTWFyZ2luXCI6e1wiJGlkXCI6XCIxODlcIixcIlRvcFwiOjAuMCxcIkxlZnRcIjowLjAsXCJSaWdodFwiOjAuMCxcIkJvdHRvbVwiOjAuMH0sXCJQYWRkaW5nXCI6e1wiJGlkXCI6XCIxOTBcIixcIlRvcFwiOjAuMCxcIkxlZnRcIjowLjAsXCJSaWdodFwiOjAuMCxcIkJvdHRvbVwiOjAuMH0sXCJCYWNrZ3JvdW5kXCI6bnVsbCxcIklzVmlzaWJsZVwiOmZhbHNlLFwiV2lkdGhcIjowLjAsXCJIZWlnaHRcIjowLjAsXCJCb3JkZXJTdHlsZVwiOm51bGx9LFwiUmVjdGFuZ2xlU3R5bGVcIjp7XCIkaWRcIjpcIjE5MVwiLFwiTWFyZ2luXCI6e1wiJGlkXCI6XCIxOTJcIixcIlRvcFwiOjAuMCxcIkxlZnRcIjowLjAsXCJSaWdodFwiOjAuMCxcIkJvdHRvbVwiOjAuMH0sXCJQYWRkaW5nXCI6e1wiJGlkXCI6XCIxOTNcIixcIlRvcFwiOjAuMCxcIkxlZnRcIjowLjAsXCJSaWdodFwiOjAuMCxcIkJvdHRvbVwiOjAuMH0sXCJCYWNrZ3JvdW5kXCI6e1wiJGlkXCI6XCIxOTRcIixcIkNvbG9yXCI6e1wiJGlkXCI6XCIxOTVcIixcIkFcIjoxMjcsXCJSXCI6OTEsXCJHXCI6MTU1LFwiQlwiOjIxM319LFwiSXNWaXNpYmxlXCI6ZmFsc2UsXCJXaWR0aFwiOjAuMCxcIkhlaWdodFwiOjAuMCxcIkJvcmRlclN0eWxlXCI6e1wiJGlkXCI6XCIxOTZcIixcIkxpbmVDb2xvclwiOntcIiRpZFwiOlwiMTk3XCIsXCIkdHlwZVwiOlwiTkxSRS5Db21tb24uRG9tLlNvbGlkQ29sb3JCcnVzaCwgTkxSRS5Db21tb25cIixcIkNvbG9yXCI6e1wiJGlkXCI6XCIxOThcIixcIkFcIjoyNTUsXCJSXCI6MjU1LFwiR1wiOjAsXCJCXCI6MH19LFwiTGluZVdlaWdodFwiOjAuMCxcIkxpbmVUeXBlXCI6MH19LFwiVGV4dElzVmVydGljYWxcIjpmYWxzZX0sXCJCYWNrZ3JvdW5kU3R5bGVcIjp7XCIkaWRcIjpcIjE5OVwiLFwiTWFyZ2luXCI6e1wiJGlkXCI6XCIyMDBcIixcIlRvcFwiOjAuMCxcIkxlZnRcIjowLjAsXCJSaWdodFwiOjAuMCxcIkJvdHRvbVwiOjAuMH0sXCJQYWRkaW5nXCI6e1wiJGlkXCI6XCIyMDFcIixcIlRvcFwiOjAuMCxcIkxlZnRcIjowLjAsXCJSaWdodFwiOjAuMCxcIkJvdHRvbVwiOjAuMH0sXCJCYWNrZ3JvdW5kXCI6e1wiJGlkXCI6XCIyMDJcIixcIkNvbG9yXCI6e1wiJGlkXCI6XCIyMDNcIixcIkFcIjozOCxcIlJcIjo5MSxcIkdcIjoxNTUsXCJCXCI6MjEzfX0sXCJJc1Zpc2libGVcIjp0cnVlLFwiV2lkdGhcIjowLjAsXCJIZWlnaHRcIjowLjAsXCJCb3JkZXJTdHlsZVwiOntcIiRpZFwiOlwiMjA0XCIsXCJMaW5lQ29sb3JcIjp7XCIkaWRcIjpcIjIwNVwiLFwiJHR5cGVcIjpcIk5MUkUuQ29tbW9uLkRvbS5Tb2xpZENvbG9yQnJ1c2gsIE5MUkUuQ29tbW9uXCIsXCJDb2xvclwiOntcIiRpZFwiOlwiMjA2XCIsXCJBXCI6MjU1LFwiUlwiOjI1NSxcIkdcIjowLFwiQlwiOjB9fSxcIkxpbmVXZWlnaHRcIjowLjAsXCJMaW5lVHlwZVwiOjB9fSxcIklzQWJvdmVUaW1lYmFuZFwiOmZhbHNlfSxcIkRlZmF1bHRTd2ltbGFuZVYyU3R5bGVcIjp7XCIkaWRcIjpcIjIwN1wiLFwiSGVhZGVyU3R5bGVcIjp7XCIkaWRcIjpcIjIwOFwiLFwiVGV4dFN0eWxlXCI6e1wiJGlkXCI6XCIyMDlcIixcIkZvbnRTZXR0aW5nc1wiOntcIiRpZFwiOlwiMjEwXCIsXCJGb250U2l6ZVwiOjEyLFwiRm9udE5hbWVcIjpcIkNhbGlicmlcIixcIklzQm9sZFwiOmZhbHNlLFwiSXNJdGFsaWNcIjpmYWxzZSxcIklzVW5kZXJsaW5lZFwiOmZhbHNlfSxcIkF1dG9TaXplXCI6MixcIkZvcmVncm91bmRcIjp7XCIkaWRcIjpcIjIxMVwiLFwiQ29sb3JcIjp7XCIkaWRcIjpcIjIxMlwiLFwiQVwiOjI1NSxcIlJcIjoyNTUsXCJHXCI6MjU1LFwiQlwiOjI1NX19LFwiQmFja2dyb3VuZEZpbGxUeXBlXCI6MCxcIk1heFdpZHRoXCI6XCJJbmZpbml0eVwiLFwiTWF4SGVpZ2h0XCI6MC4wLFwiU21hcnRGb3JlZ3JvdW5kSXNBY3RpdmVcIjpmYWxzZSxcIkhvcml6b250YWxBbGlnbm1lbnRcIjowLFwiVmVydGljYWxBbGlnbm1lbnRcIjowLFwiU21hcnRGb3JlZ3JvdW5kXCI6bnVsbCxcIk1hcmdpblwiOntcIiRpZFwiOlwiMjEzXCIsXCJUb3BcIjowLjAsXCJMZWZ0XCI6MC4wLFwiUmlnaHRcIjowLjAsXCJCb3R0b21cIjowLjB9LFwiUGFkZGluZ1wiOntcIiRpZFwiOlwiMjE0XCIsXCJUb3BcIjowLjAsXCJMZWZ0XCI6MC4wLFwiUmlnaHRcIjowLjAsXCJCb3R0b21cIjowLjB9LFwiQmFja2dyb3VuZFwiOm51bGwsXCJJc1Zpc2libGVcIjp0cnVlLFwiV2lkdGhcIjowLjAsXCJIZWlnaHRcIjowLjAsXCJCb3JkZXJTdHlsZVwiOm51bGx9LFwiUmVjdGFuZ2xlU3R5bGVcIjp7XCIkaWRcIjpcIjIxNVwiLFwiTWFyZ2luXCI6e1wiJGlkXCI6XCIyMTZcIixcIlRvcFwiOjAuMCxcIkxlZnRcIjowLjAsXCJSaWdodFwiOjAuMCxcIkJvdHRvbVwiOjAuMH0sXCJQYWRkaW5nXCI6e1wiJGlkXCI6XCIyMTdcIixcIlRvcFwiOjAuMCxcIkxlZnRcIjowLjAsXCJSaWdodFwiOjAuMCxcIkJvdHRvbVwiOjAuMH0sXCJCYWNrZ3JvdW5kXCI6e1wiJGlkXCI6XCIyMThcIixcIkNvbG9yXCI6e1wiJGlkXCI6XCIyMTlcIixcIkFcIjoyNTUsXCJSXCI6NjgsXCJHXCI6MTE0LFwiQlwiOjE5Nn19LFwiSXNWaXNpYmxlXCI6dHJ1ZSxcIldpZHRoXCI6MC4wLFwiSGVpZ2h0XCI6MC4wLFwiQm9yZGVyU3R5bGVcIjp7XCIkaWRcIjpcIjIyMFwiLFwiTGluZUNvbG9yXCI6e1wiJGlkXCI6XCIyMjFcIixcIiR0eXBlXCI6XCJOTFJFLkNvbW1vbi5Eb20uU29saWRDb2xvckJydXNoLCBOTFJFLkNvbW1vblwiLFwiQ29sb3JcIjp7XCIkaWRcIjpcIjIyMlwiLFwiQVwiOjI1NSxcIlJcIjoyNTUsXCJHXCI6MCxcIkJcIjowfX0sXCJMaW5lV2VpZ2h0XCI6MC4wLFwiTGluZVR5cGVcIjowfX0sXCJUZXh0SXNWZXJ0aWNhbFwiOmZhbHNlfSxcIkJhY2tncm91bmRTdHlsZVwiOntcIiRpZFwiOlwiMjIzXCIsXCJNYXJnaW5cIjpudWxsLFwiUGFkZGluZ1wiOm51bGwsXCJCYWNrZ3JvdW5kXCI6e1wiJGlkXCI6XCIyMjRcIixcIkNvbG9yXCI6e1wiJGlkXCI6XCIyMjVcIixcIkFcIjo1MSxcIlJcIjoxNjUsXCJHXCI6MTY1LFwiQlwiOjE2NX19LFwiSXNWaXNpYmxlXCI6ZmFsc2UsXCJXaWR0aFwiOjAuMCxcIkhlaWdodFwiOjAuMCxcIkJvcmRlclN0eWxlXCI6e1wiJGlkXCI6XCIyMjZcIixcIkxpbmVDb2xvclwiOntcIiRpZFwiOlwiMjI3XCIsXCIkdHlwZVwiOlwiTkxSRS5Db21tb24uRG9tLlNvbGlkQ29sb3JCcnVzaCwgTkxSRS5Db21tb25cIixcIkNvbG9yXCI6e1wiJGlkXCI6XCIyMjhcIixcIkFcIjoyNTUsXCJSXCI6MjU1LFwiR1wiOjAsXCJCXCI6MH19LFwiTGluZVdlaWdodFwiOjAuMCxcIkxpbmVUeXBlXCI6MH19LFwiSXNBYm92ZVRpbWViYW5kXCI6ZmFsc2UsXCJTd2ltbGFuZURlZmF1bHRBY3Rpdml0eVN0eWxlXCI6e1wiJGlkXCI6XCIyMjlcIixcIkhlYWRlclN0eWxlXCI6e1wiJGlkXCI6XCIyMzBcIixcIlRleHRTdHlsZVwiOntcIiRpZFwiOlwiMjMxXCIsXCJGb250U2V0dGluZ3NcIjp7XCIkaWRcIjpcIjIzMlwiLFwiRm9udFNpemVcIjoxMSxcIkZvbnROYW1lXCI6XCJDYWxpYnJpXCIsXCJJc0JvbGRcIjpmYWxzZSxcIklzSXRhbGljXCI6ZmFsc2UsXCJJc1VuZGVybGluZWRcIjpmYWxzZX0sXCJBdXRvU2l6ZVwiOjIsXCJGb3JlZ3JvdW5kXCI6e1wiJGlkXCI6XCIyMzNcIixcIkNvbG9yXCI6e1wiJGlkXCI6XCIyMzRcIixcIkFcIjoyNTUsXCJSXCI6MCxcIkdcIjowLFwiQlwiOjB9fSxcIkJhY2tncm91bmRGaWxsVHlwZVwiOjAsXCJNYXhXaWR0aFwiOlwiSW5maW5pdHlcIixcIk1heEhlaWdodFwiOjAuMCxcIlNtYXJ0Rm9yZWdyb3VuZElzQWN0aXZlXCI6ZmFsc2UsXCJIb3Jpem9udGFsQWxpZ25tZW50XCI6MCxcIlZlcnRpY2FsQWxpZ25tZW50XCI6MCxcIlNtYXJ0Rm9yZWdyb3VuZFwiOm51bGwsXCJNYXJnaW5cIjp7XCIkaWRcIjpcIjIzNVwiLFwiVG9wXCI6MC4wLFwiTGVmdFwiOjAuMCxcIlJpZ2h0XCI6MC4wLFwiQm90dG9tXCI6MC4wfSxcIlBhZGRpbmdcIjp7XCIkaWRcIjpcIjIzNlwiLFwiVG9wXCI6MC4wLFwiTGVmdFwiOjAuMCxcIlJpZ2h0XCI6MC4wLFwiQm90dG9tXCI6MC4wfSxcIkJhY2tncm91bmRcIjpudWxsLFwiSXNWaXNpYmxlXCI6dHJ1ZSxcIldpZHRoXCI6MC4wLFwiSGVpZ2h0XCI6MC4wLFwiQm9yZGVyU3R5bGVcIjpudWxsfSxcIlJlY3RhbmdsZVN0eWxlXCI6e1wiJGlkXCI6XCIyMzdcIixcIk1hcmdpblwiOntcIiRpZFwiOlwiMjM4XCIsXCJUb3BcIjowLjAsXCJMZWZ0XCI6MC4wLFwiUmlnaHRcIjowLjAsXCJCb3R0b21cIjowLjB9LFwiUGFkZGluZ1wiOntcIiRpZFwiOlwiMjM5XCIsXCJUb3BcIjowLjAsXCJMZWZ0XCI6MC4wLFwiUmlnaHRcIjowLjAsXCJCb3R0b21cIjowLjB9LFwiQmFja2dyb3VuZFwiOntcIiRpZFwiOlwiMjQwXCIsXCJDb2xvclwiOntcIiRpZFwiOlwiMjQxXCIsXCJBXCI6NjMsXCJSXCI6NjgsXCJHXCI6MTE0LFwiQlwiOjE5Nn19LFwiSXNWaXNpYmxlXCI6dHJ1ZSxcIldpZHRoXCI6MC4wLFwiSGVpZ2h0XCI6MC4wLFwiQm9yZGVyU3R5bGVcIjp7XCIkaWRcIjpcIjI0MlwiLFwiTGluZUNvbG9yXCI6e1wiJGlkXCI6XCIyNDNcIixcIiR0eXBlXCI6XCJOTFJFLkNvbW1vbi5Eb20uU29saWRDb2xvckJydXNoLCBOTFJFLkNvbW1vblwiLFwiQ29sb3JcIjp7XCIkaWRcIjpcIjI0NFwiLFwiQVwiOjI1NSxcIlJcIjoyNTUsXCJHXCI6MCxcIkJcIjowfX0sXCJMaW5lV2VpZ2h0XCI6MC4wLFwiTGluZVR5cGVcIjowfX19LFwiQmFja2dyb3VuZFN0eWxlXCI6e1wiJGlkXCI6XCIyNDVcIixcIk1hcmdpblwiOm51bGwsXCJQYWRkaW5nXCI6bnVsbCxcIkJhY2tncm91bmRcIjp7XCIkaWRcIjpcIjI0NlwiLFwiQ29sb3JcIjp7XCIkaWRcIjpcIjI0N1wiLFwiQVwiOjUxLFwiUlwiOjE2NSxcIkdcIjoxNjUsXCJCXCI6MTY1fX0sXCJJc1Zpc2libGVcIjpmYWxzZSxcIldpZHRoXCI6MC4wLFwiSGVpZ2h0XCI6MC4wLFwiQm9yZGVyU3R5bGVcIjp7XCIkaWRcIjpcIjI0OFwiLFwiTGluZUNvbG9yXCI6e1wiJGlkXCI6XCIyNDlcIixcIiR0eXBlXCI6XCJOTFJFLkNvbW1vbi5Eb20uU29saWRDb2xvckJydXNoLCBOTFJFLkNvbW1vblwiLFwiQ29sb3JcIjp7XCIkaWRcIjpcIjI1MFwiLFwiQVwiOjI1NSxcIlJcIjoyNTUsXCJHXCI6MCxcIkJcIjowfX0sXCJMaW5lV2VpZ2h0XCI6MC4wLFwiTGluZVR5cGVcIjowfX0sXCJDdXN0b21Td2ltbGFuZU1pbGVzdG9uZVN0eWxlTGlzdFwiOltdLFwiQ3VzdG9tU3dpbWxhbmVUYXNrU3R5bGVMaXN0XCI6W10sXCJJc1Zpc2libGVcIjp0cnVlfSxcIkN1c3RvbVN3aW1sYW5lQWN0aXZpdGllc1N0eWxlTGlzdFwiOltdLFwiSXNWaXNpYmxlXCI6dHJ1ZSxcIlNwYWNpbmdcIjoyfSxcIkN1c3RvbU1pbGVzdG9uZVN0eWxlTGlzdFwiOltdLFwiQ3VzdG9tVGFza1N0eWxlTGlzdFwiOltdLFwiQ3VzdG9tU3dpbWxhbmVEZWZpbml0aW9uU3R5bGVMaXN0XCI6W10sXCJDdXN0b21Td2ltbGFuZVYyU3R5bGVMaXN0XCI6W10sXCJHcmlkbGluZVBhbmVsU3R5bGVcIjp7XCIkaWRcIjpcIjI1MVwiLFwiR3JpZGxpbmVTdHlsZVwiOntcIiRpZFwiOlwiMjUyXCIsXCJMaW5lQ29sb3JcIjp7XCIkaWRcIjpcIjI1M1wiLFwiJHR5cGVcIjpcIk5MUkUuQ29tbW9uLkRvbS5Tb2xpZENvbG9yQnJ1c2gsIE5MUkUuQ29tbW9uXCIsXCJDb2xvclwiOntcIiRpZFwiOlwiMjU0XCIsXCJBXCI6MzgsXCJSXCI6OTEsXCJHXCI6MTU1LFwiQlwiOjIxM319LFwiTGluZVdlaWdodFwiOjEuMCxcIkxpbmVUeXBlXCI6MH0sXCJJc1Zpc2libGVcIjp0cnVlfSxcIkFjdGl2aXR5TGluZVBhbmVsU3R5bGVcIjp7XCIkaWRcIjpcIjI1NVwiLFwiQWN0aXZpdHlMaW5lU3R5bGVcIjp7XCIkaWRcIjpcIjI1NlwiLFwiTGluZUNvbG9yXCI6e1wiJGlkXCI6XCIyNTdcIixcIiR0eXBlXCI6XCJOTFJFLkNvbW1vbi5Eb20uU29saWRDb2xvckJydXNoLCBOTFJFLkNvbW1vblwiLFwiQ29sb3JcIjp7XCIkaWRcIjpcIjI1OFwiLFwiQVwiOjM4LFwiUlwiOjY4LFwiR1wiOjExNCxcIkJcIjoxOTZ9fSxcIkxpbmVXZWlnaHRcIjoxLjAsXCJMaW5lVHlwZVwiOjB9LFwiSXNWaXNpYmxlXCI6dHJ1ZX0sXCJEZWZhdWx0RGVwZW5kZW5jeVN0eWxlXCI6e1wiJGlkXCI6XCIyNTlcIixcIkxpbmVTdHlsZVwiOntcIiRpZFwiOlwiMjYwXCIsXCJMaW5lQ29sb3JcIjp7XCIkaWRcIjpcIjI2MVwiLFwiJHR5cGVcIjpcIk5MUkUuQ29tbW9uLkRvbS5Tb2xpZENvbG9yQnJ1c2gsIE5MUkUuQ29tbW9uXCIsXCJDb2xvclwiOntcIiRpZFwiOlwiMjYyXCIsXCJBXCI6MjU1LFwiUlwiOjAsXCJHXCI6MCxcIkJcIjowfX0sXCJMaW5lV2VpZ2h0XCI6MS4wLFwiTGluZVR5cGVcIjowfSxcIkVuZEFycm93aGVhZExpbmVTdHlsZVwiOntcIiRpZFwiOlwiMjYzXCIsXCJLaW5kXCI6MSxcIldpZHRoXCI6MSxcIkxlbmd0aFwiOjAsXCJQYXJlbnRTdHlsZVwiOm51bGx9LFwiQnJpbmdUb0Zyb250XCI6dHJ1ZSxcIklzVmlzaWJsZVwiOnRydWUsXCJSYWRpdXNcIjowLjB9LFwiQ3JpdGljYWxQYXRoU3R5bGVcIjp7XCIkaWRcIjpcIjI2NFwiLFwiQ3JpdGljYWxQYXRoU3R5bGVPcHRpb25zXCI6MTUsXCJMaW5lU3R5bGVcIjp7XCIkaWRcIjpcIjI2NVwiLFwiTGluZUNvbG9yXCI6e1wiJGlkXCI6XCIyNjZcIixcIiR0eXBlXCI6XCJOTFJFLkNvbW1vbi5Eb20uU29saWRDb2xvckJydXNoLCBOTFJFLkNvbW1vblwiLFwiQ29sb3JcIjp7XCIkaWRcIjpcIjI2N1wiLFwiQVwiOjI1NSxcIlJcIjoyMjIsXCJHXCI6NTAsXCJCXCI6NTB9fSxcIkxpbmVXZWlnaHRcIjoxLjAsXCJMaW5lVHlwZVwiOjB9LFwiVGl0bGVGb3JlZ3JvdW5kXCI6e1wiJGlkXCI6XCIyNjhcIixcIkNvbG9yXCI6e1wiJGlkXCI6XCIyNjlcIixcIkFcIjoyNTUsXCJSXCI6MTc2LFwiR1wiOjE5LFwiQlwiOjI1fX0sXCJTaGFwZXNCYWNrZ3JvdW5kXCI6e1wiJGlkXCI6XCIyNzBcIixcIkNvbG9yXCI6e1wiJGlkXCI6XCIyNzFcIixcIkFcIjoyNTUsXCJSXCI6MjUzLFwiR1wiOjIwMyxcIkJcIjoyMDh9fSxcIlNoYXBlc0JvcmRlclN0eWxlXCI6e1wiJGlkXCI6XCIyNzJcIixcIkxpbmVDb2xvclwiOntcIiRpZFwiOlwiMjczXCIsXCIkdHlwZVwiOlwiTkxSRS5Db21tb24uRG9tLlNvbGlkQ29sb3JCcnVzaCwgTkxSRS5Db21tb25cIixcIkNvbG9yXCI6e1wiJGlkXCI6XCIyNzRcIixcIkFcIjoyNTUsXCJSXCI6MjIyLFwiR1wiOjUwLFwiQlwiOjUwfX0sXCJMaW5lV2VpZ2h0XCI6MS41LFwiTGluZVR5cGVcIjowfSxcIklzVmlzaWJsZVwiOmZhbHNlfSxcIlBhbmVsc1NwYWNpbmdEZWZpbml0aW9uXCI6e1wiJGlkXCI6XCIyNzVcIixcIlNwYWNpbmdBYm92ZVRpbWViYW5kXCI6NSxcIlNwYWNpbmdCZWxvd1RpbWViYW5kXCI6NSxcIlNwYWNpbmdBYm92ZUJldHdlZW5Td2ltbGFuZXNBbmRUYXNrc1wiOjUsXCJTcGFjaW5nQmVsb3dCZXR3ZWVuU3dpbWxhbmVzQW5kVGFza3NcIjo1fX0sXCJTY2FsZVwiOntcIiRpZFwiOlwiMjc2XCIsXCJTdGFydERhdGVcIjpcIjAwMDEtMDEtMDFUMDA6MDA6MDBcIixcIkVuZERhdGVcIjpcIjAwMDEtMDEtMDFUMDA6MDA6MDBcIixcIkZvcm1hdFwiOlwid1wiLFwiVHlwZVwiOjEsXCJBdXRvRGF0ZVJhbmdlXCI6dHJ1ZSxcIldvcmtpbmdEYXlzXCI6MzEsXCJUb2RheU1hcmtlclRleHRcIjpcIlRvZGF5XCIsXCJBdXRvU2NhbGVUeXBlXCI6dHJ1ZX0sXCJTY2FsZVYyXCI6e1wiJGlkXCI6XCIyNzdcIixcIlN0YXJ0RGF0ZVwiOlwiMDAwMS0wMS0wMVQwMDowMDowMFwiLFwiRW5kRGF0ZVwiOlwiMDAwMS0wMS0wMVQwMDowMDowMFwiLFwiQXV0b0RhdGVSYW5nZVwiOnRydWUsXCJXb3JraW5nRGF5c1wiOjMxLFwiVG9kYXlNYXJrZXJUZXh0XCI6XCJUb2RheVwiLFwiQXV0b1NjYWxlVHlwZVwiOnRydWUsXCJUaW1lYmFuZFNjYWxlc1wiOntcIiRpZFwiOlwiMjc4XCIsXCJUb3BTY2FsZUxheWVyXCI6e1wiJGlkXCI6XCIyNzlcIixcIkZvcm1hdFwiOlwid1wiLFwiVHlwZVwiOjF9LFwiTWlkZGxlU2NhbGVMYXllclwiOntcIiRpZFwiOlwiMjgwXCIsXCJGb3JtYXRcIjpudWxsLFwiVHlwZVwiOjB9LFwiQm90dG9tU2NhbGVMYXllclwiOntcIiRpZFwiOlwiMjgxXCIsXCJGb3JtYXRcIjpudWxsLFwiVHlwZVwiOjB9fX0sXCJNaWxlc3RvbmVzXCI6W10sXCJUYXNrc1wiOltdLFwiU3dpbWxhbmVzXCI6W10sXCJTd2ltbGFuZXNWMlwiOltdLFwiRGVwZW5kZW5jaWVzXCI6W10sXCJEZXBlbmRlbmN5U2V0dGluZ3NcIjp7XCIkaWRcIjpcIjI4MlwiLFwiRGVwZW5kZW5jeU1vZHVsZUVuYWJsZWRcIjpmYWxzZSxcIlNjaGVkdWxpbmdTZXR0aW5nc1wiOntcIiRpZFwiOlwiMjgzXCIsXCJEZXBlbmRlbmNpZXNTY2hlZHVsaW5nTW9kZVNldHRpbmdcIjoxLFwiRGVwZW5kZW5jaWVzUHJldmlvdXNTY2hlZHVsaW5nTW9kZVwiOjEsXCJPbkJyZWFraW5nRmxleGlibGVTY2hlZHVsaW5nTW9kZVNldHRpbmdcIjowLFwiT25CcmVha2luZ1N0cmljdFNjaGVkdWxpbmdNb2RlU2V0dGluZ1wiOjB9fSxcIlNldHRpbmdzXCI6e1wiJGlkXCI6XCIyODRcIixcIkltcGFPcHRpb25zXCI6e1wiJGlkXCI6XCIyODVcIixcIkxlZnRUb1JpZ2h0XCI6ZmFsc2UsXCJQYXlsb2FkT3B0aW9uc1wiOjJ9fSxcIlRpbWVDb25maWd1cmF0aW9uXCI6e1wiJGlkXCI6XCIyODZcIixcIlVzZVRpbWVcIjpmYWxzZSxcIldvcmtEYXlTdGFydFwiOlwiMDA6MDA6MDBcIixcIldvcmtEYXlFbmRcIjpcIjIzOjU5OjAwXCJ9fSIsIlNvdXJjZVRoZW1lIjoie1wiJGlkXCI6XCIxXCIsXCJJZFwiOlwiODRhMWNhMmYtY2JhOS00YTc2LWFkMDYtYTU5OTVkZTNmZjliXCIsXCJDYXRlZ29yeVwiOjIsXCJDdWx0dXJlSW5mb05hbWVcIjpcImRhLURLXCIsXCJWZXJzaW9uXCI6e1wiJGlkXCI6XCIyXCIsXCJUaGVtZURvbVZlcnNpb25cIjpcIjIuMS4wXCJ9LFwiU3R5bGVcIjp7XCIkaWRcIjpcIjNcIixcIlRpbWViYW5kU3R5bGVcIjp7XCIkaWRcIjpcIjRcIixcIlJpZ2h0RW5kQ2Fwc1N0eWxlXCI6e1wiJGlkXCI6XCI1XCIsXCJGb250U2V0dGluZ3NcIjp7XCIkaWRcIjpcIjZcIixcIkZvbnRTaXplXCI6MTgsXCJGb250TmFtZVwiOlwiQ2FsaWJyaVwiLFwiSXNCb2xkXCI6dHJ1ZSxcIklzSXRhbGljXCI6ZmFsc2UsXCJJc1VuZGVybGluZWRcIjpmYWxzZX0sXCJGb3JlZ3JvdW5kXCI6e1wiJGlkXCI6XCI3XCIsXCJDb2xvclwiOntcIiRpZFwiOlwiOFwiLFwiQVwiOjI1NSxcIlJcIjoyMzcsXCJHXCI6MTI1LFwiQlwiOjQ5fX0sXCJIb3Jpem9udGFsQWxpZ25tZW50XCI6MCxcIklzVmlzaWJsZVwiOnRydWV9LFwiTGVmdEVuZENhcHNTdHlsZVwiOntcIiRpZFwiOlwiOVwiLFwiRm9udFNldHRpbmdzXCI6e1wiJGlkXCI6XCIxMFwiLFwiRm9udFNpemVcIjoxOCxcIkZvbnROYW1lXCI6XCJDYWxpYnJpXCIsXCJJc0JvbGRcIjp0cnVlLFwiSXNJdGFsaWNcIjpmYWxzZSxcIklzVW5kZXJsaW5lZFwiOmZhbHNlfSxcIkZvcmVncm91bmRcIjp7XCIkaWRcIjpcIjExXCIsXCJDb2xvclwiOntcIiRpZFwiOlwiMTJcIixcIkFcIjoyNTUsXCJSXCI6MjM3LFwiR1wiOjEyNSxcIkJcIjo0OX19LFwiSG9yaXpvbnRhbEFsaWdubWVudFwiOjAsXCJJc1Zpc2libGVcIjpmYWxzZX0sXCJUb2RheU1hcmtlclN0eWxlXCI6e1wiJGlkXCI6XCIxM1wiLFwiVG9kYXlUZXh0U3R5bGVcIjp7XCIkaWRcIjpcIjE0XCIsXCJGb250U2V0dGluZ3NcIjp7XCIkaWRcIjpcIjE1XCIsXCJGb250U2l6ZVwiOjEyLFwiRm9udE5hbWVcIjpcIkNhbGlicmlcIixcIklzQm9sZFwiOmZhbHNlLFwiSXNJdGFsaWNcIjpmYWxzZSxcIklzVW5kZXJsaW5lZFwiOmZhbHNlfSxcIkZvcmVncm91bmRcIjp7XCIkaWRcIjpcIjE2XCIsXCJDb2xvclwiOntcIiRpZFwiOlwiMTdcIixcIkFcIjoyNTUsXCJSXCI6MCxcIkdcIjowLFwiQlwiOjB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ixcIklzVmlzaWJsZVwiOnRydWV9LFwiU2NhbGVTdHlsZVwiOntcIiRpZFwiOlwiMjNcIixcIlNob3dTZWdtZW50U2VwYXJhdG9yc1wiOnRydWUsXCJTZWdtZW50U2VwYXJhdG9yT3BhY2l0eVwiOjMwLFwiU2hhcGVcIjozLFwiU2VnbWVudFRleHRTdHlsZVwiOntcIiRpZFwiOlwiMjRcIixcIkZvbnRTZXR0aW5nc1wiOntcIiRpZFwiOlwiMjVcIixcIkZvbnRTaXplXCI6MTIsXCJGb250TmFtZVwiOlwiQ2FsaWJyaVwiLFwiSXNCb2xkXCI6ZmFsc2UsXCJJc0l0YWxpY1wiOmZhbHNlLFwiSXNVbmRlcmxpbmVkXCI6ZmFsc2V9LFwiRm9yZWdyb3VuZFwiOntcIiRpZFwiOlwiMjZcIixcIkNvbG9yXCI6e1wiJGlkXCI6XCIyN1wiLFwiQVwiOjI1NSxcIlJcIjoyNTUsXCJHXCI6MjU1LFwiQlwiOjI1NX19LFwiSG9yaXpvbnRhbEFsaWdubWVudFwiOjAsXCJJc1Zpc2libGVcIjp0cnVlfSxcIlNoYXBlU3R5bGVcIjp7XCIkaWRcIjpcIjI4XCIsXCJNYXJnaW5cIjp7XCIkaWRcIjpcIjI5XCIsXCJUb3BcIjowLjAsXCJMZWZ0XCI6MTAuMCxcIlJpZ2h0XCI6MTAuMCxcIkJvdHRvbVwiOjAuMH0sXCJQYWRkaW5nXCI6e1wiJGlkXCI6XCIzMFwiLFwiVG9wXCI6MC4wLFwiTGVmdFwiOjAuMCxcIlJpZ2h0XCI6MC4wLFwiQm90dG9tXCI6MC4wfSxcIkJhY2tncm91bmRcIjp7XCIkaWRcIjpcIjMxXCIsXCJDb2xvclwiOntcIiRpZFwiOlwiMzJcIixcIkFcIjoyNTUsXCJSXCI6NjgsXCJHXCI6ODQsXCJCXCI6MTA2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IsXCJJc1Zpc2libGVcIjpmYWxzZX0sXCJNYXJnaW5cIjp7XCIkaWRcIjpcIjQwXCIsXCJUb3BcIjowLjAsXCJMZWZ0XCI6MTAuMCxcIlJpZ2h0XCI6MTAuMCxcIkJvdHRvbVwiOjAuMH0sXCJQYWRkaW5nXCI6e1wiJGlkXCI6XCI0MVwiLFwiVG9wXCI6MC4wLFwiTGVmdFwiOjAuMCxcIlJpZ2h0XCI6MC4wLFwiQm90dG9tXCI6MC4wfSxcIkJhY2tncm91bmRcIjp7XCIkaWRcIjpcIjQyXCIsXCJDb2xvclwiOntcIiRpZFwiOlwiNDNcIixcIkFcIjoyNTUsXCJSXCI6NDcsXCJHXCI6NTQsXCJCXCI6MTUzfX0sXCJJc1Zpc2libGVcIjpmYWxzZSxcIldpZHRoXCI6MC4wLFwiSGVpZ2h0XCI6MC4wLFwiQm9yZGVyU3R5bGVcIjpudWxsfSxcIlRhc2tTdHlsZVwiOntcIiRpZFwiOlwiNDRcIixcIlNoYXBlXCI6MSxcIlNoYXBlVGhpY2tuZXNzXCI6MCxcIkR1cmF0aW9uRm9ybWF0XCI6MCxcIlBlcmNlbnRhZ2VDb21wbGV0ZVRleHRTdHlsZVwiOntcIiRpZFwiOlwiNDVcIixcIkZvbnRTZXR0aW5nc1wiOntcIiRpZFwiOlwiNDZcIixcIkZvbnRTaXplXCI6MTAsXCJGb250TmFtZVwiOlwiQ2FsaWJyaVwiLFwiSXNCb2xkXCI6ZmFsc2UsXCJJc0l0YWxpY1wiOmZhbHNlLFwiSXNVbmRlcmxpbmVkXCI6ZmFsc2V9LFwiRm9yZWdyb3VuZFwiOntcIiRpZFwiOlwiNDdcIixcIkNvbG9yXCI6e1wiJGlkXCI6XCI0OFwiLFwiQVwiOjI1NSxcIlJcIjoyMzcsXCJHXCI6MTI1LFwiQlwiOjQ5fX0sXCJIb3Jpem9udGFsQWxpZ25tZW50XCI6MCxcIklzVmlzaWJsZVwiOmZhbHNlfSxcIlBlcmNlbnRhZ2VDb21wbGV0ZUhpZ2hsaWdodFN0eWxlXCI6e1wiJGlkXCI6XCI0OVwiLFwiQmFja2dyb3VuZFwiOntcIiRpZFwiOlwiNTBcIixcIkNvbG9yXCI6e1wiJGlkXCI6XCI1MVwiLFwiQVwiOjg5LFwiUlwiOjAsXCJHXCI6MCxcIkJcIjowfX19LFwiRHVyYXRpb25TdHlsZVwiOntcIiRpZFwiOlwiNTJcIixcIkZvbnRTZXR0aW5nc1wiOntcIiRpZFwiOlwiNTNcIixcIkZvbnRTaXplXCI6MTAsXCJGb250TmFtZVwiOlwiQ2FsaWJyaVwiLFwiSXNCb2xkXCI6ZmFsc2UsXCJJc0l0YWxpY1wiOmZhbHNlLFwiSXNVbmRlcmxpbmVkXCI6ZmFsc2V9LFwiRm9yZWdyb3VuZFwiOntcIiRpZFwiOlwiNTRcIixcIkNvbG9yXCI6e1wiJGlkXCI6XCI1NVwiLFwiQVwiOjI1NSxcIlJcIjoyMzcsXCJHXCI6MTI1LFwiQlwiOjQ5fX0sXCJIb3Jpem9udGFsQWxpZ25tZW50XCI6MCxcIklzVmlzaWJsZVwiOmZhbHNlfSxcIkhvcml6b250YWxDb25uZWN0b3JTdHlsZVwiOntcIiRpZFwiOlwiNTZcIixcIkxpbmVTdHlsZVwiOntcIiRpZFwiOlwiNTdcIixcIkxpbmVDb2xvclwiOntcIiRpZFwiOlwiNThcIixcIkNvbG9yXCI6e1wiJGlkXCI6XCI1OVwiLFwiQVwiOjI1NSxcIlJcIjoyMDQsXCJHXCI6MjA0LFwiQlwiOjIwNH19LFwiTGluZVdlaWdodFwiOjEuMCxcIkxpbmVUeXBlXCI6MH0sXCJJc1Zpc2libGVcIjp0cnVlfSxcIlZlcnRpY2FsQ29ubmVjdG9yU3R5bGVcIjp7XCIkaWRcIjpcIjYwXCIsXCJMaW5lU3R5bGVcIjp7XCIkaWRcIjpcIjYxXCIsXCJMaW5lQ29sb3JcIjp7XCIkaWRcIjpcIjYyXCIsXCJDb2xvclwiOntcIiRpZFwiOlwiNjNcIixcIkFcIjoyNTUsXCJSXCI6MjA0LFwiR1wiOjIwNCxcIkJcIjoyMDR9fSxcIkxpbmVXZWlnaHRcIjowLjAsXCJMaW5lVHlwZVwiOjB9LFwiSXNWaXNpYmxlXCI6ZmFsc2V9LFwiTWFyZ2luXCI6e1wiJGlkXCI6XCI2NFwiLFwiVG9wXCI6MC4wLFwiTGVmdFwiOjAuMCxcIlJpZ2h0XCI6MC4wLFwiQm90dG9tXCI6MC4wfSxcIlN0YXJ0RGF0ZVBvc2l0aW9uXCI6MyxcIkVuZERhdGVQb3NpdGlvblwiOjMsXCJUaXRsZVBvc2l0aW9uXCI6NCxcIkR1cmF0aW9uUG9zaXRpb25cIjowLFwiUGVyY2VudGFnZUNvbXBsZXRlZFBvc2l0aW9uXCI6MCxcIlZhcmlhbmNlUG9zaXRpb25cIjoyLFwiU3BhY2luZ1wiOjMsXCJJc0JlbG93VGltZWJhbmRcIjpmYWxzZSxcIkJhc2VsaW5lU3R5bGVcIjp7XCIkaWRcIjpcIjY1XCIsXCJCYXNlbGluZVNoYXBlU3R5bGVcIjp7XCIkaWRcIjpcIjY2XCIsXCJNYXJnaW5cIjp7XCIkaWRcIjpcIjY3XCIsXCJUb3BcIjowLjAsXCJMZWZ0XCI6MC4wLFwiUmlnaHRcIjowLjAsXCJCb3R0b21cIjowLjB9LFwiUGFkZGluZ1wiOntcIiRpZFwiOlwiNjhcIixcIlRvcFwiOjAuMCxcIkxlZnRcIjowLjAsXCJSaWdodFwiOjAuMCxcIkJvdHRvbVwiOjAuMH0sXCJCYWNrZ3JvdW5kXCI6e1wiJGlkXCI6XCI2OVwiLFwiQ29sb3JcIjp7XCIkaWRcIjpcIjcwXCIsXCJBXCI6MTUzLFwiUlwiOjAsXCJHXCI6MCxcIkJcIjowfX0sXCJJc1Zpc2libGVcIjpmYWxzZSxcIldpZHRoXCI6MC4wLFwiSGVpZ2h0XCI6MC4wLFwiQm9yZGVyU3R5bGVcIjp7XCIkaWRcIjpcIjcxXCIsXCJMaW5lU3R5bGVcIjp7XCIkaWRcIjpcIjcyXCIsXCJMaW5lQ29sb3JcIjp7XCIkaWRcIjpcIjczXCIsXCJDb2xvclwiOntcIiRpZFwiOlwiNzRcIixcIkFcIjoyNTUsXCJSXCI6MjU1LFwiR1wiOjAsXCJCXCI6MH19LFwiTGluZVdlaWdodFwiOjIuMCxcIkxpbmVUeXBlXCI6MH0sXCJJc1Zpc2libGVcIjpmYWxzZX19fSxcIlNoYXBlU3R5bGVcIjp7XCIkaWRcIjpcIjc1XCIsXCJNYXJnaW5cIjp7XCIkaWRcIjpcIjc2XCIsXCJUb3BcIjowLjAsXCJMZWZ0XCI6NC4wLFwiUmlnaHRcIjo0LjAsXCJCb3R0b21cIjowLjB9LFwiUGFkZGluZ1wiOntcIiRpZFwiOlwiNzdcIixcIlRvcFwiOjAuMCxcIkxlZnRcIjowLjAsXCJSaWdodFwiOjAuMCxcIkJvdHRvbVwiOjAuMH0sXCJCYWNrZ3JvdW5kXCI6e1wiJGlkXCI6XCI3OFwiLFwiQ29sb3JcIjp7XCIkaWRcIjpcIjc5XCIsXCJBXCI6MjU1LFwiUlwiOjExMixcIkdcIjoxNzMsXCJCXCI6NzF9fSxcIklzVmlzaWJsZVwiOnRydWUsXCJXaWR0aFwiOjAuMCxcIkhlaWdodFwiOjEwLjAsXCJCb3JkZXJTdHlsZVwiOntcIiRpZFwiOlwiODBcIixcIkxpbmVTdHlsZVwiOntcIiRpZFwiOlwiODFcIixcIkxpbmVDb2xvclwiOntcIiRpZFwiOlwiODJcIixcIkNvbG9yXCI6e1wiJGlkXCI6XCI4M1wiLFwiQVwiOjI1NSxcIlJcIjoyMzQsXCJHXCI6MjIsXCJCXCI6MzB9fSxcIkxpbmVXZWlnaHRcIjoyLjAsXCJMaW5lVHlwZVwiOjB9LFwiSXNWaXNpYmxlXCI6ZmFsc2V9fSxcIlRpdGxlU3R5bGVcIjp7XCIkaWRcIjpcIjg0XCIsXCJGb250U2V0dGluZ3NcIjp7XCIkaWRcIjpcIjg1XCIsXCJGb250U2l6ZVwiOjExLFwiRm9udE5hbWVcIjpcIkNhbGlicmlcIixcIklzQm9sZFwiOnRydWUsXCJJc0l0YWxpY1wiOmZhbHNlLFwiSXNVbmRlcmxpbmVkXCI6ZmFsc2V9LFwiRm9yZWdyb3VuZFwiOntcIiRpZFwiOlwiODZcIixcIkNvbG9yXCI6e1wiJGlkXCI6XCI4N1wiLFwiQVwiOjI1NSxcIlJcIjowLFwiR1wiOjAsXCJCXCI6MH19LFwiSG9yaXpvbnRhbEFsaWdubWVudFwiOjAsXCJJc1Zpc2libGVcIjp0cnVlfSxcIkRhdGVTdHlsZVwiOntcIiRpZFwiOlwiODhcIixcIkZvbnRTZXR0aW5nc1wiOntcIiRpZFwiOlwiODlcIixcIkZvbnRTaXplXCI6MTAsXCJGb250TmFtZVwiOlwiQ2FsaWJyaVwiLFwiSXNCb2xkXCI6ZmFsc2UsXCJJc0l0YWxpY1wiOmZhbHNlLFwiSXNVbmRlcmxpbmVkXCI6ZmFsc2V9LFwiRm9yZWdyb3VuZFwiOntcIiRpZFwiOlwiOTBcIixcIkNvbG9yXCI6e1wiJGlkXCI6XCI5MVwiLFwiQVwiOjI1NSxcIlJcIjo2OCxcIkdcIjo4NCxcIkJcIjoxMDZ9fSxcIkhvcml6b250YWxBbGlnbm1lbnRcIjoyLFwiSXNWaXNpYmxlXCI6dHJ1ZX0sXCJEYXRlRm9ybWF0XCI6e1wiJGlkXCI6XCI5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5M1wiLFwiRm9ybWF0XCI6MCxcIklzVmlzaWJsZVwiOmZhbHNlLFwiTGFzdEtub3duVmlzaWJpbGl0eVN0YXRlXCI6ZmFsc2V9LFwiVmFyaWFuY2VTdHlsZVwiOntcIiRpZFwiOlwiOTRcIixcIlZhcmlhbmNlVGV4dFN0eWxlXCI6e1wiJGlkXCI6XCI5NVwiLFwiRm9udFNldHRpbmdzXCI6e1wiJGlkXCI6XCI5NlwiLFwiRm9udFNpemVcIjoxMCxcIkZvbnROYW1lXCI6XCJDYWxpYnJpXCIsXCJJc0JvbGRcIjpmYWxzZSxcIklzSXRhbGljXCI6ZmFsc2UsXCJJc1VuZGVybGluZWRcIjpmYWxzZX0sXCJGb3JlZ3JvdW5kXCI6e1wiJGlkXCI6XCI5N1wiLFwiQ29sb3JcIjp7XCIkaWRcIjpcIjk4XCIsXCJBXCI6MjU1LFwiUlwiOjAsXCJHXCI6MCxcIkJcIjowfX0sXCJIb3Jpem9udGFsQWxpZ25tZW50XCI6MCxcIklzVmlzaWJsZVwiOmZhbHNlfX19LFwiTWlsZXN0b25lU3R5bGVcIjp7XCIkaWRcIjpcIjk5XCIsXCJTaGFwZVwiOjI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AsXCJHXCI6OTIsXCJCXCI6MTQxfX0sXCJJc1Zpc2libGVcIjp0cnVlLFwiV2lkdGhcIjoxMy4wLFwiSGVpZ2h0XCI6MTMuMCxcIkJvcmRlclN0eWxlXCI6e1wiJGlkXCI6XCIxMDZcIixcIkxpbmVTdHlsZVwiOntcIiRpZFwiOlwiMTA3XCIsXCJMaW5lQ29sb3JcIjp7XCIkaWRcIjpcIjEwOFwiLFwiQ29sb3JcIjp7XCIkaWRcIjpcIjEwOVwiLFwiQVwiOjI1NSxcIlJcIjoyMzQsXCJHXCI6MjIsXCJCXCI6MzB9fSxcIkxpbmVXZWlnaHRcIjoyLjAsXCJMaW5lVHlwZVwiOjB9LFwiSXNWaXNpYmxlXCI6ZmFsc2V9fSxcIlRpdGxlU3R5bGVcIjp7XCIkaWRcIjpcIjExMFwiLFwiRm9udFNldHRpbmdzXCI6e1wiJGlkXCI6XCIxMTFcIixcIkZvbnRTaXplXCI6MTEsXCJGb250TmFtZVwiOlwiQ2FsaWJyaVwiLFwiSXNCb2xkXCI6dHJ1ZSxcIklzSXRhbGljXCI6ZmFsc2UsXCJJc1VuZGVybGluZWRcIjpmYWxzZX0sXCJGb3JlZ3JvdW5kXCI6e1wiJGlkXCI6XCIxMTJcIixcIkNvbG9yXCI6e1wiJGlkXCI6XCIxMTNcIixcIkFcIjoyNTUsXCJSXCI6MCxcIkdcIjowLFwiQlwiOjB9fSxcIkhvcml6b250YWxBbGlnbm1lbnRcIjowLFwiSXNWaXNpYmxlXCI6dHJ1ZX0sXCJEYXRlU3R5bGVcIjp7XCIkaWRcIjpcIjExNFwiLFwiRm9udFNldHRpbmdzXCI6e1wiJGlkXCI6XCIxMTVcIixcIkZvbnRTaXplXCI6MTAsXCJGb250TmFtZVwiOlwiQ2FsaWJyaVwiLFwiSXNCb2xkXCI6ZmFsc2UsXCJJc0l0YWxpY1wiOmZhbHNlLFwiSXNVbmRlcmxpbmVkXCI6ZmFsc2V9LFwiRm9yZWdyb3VuZFwiOntcIiRpZFwiOlwiMTE2XCIsXCJDb2xvclwiOntcIiRpZFwiOlwiMTE3XCIsXCJBXCI6MjU1LFwiUlwiOjY4LFwiR1wiOjg0LFwiQlwiOjEwNn19LFwiSG9yaXpvbnRhbEFsaWdubWVudFwiOjAsXCJJc1Zpc2libGVcIjp0cnVlfSxcIkRhdGVGb3JtYXRcIjp7XCIkaWRcIjpcIjEx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xMTlcIixcIkZvcm1hdFwiOjAsXCJJc1Zpc2libGVcIjpmYWxzZSxcIkxhc3RLbm93blZpc2liaWxpdHlTdGF0ZVwiOmZhbHNlfSxcIlZhcmlhbmNlU3R5bGVcIjp7XCIkaWRcIjpcIjEyMFwiLFwiVmFyaWFuY2VUZXh0U3R5bGVcIjp7XCIkaWRcIjpcIjEyMVwiLFwiRm9udFNldHRpbmdzXCI6e1wiJGlkXCI6XCIxMjJcIixcIkZvbnRTaXplXCI6MTAsXCJGb250TmFtZVwiOlwiQ2FsaWJyaVwiLFwiSXNCb2xkXCI6ZmFsc2UsXCJJc0l0YWxpY1wiOmZhbHNlLFwiSXNVbmRlcmxpbmVkXCI6ZmFsc2V9LFwiRm9yZWdyb3VuZFwiOntcIiRpZFwiOlwiMTIzXCIsXCJDb2xvclwiOntcIiRpZFwiOlwiMTI0XCIsXCJBXCI6MjU1LFwiUlwiOjAsXCJHXCI6MCxcIkJcIjowfX0sXCJIb3Jpem9udGFsQWxpZ25tZW50XCI6MCxcIklzVmlzaWJsZVwiOmZhbHNlfX19LFwiTW90U3R5bGVcIjp7XCIkaWRcIjpcIjEyNVwiLFwiU2hhcGVcIjoyLFwiU2hhcGVTaXplXCI6MSxcIkRldGFpbHNTcGFjaW5nXCI6MC4wLFwiUGFkZGluZ1wiOntcIiRpZFwiOlwiMTI2XCIsXCJUb3BcIjo1LjAsXCJMZWZ0XCI6My4wLFwiUmlnaHRcIjowLjAsXCJCb3R0b21cIjoyLjB9LFwiUG9zaXRpb25PblRhc2tcIjoxLFwiU2hhcGVTdHlsZVwiOntcIiRpZFwiOlwiMTI3XCIsXCJNYXJnaW5cIjp7XCIkaWRcIjpcIjEyOFwiLFwiVG9wXCI6MC4wLFwiTGVmdFwiOjAuMCxcIlJpZ2h0XCI6MC4wLFwiQm90dG9tXCI6MC4wfSxcIlBhZGRpbmdcIjp7XCIkaWRcIjpcIjEyOVwiLFwiVG9wXCI6MC4wLFwiTGVmdFwiOjAuMCxcIlJpZ2h0XCI6MC4wLFwiQm90dG9tXCI6MC4wfSxcIkJhY2tncm91bmRcIjp7XCIkaWRcIjpcIjEzMFwiLFwiQ29sb3JcIjp7XCIkaWRcIjpcIjEzMVwiLFwiQVwiOjI1NSxcIlJcIjowLFwiR1wiOjkyLFwiQlwiOjE0MX19LFwiSXNWaXNpYmxlXCI6dHJ1ZSxcIldpZHRoXCI6MTMuMCxcIkhlaWdodFwiOjEzLjAsXCJCb3JkZXJTdHlsZVwiOntcIiRpZFwiOlwiMTMyXCIsXCJMaW5lU3R5bGVcIjp7XCIkaWRcIjpcIjEzM1wiLFwiTGluZUNvbG9yXCI6e1wiJGlkXCI6XCIxMzRcIixcIkNvbG9yXCI6e1wiJGlkXCI6XCIxMzVcIixcIkFcIjoyNTUsXCJSXCI6MjM0LFwiR1wiOjIyLFwiQlwiOjMwfX0sXCJMaW5lV2VpZ2h0XCI6MC4wLFwiTGluZVR5cGVcIjowfSxcIklzVmlzaWJsZVwiOmZhbHNlfX0sXCJUaXRsZVN0eWxlXCI6e1wiJGlkXCI6XCIxMzZcIixcIkZvbnRTZXR0aW5nc1wiOntcIiRpZFwiOlwiMTM3XCIsXCJGb250U2l6ZVwiOjExLFwiRm9udE5hbWVcIjpcIkNhbGlicmlcIixcIklzQm9sZFwiOnRydWUsXCJJc0l0YWxpY1wiOmZhbHNlLFwiSXNVbmRlcmxpbmVkXCI6ZmFsc2V9LFwiRm9yZWdyb3VuZFwiOntcIiRpZFwiOlwiMTM4XCIsXCJDb2xvclwiOntcIiRpZFwiOlwiMTM5XCIsXCJBXCI6MjU1LFwiUlwiOjAsXCJHXCI6MCxcIkJcIjowfX0sXCJIb3Jpem9udGFsQWxpZ25tZW50XCI6MCxcIklzVmlzaWJsZVwiOnRydWV9LFwiRGF0ZVN0eWxlXCI6e1wiJGlkXCI6XCIxNDBcIixcIkZvbnRTZXR0aW5nc1wiOntcIiRpZFwiOlwiMTQxXCIsXCJGb250U2l6ZVwiOjEwLFwiRm9udE5hbWVcIjpcIkNhbGlicmlcIixcIklzQm9sZFwiOmZhbHNlLFwiSXNJdGFsaWNcIjpmYWxzZSxcIklzVW5kZXJsaW5lZFwiOmZhbHNlfSxcIkZvcmVncm91bmRcIjp7XCIkaWRcIjpcIjE0MlwiLFwiQ29sb3JcIjp7XCIkaWRcIjpcIjE0M1wiLFwiQVwiOjI1NSxcIlJcIjo2OCxcIkdcIjo4NCxcIkJcIjoxMDZ9fSxcIkhvcml6b250YWxBbGlnbm1lbnRcIjowLFwiSXNWaXNpYmxlXCI6dHJ1ZX0sXCJEYXRlRm9ybWF0XCI6e1wiJGlkXCI6XCIxND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TQ1XCIsXCJGb3JtYXRcIjowLFwiSXNWaXNpYmxlXCI6ZmFsc2UsXCJMYXN0S25vd25WaXNpYmlsaXR5U3RhdGVcIjpmYWxzZX0sXCJWYXJpYW5jZVN0eWxlXCI6e1wiJGlkXCI6XCIxNDZcIixcIlZhcmlhbmNlVGV4dFN0eWxlXCI6e1wiJGlkXCI6XCIxNDdcIixcIkZvbnRTZXR0aW5nc1wiOntcIiRpZFwiOlwiMTQ4XCIsXCJGb250U2l6ZVwiOjEwLFwiRm9udE5hbWVcIjpcIkNhbGlicmlcIixcIklzQm9sZFwiOmZhbHNlLFwiSXNJdGFsaWNcIjpmYWxzZSxcIklzVW5kZXJsaW5lZFwiOmZhbHNlfSxcIkZvcmVncm91bmRcIjp7XCIkaWRcIjpcIjE0OVwiLFwiQ29sb3JcIjp7XCIkaWRcIjpcIjE1MFwiLFwiQVwiOjI1NSxcIlJcIjowLFwiR1wiOjAsXCJCXCI6MH19LFwiSG9yaXpvbnRhbEFsaWdubWVudFwiOjAsXCJJc1Zpc2libGVcIjpmYWxzZX19fSxcIlN3aW1sYW5lVjJTdHlsZVwiOntcIiRpZFwiOlwiMTUxXCIsXCJTdHlsZUlkXCI6XCI3MDYwODE0Yy1mYmIyLTRhNjYtOTA3Zi04NzFkNGQ5Zjc3Y2ZcIixcIk5hbWVcIjpcIlN3aW1sYW5lIFN0eWxlIDFcIixcIkhlYWRlclN0eWxlXCI6e1wiJGlkXCI6XCIxNTJcIixcIlRleHRTdHlsZVwiOntcIiRpZFwiOlwiMTUzXCIsXCJGb250U2V0dGluZ3NcIjp7XCIkaWRcIjpcIjE1NFwiLFwiRm9udFNpemVcIjoxMixcIkZvbnROYW1lXCI6XCJDYWxpYnJpXCIsXCJJc0JvbGRcIjpmYWxzZSxcIklzSXRhbGljXCI6ZmFsc2UsXCJJc1VuZGVybGluZWRcIjpmYWxzZX0sXCJGb3JlZ3JvdW5kXCI6e1wiJGlkXCI6XCIxNTVcIixcIkNvbG9yXCI6e1wiJGlkXCI6XCIxNTZcIixcIkFcIjoyNTUsXCJSXCI6MjU1LFwiR1wiOjI1NSxcIkJcIjoyNTV9fSxcIkhvcml6b250YWxBbGlnbm1lbnRcIjowLFwiSXNWaXNpYmxlXCI6dHJ1ZX0sXCJSZWN0YW5nbGVTdHlsZVwiOntcIiRpZFwiOlwiMTU3XCIsXCJNYXJnaW5cIjp7XCIkaWRcIjpcIjE1OFwiLFwiVG9wXCI6MC4wLFwiTGVmdFwiOjAuMCxcIlJpZ2h0XCI6MC4wLFwiQm90dG9tXCI6MC4wfSxcIlBhZGRpbmdcIjp7XCIkaWRcIjpcIjE1OVwiLFwiVG9wXCI6MC4wLFwiTGVmdFwiOjAuMCxcIlJpZ2h0XCI6MC4wLFwiQm90dG9tXCI6MC4wfSxcIkJhY2tncm91bmRcIjp7XCIkaWRcIjpcIjE2MFwiLFwiQ29sb3JcIjp7XCIkaWRcIjpcIjE2MVwiLFwiQVwiOjI1NSxcIlJcIjo3OCxcIkdcIjo5MSxcIkJcIjo5N319LFwiSXNWaXNpYmxlXCI6dHJ1ZSxcIldpZHRoXCI6MC4wLFwiSGVpZ2h0XCI6MC4wLFwiQm9yZGVyU3R5bGVcIjp7XCIkaWRcIjpcIjE2MlwiLFwiTGluZVN0eWxlXCI6e1wiJGlkXCI6XCIxNjNcIixcIkxpbmVDb2xvclwiOntcIiRpZFwiOlwiMTY0XCIsXCJDb2xvclwiOntcIiRpZFwiOlwiMTY1XCIsXCJBXCI6MjU1LFwiUlwiOjI1NSxcIkdcIjowLFwiQlwiOjB9fSxcIkxpbmVXZWlnaHRcIjowLjAsXCJMaW5lVHlwZVwiOjB9LFwiSXNWaXNpYmxlXCI6ZmFsc2V9fX0sXCJCYWNrZ3JvdW5k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1MSxcIlJcIjoxMTUsXCJHXCI6MTE1LFwiQlwiOjExNX19LFwiSXNWaXNpYmxlXCI6dHJ1ZSxcIldpZHRoXCI6MC4wLFwiSGVpZ2h0XCI6MC4wLFwiQm9yZGVyU3R5bGVcIjp7XCIkaWRcIjpcIjE3MVwiLFwiTGluZVN0eWxlXCI6e1wiJGlkXCI6XCIxNzJcIixcIkxpbmVDb2xvclwiOntcIiRpZFwiOlwiMTczXCIsXCJDb2xvclwiOntcIiRpZFwiOlwiMTc0XCIsXCJBXCI6MjU1LFwiUlwiOjIzNCxcIkdcIjoyMixcIkJcIjozMH19LFwiTGluZVdlaWdodFwiOjAuMCxcIkxpbmVUeXBlXCI6MH0sXCJJc1Zpc2libGVcIjpmYWxzZX19LFwiSXNBYm92ZVRpbWViYW5kXCI6ZmFsc2UsXCJTcGFjaW5nXCI6MSxcIkRlZmF1bHRTd2ltbGFuZUFjdGl2aXR5U3R5bGVcIjp7XCIkaWRcIjpcIjE3NVwiLFwiSGVhZGVyU3R5bGVcIjp7XCIkaWRcIjpcIjE3NlwiLFwiVGV4dFN0eWxlXCI6e1wiJGlkXCI6XCIxNzdcIixcIkZvbnRTZXR0aW5nc1wiOntcIiRpZFwiOlwiMTc4XCIsXCJGb250U2l6ZVwiOjExLFwiRm9udE5hbWVcIjpcIkNhbGlicmlcIixcIklzQm9sZFwiOmZhbHNlLFwiSXNJdGFsaWNcIjpmYWxzZSxcIklzVW5kZXJsaW5lZFwiOmZhbHNlfSxcIkZvcmVncm91bmRcIjp7XCIkaWRcIjpcIjE3OVwiLFwiQ29sb3JcIjp7XCIkaWRcIjpcIjE4MFwiLFwiQVwiOjI1NSxcIlJcIjowLFwiR1wiOjAsXCJCXCI6MH19LFwiSG9yaXpvbnRhbEFsaWdubWVudFwiOjAsXCJJc1Zpc2libGVcIjp0cnVlfSxcIlJlY3RhbmdsZVN0eWxlXCI6e1wiJGlkXCI6XCIxODFcIixcIk1hcmdpblwiOntcIiRpZFwiOlwiMTgyXCIsXCJUb3BcIjowLjAsXCJMZWZ0XCI6MC4wLFwiUmlnaHRcIjowLjAsXCJCb3R0b21cIjowLjB9LFwiUGFkZGluZ1wiOntcIiRpZFwiOlwiMTgzXCIsXCJUb3BcIjowLjAsXCJMZWZ0XCI6MC4wLFwiUmlnaHRcIjowLjAsXCJCb3R0b21cIjowLjB9LFwiQmFja2dyb3VuZFwiOntcIiRpZFwiOlwiMTg0XCIsXCJDb2xvclwiOntcIiRpZFwiOlwiMTg1XCIsXCJBXCI6NjMsXCJSXCI6NzgsXCJHXCI6OTEsXCJCXCI6OTd9fSxcIklzVmlzaWJsZVwiOnRydWUsXCJXaWR0aFwiOjAuMCxcIkhlaWdodFwiOjAuMCxcIkJvcmRlclN0eWxlXCI6e1wiJGlkXCI6XCIxODZcIixcIkxpbmVTdHlsZVwiOntcIiRpZFwiOlwiMTg3XCIsXCJMaW5lQ29sb3JcIjp7XCIkaWRcIjpcIjE4OFwiLFwiQ29sb3JcIjp7XCIkaWRcIjpcIjE4OVwiLFwiQVwiOjI1NSxcIlJcIjoyNTUsXCJHXCI6MCxcIkJcIjowfX0sXCJMaW5lV2VpZ2h0XCI6MC4wLFwiTGluZVR5cGVcIjowfSxcIklzVmlzaWJsZVwiOmZhbHNlfX19LFwiQmFja2dyb3VuZFN0eWxlXCI6e1wiJGlkXCI6XCIxOTBcIixcIk1hcmdpblwiOntcIiRpZFwiOlwiMTkxXCIsXCJUb3BcIjowLjAsXCJMZWZ0XCI6MC4wLFwiUmlnaHRcIjowLjAsXCJCb3R0b21cIjowLjB9LFwiUGFkZGluZ1wiOntcIiRpZFwiOlwiMTkyXCIsXCJUb3BcIjowLjAsXCJMZWZ0XCI6MC4wLFwiUmlnaHRcIjowLjAsXCJCb3R0b21cIjowLjB9LFwiQmFja2dyb3VuZFwiOntcIiRpZFwiOlwiMTkzXCIsXCJDb2xvclwiOntcIiRpZFwiOlwiMTk0XCIsXCJBXCI6NTEsXCJSXCI6MTE1LFwiR1wiOjExNSxcIkJcIjoxMTV9fSxcIklzVmlzaWJsZVwiOnRydWUsXCJXaWR0aFwiOjAuMCxcIkhlaWdodFwiOjAuMCxcIkJvcmRlclN0eWxlXCI6e1wiJGlkXCI6XCIxOTVcIixcIkxpbmVTdHlsZVwiOntcIiRpZFwiOlwiMTk2XCIsXCJMaW5lQ29sb3JcIjp7XCIkaWRcIjpcIjE5N1wiLFwiQ29sb3JcIjp7XCIkaWRcIjpcIjE5OFwiLFwiQVwiOjI1NSxcIlJcIjoyMzQsXCJHXCI6MjIsXCJCXCI6MzB9fSxcIkxpbmVXZWlnaHRcIjowLjAsXCJMaW5lVHlwZVwiOjB9LFwiSXNWaXNpYmxlXCI6ZmFsc2V9fX0sXCJEZWZhdWx0U3dpbWxhbmVNaWxlc3RvbmVTdHlsZVwiOntcIiRpZFwiOlwiMTk5XCIsXCJUaXRsZVBvc2l0aW9uXCI6MixcIkRhdGVQb3NpdGlvblwiOjAsXCJWYXJpYW5jZVBvc2l0aW9uXCI6MCxcIlNoYXBlVHlwZVwiOjIsXCJTaGFwZVNpemVcIjoxLFwiU3BhY2luZ1wiOjUsXCJTaGFwZVN0eWxlXCI6e1wiJGlkXCI6XCIyMDBcIixcIk1hcmdpblwiOntcIiRpZFwiOlwiMjAxXCIsXCJUb3BcIjowLjAsXCJMZWZ0XCI6MC4wLFwiUmlnaHRcIjowLjAsXCJCb3R0b21cIjowLjB9LFwiUGFkZGluZ1wiOntcIiRpZFwiOlwiMjAyXCIsXCJUb3BcIjowLjAsXCJMZWZ0XCI6MC4wLFwiUmlnaHRcIjowLjAsXCJCb3R0b21cIjowLjB9LFwiQmFja2dyb3VuZFwiOntcIiRpZFwiOlwiMjAzXCIsXCJDb2xvclwiOntcIiRpZFwiOlwiMjA0XCIsXCJBXCI6MjU1LFwiUlwiOjI2LFwiR1wiOjE3MCxcIkJcIjo2Nn19LFwiSXNWaXNpYmxlXCI6dHJ1ZSxcIldpZHRoXCI6MTMuMCxcIkhlaWdodFwiOjEz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nRydWUsXCJJc0l0YWxpY1wiOmZhbHNlLFwiSXNVbmRlcmxpbmVkXCI6ZmFsc2V9LFwiRm9yZWdyb3VuZFwiOntcIiRpZFwiOlwiMjExXCIsXCJDb2xvclwiOntcIiRpZFwiOlwiMjEyXCIsXCJBXCI6MjU1LFwiUlwiOjAsXCJHXCI6MCxcIkJcIjowfX0sXCJIb3Jpem9udGFsQWxpZ25tZW50XCI6MCxcIklzVmlzaWJsZVwiOnRydWV9LFwiRGF0ZVN0eWxlXCI6e1wiJGlkXCI6XCIyMTNcIixcIkZvbnRTZXR0aW5nc1wiOntcIiRpZFwiOlwiMjE0XCIsXCJGb250U2l6ZVwiOjEwLFwiRm9udE5hbWVcIjpcIkNhbGlicmlcIixcIklzQm9sZFwiOmZhbHNlLFwiSXNJdGFsaWNcIjpmYWxzZSxcIklzVW5kZXJsaW5lZFwiOmZhbHNlfSxcIkZvcmVncm91bmRcIjp7XCIkaWRcIjpcIjIxNVwiLFwiQ29sb3JcIjp7XCIkaWRcIjpcIjIxNlwiLFwiQVwiOjI1NSxcIlJcIjo2OCxcIkdcIjo4NCxcIkJcIjoxMDZ9fSxcIkhvcml6b250YWxBbGlnbm1lbnRcIjoyLFwiSXNWaXNpYmxlXCI6dHJ1ZX0sXCJEYXRlRm9ybWF0XCI6e1wiJGlkXCI6XCIyMTd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E4XCIsXCJGb3JtYXRcIjowLFwiSXNWaXNpYmxlXCI6ZmFsc2UsXCJMYXN0S25vd25WaXNpYmlsaXR5U3RhdGVcIjpmYWxzZX0sXCJWYXJpYW5jZVN0eWxlXCI6e1wiJGlkXCI6XCIyMTlcIixcIlZhcmlhbmNlVGV4dFN0eWxlXCI6e1wiJGlkXCI6XCIyMjBcIixcIkZvbnRTZXR0aW5nc1wiOntcIiRpZFwiOlwiMjIxXCIsXCJGb250U2l6ZVwiOjEwLFwiRm9udE5hbWVcIjpcIkNhbGlicmlcIixcIklzQm9sZFwiOmZhbHNlLFwiSXNJdGFsaWNcIjpmYWxzZSxcIklzVW5kZXJsaW5lZFwiOmZhbHNlfSxcIkZvcmVncm91bmRcIjp7XCIkaWRcIjpcIjIyMlwiLFwiQ29sb3JcIjp7XCIkaWRcIjpcIjIyM1wiLFwiQVwiOjI1NSxcIlJcIjowLFwiR1wiOjAsXCJCXCI6MH19LFwiSG9yaXpvbnRhbEFsaWdubWVudFwiOjAsXCJJc1Zpc2libGVcIjpmYWxzZX19fSxcIkRlZmF1bHRTd2ltbGFuZVRhc2tTdHlsZVwiOntcIiRpZFwiOlwiMjI0XCIsXCJTaGFwZVwiOjEsXCJTaGFwZVRoaWNrbmVzc1wiOjAsXCJEdXJhdGlvbkZvcm1hdFwiOjAsXCJQZXJjZW50YWdlQ29tcGxldGVUZXh0U3R5bGVcIjp7XCIkaWRcIjpcIjIyNVwiLFwiRm9udFNldHRpbmdzXCI6e1wiJGlkXCI6XCIyMjZcIixcIkZvbnRTaXplXCI6MTAsXCJGb250TmFtZVwiOlwiQ2FsaWJyaVwiLFwiSXNCb2xkXCI6ZmFsc2UsXCJJc0l0YWxpY1wiOmZhbHNlLFwiSXNVbmRlcmxpbmVkXCI6ZmFsc2V9LFwiRm9yZWdyb3VuZFwiOntcIiRpZFwiOlwiMjI3XCIsXCJDb2xvclwiOntcIiRpZFwiOlwiMjI4XCIsXCJBXCI6MjU1LFwiUlwiOjIzNyxcIkdcIjoxMjUsXCJCXCI6NDl9fSxcIkhvcml6b250YWxBbGlnbm1lbnRcIjowLFwiSXNWaXNpYmxlXCI6ZmFsc2V9LFwiUGVyY2VudGFnZUNvbXBsZXRlSGlnaGxpZ2h0U3R5bGVcIjp7XCIkaWRcIjpcIjIyOVwiLFwiQmFja2dyb3VuZFwiOntcIiRpZFwiOlwiMjMwXCIsXCJDb2xvclwiOntcIiRpZFwiOlwiMjMxXCIsXCJBXCI6ODksXCJSXCI6MCxcIkdcIjowLFwiQlwiOjB9fX0sXCJEdXJhdGlvblN0eWxlXCI6e1wiJGlkXCI6XCIyMzJcIixcIkZvbnRTZXR0aW5nc1wiOntcIiRpZFwiOlwiMjMzXCIsXCJGb250U2l6ZVwiOjEwLFwiRm9udE5hbWVcIjpcIkNhbGlicmlcIixcIklzQm9sZFwiOmZhbHNlLFwiSXNJdGFsaWNcIjpmYWxzZSxcIklzVW5kZXJsaW5lZFwiOmZhbHNlfSxcIkZvcmVncm91bmRcIjp7XCIkaWRcIjpcIjIzNFwiLFwiQ29sb3JcIjp7XCIkaWRcIjpcIjIzNVwiLFwiQVwiOjI1NSxcIlJcIjoyMzcsXCJHXCI6MTI1LFwiQlwiOjQ5fX0sXCJIb3Jpem9udGFsQWxpZ25tZW50XCI6MCxcIklzVmlzaWJsZVwiOmZhbHNlfSxcIk1hcmdpblwiOntcIiRpZFwiOlwiMjM2XCIsXCJUb3BcIjowLjAsXCJMZWZ0XCI6MC4wLFwiUmlnaHRcIjowLjAsXCJCb3R0b21cIjowLjB9LFwiU3RhcnREYXRlUG9zaXRpb25cIjowLFwiRW5kRGF0ZVBvc2l0aW9uXCI6MCxcIlRpdGxlUG9zaXRpb25cIjo0LFwiRHVyYXRpb25Qb3NpdGlvblwiOjAsXCJQZXJjZW50YWdlQ29tcGxldGVkUG9zaXRpb25cIjowLFwiVmFyaWFuY2VQb3NpdGlvblwiOjIsXCJTcGFjaW5nXCI6MyxcIkJhc2VsaW5lU3R5bGVcIjp7XCIkaWRcIjpcIjIzN1wiLFwiQmFzZWxpbmVTaGFwZVN0eWxlXCI6e1wiJGlkXCI6XCIyMzhcIixcIk1hcmdpblwiOntcIiRpZFwiOlwiMjM5XCIsXCJUb3BcIjowLjAsXCJMZWZ0XCI6MC4wLFwiUmlnaHRcIjowLjAsXCJCb3R0b21cIjowLjB9LFwiUGFkZGluZ1wiOntcIiRpZFwiOlwiMjQwXCIsXCJUb3BcIjowLjAsXCJMZWZ0XCI6MC4wLFwiUmlnaHRcIjowLjAsXCJCb3R0b21cIjowLjB9LFwiQmFja2dyb3VuZFwiOntcIiRpZFwiOlwiMjQxXCIsXCJDb2xvclwiOntcIiRpZFwiOlwiMjQyXCIsXCJBXCI6MTUzLFwiUlwiOjAsXCJHXCI6MCxcIkJcIjowfX0sXCJJc1Zpc2libGVcIjpmYWxzZSxcIldpZHRoXCI6MC4wLFwiSGVpZ2h0XCI6MC4wLFwiQm9yZGVyU3R5bGVcIjp7XCIkaWRcIjpcIjI0M1wiLFwiTGluZVN0eWxlXCI6e1wiJGlkXCI6XCIyNDRcIixcIkxpbmVDb2xvclwiOntcIiRpZFwiOlwiMjQ1XCIsXCJDb2xvclwiOntcIiRpZFwiOlwiMjQ2XCIsXCJBXCI6MjU1LFwiUlwiOjI1NSxcIkdcIjowLFwiQlwiOjB9fSxcIkxpbmVXZWlnaHRcIjoyLjAsXCJMaW5lVHlwZVwiOjB9LFwiSXNWaXNpYmxlXCI6ZmFsc2V9fX0sXCJTaGFwZVN0eWxlXCI6e1wiJGlkXCI6XCIyNDdcIixcIk1hcmdpblwiOntcIiRpZFwiOlwiMjQ4XCIsXCJUb3BcIjowLjAsXCJMZWZ0XCI6NC4wLFwiUmlnaHRcIjo0LjAsXCJCb3R0b21cIjowLjB9LFwiUGFkZGluZ1wiOntcIiRpZFwiOlwiMjQ5XCIsXCJUb3BcIjowLjAsXCJMZWZ0XCI6MC4wLFwiUmlnaHRcIjowLjAsXCJCb3R0b21cIjowLjB9LFwiQmFja2dyb3VuZFwiOntcIiRpZFwiOlwiMjUwXCIsXCJDb2xvclwiOntcIiRpZFwiOlwiMjUxXCIsXCJBXCI6MjU1LFwiUlwiOjI2LFwiR1wiOjE3MCxcIkJcIjo2Nn19LFwiSXNWaXNpYmxlXCI6dHJ1ZSxcIldpZHRoXCI6MC4wLFwiSGVpZ2h0XCI6MTAuMCxcIkJvcmRlclN0eWxlXCI6e1wiJGlkXCI6XCIyNTJcIixcIkxpbmVTdHlsZVwiOntcIiRpZFwiOlwiMjUzXCIsXCJMaW5lQ29sb3JcIjp7XCIkaWRcIjpcIjI1NFwiLFwiQ29sb3JcIjp7XCIkaWRcIjpcIjI1NVwiLFwiQVwiOjI1NSxcIlJcIjoyMzQsXCJHXCI6MjIsXCJCXCI6MzB9fSxcIkxpbmVXZWlnaHRcIjoyLjAsXCJMaW5lVHlwZVwiOjB9LFwiSXNWaXNpYmxlXCI6ZmFsc2V9fSxcIlRpdGxlU3R5bGVcIjp7XCIkaWRcIjpcIjI1NlwiLFwiRm9udFNldHRpbmdzXCI6e1wiJGlkXCI6XCIyNTdcIixcIkZvbnRTaXplXCI6MTEsXCJGb250TmFtZVwiOlwiQ2FsaWJyaVwiLFwiSXNCb2xkXCI6dHJ1ZSxcIklzSXRhbGljXCI6ZmFsc2UsXCJJc1VuZGVybGluZWRcIjpmYWxzZX0sXCJGb3JlZ3JvdW5kXCI6e1wiJGlkXCI6XCIyNThcIixcIkNvbG9yXCI6e1wiJGlkXCI6XCIyNTlcIixcIkFcIjoyNTUsXCJSXCI6MCxcIkdcIjowLFwiQlwiOjB9fSxcIkhvcml6b250YWxBbGlnbm1lbnRcIjowLFwiSXNWaXNpYmxlXCI6dHJ1ZX0sXCJEYXRlU3R5bGVcIjp7XCIkaWRcIjpcIjI2MFwiLFwiRm9udFNldHRpbmdzXCI6e1wiJGlkXCI6XCIyNjFcIixcIkZvbnRTaXplXCI6MTAsXCJGb250TmFtZVwiOlwiQ2FsaWJyaVwiLFwiSXNCb2xkXCI6ZmFsc2UsXCJJc0l0YWxpY1wiOmZhbHNlLFwiSXNVbmRlcmxpbmVkXCI6ZmFsc2V9LFwiRm9yZWdyb3VuZFwiOntcIiRpZFwiOlwiMjYyXCIsXCJDb2xvclwiOntcIiRpZFwiOlwiMjYzXCIsXCJBXCI6MjU1LFwiUlwiOjY4LFwiR1wiOjg0LFwiQlwiOjEwNn19LFwiSG9yaXpvbnRhbEFsaWdubWVudFwiOjAsXCJJc1Zpc2libGVcIjpmYWxzZX0sXCJEYXRlRm9ybWF0XCI6e1wiJGlkXCI6XCIyNjR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Y1XCIsXCJGb3JtYXRcIjowLFwiSXNWaXNpYmxlXCI6ZmFsc2UsXCJMYXN0S25vd25WaXNpYmlsaXR5U3RhdGVcIjpmYWxzZX0sXCJWYXJpYW5jZVN0eWxlXCI6e1wiJGlkXCI6XCIyNjZcIixcIlZhcmlhbmNlVGV4dFN0eWxlXCI6e1wiJGlkXCI6XCIyNjdcIixcIkZvbnRTZXR0aW5nc1wiOntcIiRpZFwiOlwiMjY4XCIsXCJGb250U2l6ZVwiOjEwLFwiRm9udE5hbWVcIjpcIkNhbGlicmlcIixcIklzQm9sZFwiOmZhbHNlLFwiSXNJdGFsaWNcIjpmYWxzZSxcIklzVW5kZXJsaW5lZFwiOmZhbHNlfSxcIkZvcmVncm91bmRcIjp7XCIkaWRcIjpcIjI2OVwiLFwiQ29sb3JcIjp7XCIkaWRcIjpcIjI3MFwiLFwiQVwiOjI1NSxcIlJcIjowLFwiR1wiOjAsXCJCXCI6MH19LFwiSG9yaXpvbnRhbEFsaWdubWVudFwiOjAsXCJJc1Zpc2libGVcIjpmYWxzZX19fSxcIkRlZmF1bHRTd2ltbGFuZU1vdFN0eWxlXCI6e1wiJGlkXCI6XCIyNzFcIixcIlNoYXBlXCI6MixcIlNoYXBlU2l6ZVwiOjEsXCJEZXRhaWxzU3BhY2luZ1wiOjAuMCxcIlBhZGRpbmdcIjp7XCIkaWRcIjpcIjI3MlwiLFwiVG9wXCI6NS4wLFwiTGVmdFwiOjMuMCxcIlJpZ2h0XCI6MC4wLFwiQm90dG9tXCI6Mi4wfSxcIlBvc2l0aW9uT25UYXNrXCI6MSxcIlNoYXBlU3R5bGVcIjp7XCIkaWRcIjpcIjI3M1wiLFwiTWFyZ2luXCI6e1wiJGlkXCI6XCIyNzRcIixcIlRvcFwiOjAuMCxcIkxlZnRcIjowLjAsXCJSaWdodFwiOjAuMCxcIkJvdHRvbVwiOjAuMH0sXCJQYWRkaW5nXCI6e1wiJGlkXCI6XCIyNzVcIixcIlRvcFwiOjAuMCxcIkxlZnRcIjowLjAsXCJSaWdodFwiOjAuMCxcIkJvdHRvbVwiOjAuMH0sXCJCYWNrZ3JvdW5kXCI6e1wiJGlkXCI6XCIyNzZcIixcIkNvbG9yXCI6e1wiJGlkXCI6XCIyNzdcIixcIkFcIjoyNTUsXCJSXCI6NzgsXCJHXCI6OTEsXCJCXCI6OTd9fSxcIklzVmlzaWJsZVwiOnRydWUsXCJXaWR0aFwiOjEzLjAsXCJIZWlnaHRcIjoxMy4wLFwiQm9yZGVyU3R5bGVcIjp7XCIkaWRcIjpcIjI3OFwiLFwiTGluZVN0eWxlXCI6e1wiJGlkXCI6XCIyNzlcIixcIkxpbmVDb2xvclwiOntcIiRpZFwiOlwiMjgwXCIsXCJDb2xvclwiOntcIiRpZFwiOlwiMjgxXCIsXCJBXCI6MjU1LFwiUlwiOjIzNCxcIkdcIjoyMixcIkJcIjozMH19LFwiTGluZVdlaWdodFwiOjAuMCxcIkxpbmVUeXBlXCI6MH0sXCJJc1Zpc2libGVcIjpmYWxzZX19LFwiVGl0bGVTdHlsZVwiOntcIiRpZFwiOlwiMjgyXCIsXCJGb250U2V0dGluZ3NcIjp7XCIkaWRcIjpcIjI4M1wiLFwiRm9udFNpemVcIjoxMSxcIkZvbnROYW1lXCI6XCJDYWxpYnJpXCIsXCJJc0JvbGRcIjp0cnVlLFwiSXNJdGFsaWNcIjpmYWxzZSxcIklzVW5kZXJsaW5lZFwiOmZhbHNlfSxcIkZvcmVncm91bmRcIjp7XCIkaWRcIjpcIjI4NFwiLFwiQ29sb3JcIjp7XCIkaWRcIjpcIjI4NVwiLFwiQVwiOjI1NSxcIlJcIjowLFwiR1wiOjAsXCJCXCI6MH19LFwiSG9yaXpvbnRhbEFsaWdubWVudFwiOjAsXCJJc1Zpc2libGVcIjp0cnVlfSxcIkRhdGVTdHlsZVwiOntcIiRpZFwiOlwiMjg2XCIsXCJGb250U2V0dGluZ3NcIjp7XCIkaWRcIjpcIjI4N1wiLFwiRm9udFNpemVcIjoxMCxcIkZvbnROYW1lXCI6XCJDYWxpYnJpXCIsXCJJc0JvbGRcIjpmYWxzZSxcIklzSXRhbGljXCI6ZmFsc2UsXCJJc1VuZGVybGluZWRcIjpmYWxzZX0sXCJGb3JlZ3JvdW5kXCI6e1wiJGlkXCI6XCIyODhcIixcIkNvbG9yXCI6e1wiJGlkXCI6XCIyODlcIixcIkFcIjoyNTUsXCJSXCI6NjgsXCJHXCI6ODQsXCJCXCI6MTA2fX0sXCJIb3Jpem9udGFsQWxpZ25tZW50XCI6MCxcIklzVmlzaWJsZVwiOnRydWV9LFwiRGF0ZUZvcm1hdFwiOntcIiRpZFwiOlwiMjk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5MVwiLFwiRm9ybWF0XCI6MCxcIklzVmlzaWJsZVwiOmZhbHNlLFwiTGFzdEtub3duVmlzaWJpbGl0eVN0YXRlXCI6ZmFsc2V9LFwiVmFyaWFuY2VTdHlsZVwiOntcIiRpZFwiOlwiMjkyXCIsXCJWYXJpYW5jZVRleHRTdHlsZVwiOntcIiRpZFwiOlwiMjkzXCIsXCJGb250U2V0dGluZ3NcIjp7XCIkaWRcIjpcIjI5NFwiLFwiRm9udFNpemVcIjoxMCxcIkZvbnROYW1lXCI6XCJDYWxpYnJpXCIsXCJJc0JvbGRcIjpmYWxzZSxcIklzSXRhbGljXCI6ZmFsc2UsXCJJc1VuZGVybGluZWRcIjpmYWxzZX0sXCJGb3JlZ3JvdW5kXCI6e1wiJGlkXCI6XCIyOTVcIixcIkNvbG9yXCI6e1wiJGlkXCI6XCIyOTZcIixcIkFcIjoyNTUsXCJSXCI6MCxcIkdcIjowLFwiQlwiOjB9fSxcIkhvcml6b250YWxBbGlnbm1lbnRcIjowLFwiSXNWaXNpYmxlXCI6ZmFsc2V9fX19LFwiX2FkZGl0aW9uYWxTd2ltbGFuZVYyU3R5bGVzXCI6W3tcIiRpZFwiOlwiMjk3XCIsXCJTdHlsZUlkXCI6XCIxMGUxNTgyMC02OGZlLTQ5MGUtYmIwOC1kODE4Y2NhNTBkNmNcIixcIk5hbWVcIjpcIlN3aW1sYW5lIFN0eWxlIDJcIixcIkhlYWRlclN0eWxlXCI6e1wiJGlkXCI6XCIyOThcIixcIlRleHRTdHlsZVwiOntcIiRpZFwiOlwiMjk5XCIsXCJGb250U2V0dGluZ3NcIjp7XCIkaWRcIjpcIjMwMFwiLFwiRm9udFNpemVcIjoxMixcIkZvbnROYW1lXCI6XCJDYWxpYnJpXCIsXCJJc0JvbGRcIjpmYWxzZSxcIklzSXRhbGljXCI6ZmFsc2UsXCJJc1VuZGVybGluZWRcIjpmYWxzZX0sXCJGb3JlZ3JvdW5kXCI6e1wiJGlkXCI6XCIzMDFcIixcIkNvbG9yXCI6e1wiJGlkXCI6XCIzMDJcIixcIkFcIjoyNTUsXCJSXCI6MjU1LFwiR1wiOjI1NSxcIkJcIjoyNTV9fSxcIkhvcml6b250YWxBbGlnbm1lbnRcIjow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wLFwiR1wiOjEzMyxcIkJcIjoxNDB9fSxcIklzVmlzaWJsZVwiOnRydWUsXCJXaWR0aFwiOjAuMCxcIkhlaWdodFwiOjAuMCxcIkJvcmRlclN0eWxlXCI6e1wiJGlkXCI6XCIzMDhcIixcIkxpbmVTdHlsZVwiOntcIiRpZFwiOlwiMzA5XCIsXCJMaW5lQ29sb3JcIjp7XCIkaWRcIjpcIjMxMFwiLFwiQ29sb3JcIjp7XCIkaWRcIjpcIjMxMVwiLFwiQVwiOjI1NSxcIlJcIjoyNTUsXCJHXCI6MCxcIkJcIjowfX0sXCJMaW5lV2VpZ2h0XCI6MC4wLFwiTGluZVR5cGVcIjowfSxcIklzVmlzaWJsZVwiOmZhbHNlfX19LFwiQmFja2dyb3VuZFN0eWxlXCI6e1wiJGlkXCI6XCIzMTJcIixcIk1hcmdpblwiOntcIiRpZFwiOlwiMzEzXCIsXCJUb3BcIjowLjAsXCJMZWZ0XCI6MC4wLFwiUmlnaHRcIjowLjAsXCJCb3R0b21cIjowLjB9LFwiUGFkZGluZ1wiOntcIiRpZFwiOlwiMzE0XCIsXCJUb3BcIjowLjAsXCJMZWZ0XCI6MC4wLFwiUmlnaHRcIjowLjAsXCJCb3R0b21cIjowLjB9LFwiQmFja2dyb3VuZFwiOntcIiRpZFwiOlwiMzE1XCIsXCJDb2xvclwiOntcIiRpZFwiOlwiMzE2XCIsXCJBXCI6NTEsXCJSXCI6MTE1LFwiR1wiOjExNSxcIkJcIjoxMTV9fSxcIklzVmlzaWJsZVwiOnRydWUsXCJXaWR0aFwiOjAuMCxcIkhlaWdodFwiOjAuMCxcIkJvcmRlclN0eWxlXCI6e1wiJGlkXCI6XCIzMTdcIixcIkxpbmVTdHlsZVwiOntcIiRpZFwiOlwiMzE4XCIsXCJMaW5lQ29sb3JcIjp7XCIkaWRcIjpcIjMxOVwiLFwiQ29sb3JcIjp7XCIkaWRcIjpcIjMyMFwiLFwiQVwiOjI1NSxcIlJcIjoyMzQsXCJHXCI6MjIsXCJCXCI6MzB9fSxcIkxpbmVXZWlnaHRcIjowLjAsXCJMaW5lVHlwZVwiOjB9LFwiSXNWaXNpYmxlXCI6ZmFsc2V9fSxcIklzQWJvdmVUaW1lYmFuZFwiOmZhbHNlLFwiU3BhY2luZ1wiOjMsXCJEZWZhdWx0U3dpbWxhbmVBY3Rpdml0eVN0eWxlXCI6e1wiJGlkXCI6XCIzMjFcIixcIkhlYWRlclN0eWxlXCI6e1wiJGlkXCI6XCIzMjJcIixcIlRleHRTdHlsZVwiOntcIiRpZFwiOlwiMzIzXCIsXCJGb250U2V0dGluZ3NcIjp7XCIkaWRcIjpcIjMyNFwiLFwiRm9udFNpemVcIjoxMSxcIkZvbnROYW1lXCI6XCJDYWxpYnJpXCIsXCJJc0JvbGRcIjpmYWxzZSxcIklzSXRhbGljXCI6ZmFsc2UsXCJJc1VuZGVybGluZWRcIjpmYWxzZX0sXCJGb3JlZ3JvdW5kXCI6e1wiJGlkXCI6XCIzMjVcIixcIkNvbG9yXCI6e1wiJGlkXCI6XCIzMjZcIixcIkFcIjoyNTUsXCJSXCI6MCxcIkdcIjowLFwiQlwiOjB9fSxcIkhvcml6b250YWxBbGlnbm1lbnRcIjowLFwiSXNWaXNpYmxlXCI6dHJ1ZX0sXCJSZWN0YW5nbGVTdHlsZVwiOntcIiRpZFwiOlwiMzI3XCIsXCJNYXJnaW5cIjp7XCIkaWRcIjpcIjMyOFwiLFwiVG9wXCI6MC4wLFwiTGVmdFwiOjAuMCxcIlJpZ2h0XCI6MC4wLFwiQm90dG9tXCI6MC4wfSxcIlBhZGRpbmdcIjp7XCIkaWRcIjpcIjMyOVwiLFwiVG9wXCI6MC4wLFwiTGVmdFwiOjAuMCxcIlJpZ2h0XCI6MC4wLFwiQm90dG9tXCI6MC4wfSxcIkJhY2tncm91bmRcIjp7XCIkaWRcIjpcIjMzMFwiLFwiQ29sb3JcIjp7XCIkaWRcIjpcIjMzMVwiLFwiQVwiOjYzLFwiUlwiOjAsXCJHXCI6MTMzLFwiQlwiOjE0MH19LFwiSXNWaXNpYmxlXCI6dHJ1ZSxcIldpZHRoXCI6MC4wLFwiSGVpZ2h0XCI6MC4wLFwiQm9yZGVyU3R5bGVcIjp7XCIkaWRcIjpcIjMzMlwiLFwiTGluZVN0eWxlXCI6e1wiJGlkXCI6XCIzMzNcIixcIkxpbmVDb2xvclwiOntcIiRpZFwiOlwiMzM0XCIsXCJDb2xvclwiOntcIiRpZFwiOlwiMzM1XCIsXCJBXCI6MjU1LFwiUlwiOjI1NSxcIkdcIjowLFwiQlwiOjB9fSxcIkxpbmVXZWlnaHRcIjowLjAsXCJMaW5lVHlwZVwiOjB9LFwiSXNWaXNpYmxlXCI6ZmFsc2V9fX0sXCJCYWNrZ3JvdW5kU3R5bGVcIjp7XCIkaWRcIjpcIjMzNlwiLFwiTWFyZ2luXCI6e1wiJGlkXCI6XCIzMzdcIixcIlRvcFwiOjAuMCxcIkxlZnRcIjowLjAsXCJSaWdodFwiOjAuMCxcIkJvdHRvbVwiOjAuMH0sXCJQYWRkaW5nXCI6e1wiJGlkXCI6XCIzMzhcIixcIlRvcFwiOjAuMCxcIkxlZnRcIjowLjAsXCJSaWdodFwiOjAuMCxcIkJvdHRvbVwiOjAuMH0sXCJCYWNrZ3JvdW5kXCI6e1wiJGlkXCI6XCIzMzlcIixcIkNvbG9yXCI6e1wiJGlkXCI6XCIzNDBcIixcIkFcIjo1MSxcIlJcIjoxMTUsXCJHXCI6MTE1LFwiQlwiOjExNX19LFwiSXNWaXNpYmxlXCI6dHJ1ZSxcIldpZHRoXCI6MC4wLFwiSGVpZ2h0XCI6MC4wLFwiQm9yZGVyU3R5bGVcIjp7XCIkaWRcIjpcIjM0MVwiLFwiTGluZVN0eWxlXCI6e1wiJGlkXCI6XCIzNDJcIixcIkxpbmVDb2xvclwiOntcIiRpZFwiOlwiMzQzXCIsXCJDb2xvclwiOntcIiRpZFwiOlwiMzQ0XCIsXCJBXCI6MjU1LFwiUlwiOjIzNCxcIkdcIjoyMixcIkJcIjozMH19LFwiTGluZVdlaWdodFwiOjAuMCxcIkxpbmVUeXBlXCI6MH0sXCJJc1Zpc2libGVcIjpmYWxzZX19fSxcIkRlZmF1bHRTd2ltbGFuZU1pbGVzdG9uZVN0eWxlXCI6e1wiJGlkXCI6XCIzNDVcIixcIlRpdGxlUG9zaXRpb25cIjoyLFwiRGF0ZVBvc2l0aW9uXCI6MCxcIlZhcmlhbmNlUG9zaXRpb25cIjowLFwiU2hhcGVUeXBlXCI6MixcIlNoYXBlU2l6ZVwiOjEsXCJTcGFjaW5nXCI6NSxcIlNoYXBlU3R5bGVcIjp7XCIkaWRcIjpcIjM0NlwiLFwiTWFyZ2luXCI6e1wiJGlkXCI6XCIzNDdcIixcIlRvcFwiOjAuMCxcIkxlZnRcIjowLjAsXCJSaWdodFwiOjAuMCxcIkJvdHRvbVwiOjAuMH0sXCJQYWRkaW5nXCI6e1wiJGlkXCI6XCIzNDhcIixcIlRvcFwiOjAuMCxcIkxlZnRcIjowLjAsXCJSaWdodFwiOjAuMCxcIkJvdHRvbVwiOjAuMH0sXCJCYWNrZ3JvdW5kXCI6e1wiJGlkXCI6XCIzNDlcIixcIkNvbG9yXCI6e1wiJGlkXCI6XCIzNTBcIixcIkFcIjoyNTUsXCJSXCI6MjYsXCJHXCI6MTcwLFwiQlwiOjY2fX0sXCJJc1Zpc2libGVcIjp0cnVlLFwiV2lkdGhcIjoxMy4wLFwiSGVpZ2h0XCI6MTMuMCxcIkJvcmRlclN0eWxlXCI6e1wiJGlkXCI6XCIzNTFcIixcIkxpbmVTdHlsZVwiOntcIiRpZFwiOlwiMzUyXCIsXCJMaW5lQ29sb3JcIjp7XCIkaWRcIjpcIjM1M1wiLFwiQ29sb3JcIjp7XCIkaWRcIjpcIjM1NFwiLFwiQVwiOjI1NSxcIlJcIjoyMzQsXCJHXCI6MjIsXCJCXCI6MzB9fSxcIkxpbmVXZWlnaHRcIjoyLjAsXCJMaW5lVHlwZVwiOjB9LFwiSXNWaXNpYmxlXCI6ZmFsc2V9fSxcIlRpdGxlU3R5bGVcIjp7XCIkaWRcIjpcIjM1NVwiLFwiRm9udFNldHRpbmdzXCI6e1wiJGlkXCI6XCIzNTZcIixcIkZvbnRTaXplXCI6MTEsXCJGb250TmFtZVwiOlwiQ2FsaWJyaVwiLFwiSXNCb2xkXCI6dHJ1ZSxcIklzSXRhbGljXCI6ZmFsc2UsXCJJc1VuZGVybGluZWRcIjpmYWxzZX0sXCJGb3JlZ3JvdW5kXCI6e1wiJGlkXCI6XCIzNTdcIixcIkNvbG9yXCI6e1wiJGlkXCI6XCIzNThcIixcIkFcIjoyNTUsXCJSXCI6MCxcIkdcIjowLFwiQlwiOjB9fSxcIkhvcml6b250YWxBbGlnbm1lbnRcIjowLFwiSXNWaXNpYmxlXCI6dHJ1ZX0sXCJEYXRlU3R5bGVcIjp7XCIkaWRcIjpcIjM1OVwiLFwiRm9udFNldHRpbmdzXCI6e1wiJGlkXCI6XCIzNjBcIixcIkZvbnRTaXplXCI6MTAsXCJGb250TmFtZVwiOlwiQ2FsaWJyaVwiLFwiSXNCb2xkXCI6ZmFsc2UsXCJJc0l0YWxpY1wiOmZhbHNlLFwiSXNVbmRlcmxpbmVkXCI6ZmFsc2V9LFwiRm9yZWdyb3VuZFwiOntcIiRpZFwiOlwiMzYxXCIsXCJDb2xvclwiOntcIiRpZFwiOlwiMzYyXCIsXCJBXCI6MjU1LFwiUlwiOjY4LFwiR1wiOjg0LFwiQlwiOjEwNn19LFwiSG9yaXpvbnRhbEFsaWdubWVudFwiOjIsXCJJc1Zpc2libGVcIjp0cnVlfSxcIkRhdGVGb3JtYXRcIjp7XCIkaWRcIjpcIjM2M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zNjRcIixcIkZvcm1hdFwiOjAsXCJJc1Zpc2libGVcIjpmYWxzZSxcIkxhc3RLbm93blZpc2liaWxpdHlTdGF0ZVwiOmZhbHNlfSxcIlZhcmlhbmNlU3R5bGVcIjp7XCIkaWRcIjpcIjM2NVwiLFwiVmFyaWFuY2VUZXh0U3R5bGVcIjp7XCIkaWRcIjpcIjM2NlwiLFwiRm9udFNldHRpbmdzXCI6e1wiJGlkXCI6XCIzNjdcIixcIkZvbnRTaXplXCI6MTAsXCJGb250TmFtZVwiOlwiQ2FsaWJyaVwiLFwiSXNCb2xkXCI6ZmFsc2UsXCJJc0l0YWxpY1wiOmZhbHNlLFwiSXNVbmRlcmxpbmVkXCI6ZmFsc2V9LFwiRm9yZWdyb3VuZFwiOntcIiRpZFwiOlwiMzY4XCIsXCJDb2xvclwiOntcIiRpZFwiOlwiMzY5XCIsXCJBXCI6MjU1LFwiUlwiOjAsXCJHXCI6MCxcIkJcIjowfX0sXCJIb3Jpem9udGFsQWxpZ25tZW50XCI6MCxcIklzVmlzaWJsZVwiOmZhbHNlfX19LFwiRGVmYXVsdFN3aW1sYW5lVGFza1N0eWxlXCI6e1wiJGlkXCI6XCIzNzBcIixcIlNoYXBlXCI6MSxcIlNoYXBlVGhpY2tuZXNzXCI6MCxcIkR1cmF0aW9uRm9ybWF0XCI6MCxcIlBlcmNlbnRhZ2VDb21wbGV0ZVRleHRTdHlsZVwiOntcIiRpZFwiOlwiMzcxXCIsXCJGb250U2V0dGluZ3NcIjp7XCIkaWRcIjpcIjM3MlwiLFwiRm9udFNpemVcIjoxMCxcIkZvbnROYW1lXCI6XCJDYWxpYnJpXCIsXCJJc0JvbGRcIjpmYWxzZSxcIklzSXRhbGljXCI6ZmFsc2UsXCJJc1VuZGVybGluZWRcIjpmYWxzZX0sXCJGb3JlZ3JvdW5kXCI6e1wiJGlkXCI6XCIzNzNcIixcIkNvbG9yXCI6e1wiJGlkXCI6XCIzNzRcIixcIkFcIjoyNTUsXCJSXCI6MjM3LFwiR1wiOjEyNSxcIkJcIjo0OX19LFwiSG9yaXpvbnRhbEFsaWdubWVudFwiOjEsXCJJc1Zpc2libGVcIjp0cnVlfSxcIlBlcmNlbnRhZ2VDb21wbGV0ZUhpZ2hsaWdodFN0eWxlXCI6e1wiJGlkXCI6XCIzNzVcIixcIkJhY2tncm91bmRcIjp7XCIkaWRcIjpcIjM3NlwiLFwiQ29sb3JcIjp7XCIkaWRcIjpcIjM3N1wiLFwiQVwiOjg5LFwiUlwiOjAsXCJHXCI6MCxcIkJcIjowfX19LFwiRHVyYXRpb25TdHlsZVwiOntcIiRpZFwiOlwiMzc4XCIsXCJGb250U2V0dGluZ3NcIjp7XCIkaWRcIjpcIjM3OVwiLFwiRm9udFNpemVcIjoxMCxcIkZvbnROYW1lXCI6XCJDYWxpYnJpXCIsXCJJc0JvbGRcIjpmYWxzZSxcIklzSXRhbGljXCI6ZmFsc2UsXCJJc1VuZGVybGluZWRcIjpmYWxzZX0sXCJGb3JlZ3JvdW5kXCI6e1wiJGlkXCI6XCIzODBcIixcIkNvbG9yXCI6e1wiJGlkXCI6XCIzODFcIixcIkFcIjoyNTUsXCJSXCI6MjM3LFwiR1wiOjEyNSxcIkJcIjo0OX19LFwiSG9yaXpvbnRhbEFsaWdubWVudFwiOjAsXCJJc1Zpc2libGVcIjpmYWxzZX0sXCJNYXJnaW5cIjp7XCIkaWRcIjpcIjM4MlwiLFwiVG9wXCI6MC4wLFwiTGVmdFwiOjAuMCxcIlJpZ2h0XCI6MC4wLFwiQm90dG9tXCI6MC4wfSxcIlN0YXJ0RGF0ZVBvc2l0aW9uXCI6MCxcIkVuZERhdGVQb3NpdGlvblwiOjAsXCJUaXRsZVBvc2l0aW9uXCI6NCxcIkR1cmF0aW9uUG9zaXRpb25cIjowLFwiUGVyY2VudGFnZUNvbXBsZXRlZFBvc2l0aW9uXCI6MixcIlZhcmlhbmNlUG9zaXRpb25cIjoyLFwiU3BhY2luZ1wiOjMsXCJCYXNlbGluZVN0eWxlXCI6e1wiJGlkXCI6XCIzODNcIixcIkJhc2VsaW5lU2hhcGVTdHlsZVwiOntcIiRpZFwiOlwiMzg0XCIsXCJNYXJnaW5cIjp7XCIkaWRcIjpcIjM4NVwiLFwiVG9wXCI6MC4wLFwiTGVmdFwiOjAuMCxcIlJpZ2h0XCI6MC4wLFwiQm90dG9tXCI6MC4wfSxcIlBhZGRpbmdcIjp7XCIkaWRcIjpcIjM4NlwiLFwiVG9wXCI6MC4wLFwiTGVmdFwiOjAuMCxcIlJpZ2h0XCI6MC4wLFwiQm90dG9tXCI6MC4wfSxcIkJhY2tncm91bmRcIjp7XCIkaWRcIjpcIjM4N1wiLFwiQ29sb3JcIjp7XCIkaWRcIjpcIjM4OFwiLFwiQVwiOjE1MyxcIlJcIjowLFwiR1wiOjAsXCJCXCI6MH19LFwiSXNWaXNpYmxlXCI6ZmFsc2UsXCJXaWR0aFwiOjAuMCxcIkhlaWdodFwiOjAuMCxcIkJvcmRlclN0eWxlXCI6e1wiJGlkXCI6XCIzODlcIixcIkxpbmVTdHlsZVwiOntcIiRpZFwiOlwiMzkwXCIsXCJMaW5lQ29sb3JcIjp7XCIkaWRcIjpcIjM5MVwiLFwiQ29sb3JcIjp7XCIkaWRcIjpcIjM5MlwiLFwiQVwiOjI1NSxcIlJcIjoyNTUsXCJHXCI6MCxcIkJcIjowfX0sXCJMaW5lV2VpZ2h0XCI6Mi4wLFwiTGluZVR5cGVcIjowfSxcIklzVmlzaWJsZVwiOmZhbHNlfX19LFwiU2hhcGVTdHlsZVwiOntcIiRpZFwiOlwiMzkzXCIsXCJNYXJnaW5cIjp7XCIkaWRcIjpcIjM5NFwiLFwiVG9wXCI6MC4wLFwiTGVmdFwiOjQuMCxcIlJpZ2h0XCI6NC4wLFwiQm90dG9tXCI6MC4wfSxcIlBhZGRpbmdcIjp7XCIkaWRcIjpcIjM5NVwiLFwiVG9wXCI6MC4wLFwiTGVmdFwiOjAuMCxcIlJpZ2h0XCI6MC4wLFwiQm90dG9tXCI6MC4wfSxcIkJhY2tncm91bmRcIjp7XCIkaWRcIjpcIjM5NlwiLFwiQ29sb3JcIjp7XCIkaWRcIjpcIjM5N1wiLFwiQVwiOjI1NSxcIlJcIjoyNixcIkdcIjoxNzAsXCJCXCI6NjZ9fSxcIklzVmlzaWJsZVwiOnRydWUsXCJXaWR0aFwiOjI1Ni4wLFwiSGVpZ2h0XCI6MTAuMCxcIkJvcmRlclN0eWxlXCI6e1wiJGlkXCI6XCIzOThcIixcIkxpbmVTdHlsZVwiOntcIiRpZFwiOlwiMzk5XCIsXCJMaW5lQ29sb3JcIjp7XCIkaWRcIjpcIjQwMFwiLFwiQ29sb3JcIjp7XCIkaWRcIjpcIjQwMVwiLFwiQVwiOjI1NSxcIlJcIjoyMzQsXCJHXCI6MjIsXCJCXCI6MzB9fSxcIkxpbmVXZWlnaHRcIjoyLjAsXCJMaW5lVHlwZVwiOjB9LFwiSXNWaXNpYmxlXCI6ZmFsc2V9fSxcIlRpdGxlU3R5bGVcIjp7XCIkaWRcIjpcIjQwMlwiLFwiRm9udFNldHRpbmdzXCI6e1wiJGlkXCI6XCI0MDNcIixcIkZvbnRTaXplXCI6MTEsXCJGb250TmFtZVwiOlwiQ2FsaWJyaVwiLFwiSXNCb2xkXCI6dHJ1ZSxcIklzSXRhbGljXCI6ZmFsc2UsXCJJc1VuZGVybGluZWRcIjpmYWxzZX0sXCJGb3JlZ3JvdW5kXCI6e1wiJGlkXCI6XCI0MDRcIixcIkNvbG9yXCI6e1wiJGlkXCI6XCI0MDVcIixcIkFcIjoyNTUsXCJSXCI6MCxcIkdcIjowLFwiQlwiOjB9fSxcIkhvcml6b250YWxBbGlnbm1lbnRcIjowLFwiSXNWaXNpYmxlXCI6dHJ1ZX0sXCJEYXRlU3R5bGVcIjp7XCIkaWRcIjpcIjQwNlwiLFwiRm9udFNldHRpbmdzXCI6e1wiJGlkXCI6XCI0MDdcIixcIkZvbnRTaXplXCI6MTAsXCJGb250TmFtZVwiOlwiQ2FsaWJyaVwiLFwiSXNCb2xkXCI6ZmFsc2UsXCJJc0l0YWxpY1wiOmZhbHNlLFwiSXNVbmRlcmxpbmVkXCI6ZmFsc2V9LFwiRm9yZWdyb3VuZFwiOntcIiRpZFwiOlwiNDA4XCIsXCJDb2xvclwiOntcIiRpZFwiOlwiNDA5XCIsXCJBXCI6MjU1LFwiUlwiOjY4LFwiR1wiOjg0LFwiQlwiOjEwNn19LFwiSG9yaXpvbnRhbEFsaWdubWVudFwiOjAsXCJJc1Zpc2libGVcIjpmYWxzZX0sXCJEYXRlRm9ybWF0XCI6e1wiJGlkXCI6XCI0M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ExXCIsXCJGb3JtYXRcIjowLFwiSXNWaXNpYmxlXCI6ZmFsc2UsXCJMYXN0S25vd25WaXNpYmlsaXR5U3RhdGVcIjpmYWxzZX0sXCJWYXJpYW5jZVN0eWxlXCI6e1wiJGlkXCI6XCI0MTJcIixcIlZhcmlhbmNlVGV4dFN0eWxlXCI6e1wiJGlkXCI6XCI0MTNcIixcIkZvbnRTZXR0aW5nc1wiOntcIiRpZFwiOlwiNDE0XCIsXCJGb250U2l6ZVwiOjEwLFwiRm9udE5hbWVcIjpcIkNhbGlicmlcIixcIklzQm9sZFwiOmZhbHNlLFwiSXNJdGFsaWNcIjpmYWxzZSxcIklzVW5kZXJsaW5lZFwiOmZhbHNlfSxcIkZvcmVncm91bmRcIjp7XCIkaWRcIjpcIjQxNVwiLFwiQ29sb3JcIjp7XCIkaWRcIjpcIjQxNlwiLFwiQVwiOjI1NSxcIlJcIjowLFwiR1wiOjAsXCJCXCI6MH19LFwiSG9yaXpvbnRhbEFsaWdubWVudFwiOjAsXCJJc1Zpc2libGVcIjpmYWxzZX19fSxcIkRlZmF1bHRTd2ltbGFuZU1vdFN0eWxlXCI6e1wiJGlkXCI6XCI0MTdcIixcIlNoYXBlXCI6MixcIlNoYXBlU2l6ZVwiOjEsXCJEZXRhaWxzU3BhY2luZ1wiOjAuMCxcIlBhZGRpbmdcIjp7XCIkaWRcIjpcIjQxOFwiLFwiVG9wXCI6NS4wLFwiTGVmdFwiOjMuMCxcIlJpZ2h0XCI6MC4wLFwiQm90dG9tXCI6Mi4wfSxcIlBvc2l0aW9uT25UYXNrXCI6MSxcIlNoYXBlU3R5bGVcIjp7XCIkaWRcIjpcIjQxOVwiLFwiTWFyZ2luXCI6e1wiJGlkXCI6XCI0MjBcIixcIlRvcFwiOjAuMCxcIkxlZnRcIjowLjAsXCJSaWdodFwiOjAuMCxcIkJvdHRvbVwiOjAuMH0sXCJQYWRkaW5nXCI6e1wiJGlkXCI6XCI0MjFcIixcIlRvcFwiOjAuMCxcIkxlZnRcIjowLjAsXCJSaWdodFwiOjAuMCxcIkJvdHRvbVwiOjAuMH0sXCJCYWNrZ3JvdW5kXCI6e1wiJGlkXCI6XCI0MjJcIixcIkNvbG9yXCI6e1wiJGlkXCI6XCI0MjNcIixcIkFcIjoyNTUsXCJSXCI6MCxcIkdcIjoxMzMsXCJCXCI6MTQwfX0sXCJJc1Zpc2libGVcIjp0cnVlLFwiV2lkdGhcIjoxMy4wLFwiSGVpZ2h0XCI6MTMuMCxcIkJvcmRlclN0eWxlXCI6e1wiJGlkXCI6XCI0MjRcIixcIkxpbmVTdHlsZVwiOntcIiRpZFwiOlwiNDI1XCIsXCJMaW5lQ29sb3JcIjp7XCIkaWRcIjpcIjQyNlwiLFwiQ29sb3JcIjp7XCIkaWRcIjpcIjQyN1wiLFwiQVwiOjI1NSxcIlJcIjoyMzQsXCJHXCI6MjIsXCJCXCI6MzB9fSxcIkxpbmVXZWlnaHRcIjowLjAsXCJMaW5lVHlwZVwiOjB9LFwiSXNWaXNpYmxlXCI6ZmFsc2V9fSxcIlRpdGxlU3R5bGVcIjp7XCIkaWRcIjpcIjQyOFwiLFwiRm9udFNldHRpbmdzXCI6e1wiJGlkXCI6XCI0MjlcIixcIkZvbnRTaXplXCI6MTEsXCJGb250TmFtZVwiOlwiQ2FsaWJyaVwiLFwiSXNCb2xkXCI6dHJ1ZSxcIklzSXRhbGljXCI6ZmFsc2UsXCJJc1VuZGVybGluZWRcIjpmYWxzZX0sXCJGb3JlZ3JvdW5kXCI6e1wiJGlkXCI6XCI0MzBcIixcIkNvbG9yXCI6e1wiJGlkXCI6XCI0MzFcIixcIkFcIjoyNTUsXCJSXCI6MCxcIkdcIjowLFwiQlwiOjB9fSxcIkhvcml6b250YWxBbGlnbm1lbnRcIjowLFwiSXNWaXNpYmxlXCI6dHJ1ZX0sXCJEYXRlU3R5bGVcIjp7XCIkaWRcIjpcIjQzMlwiLFwiRm9udFNldHRpbmdzXCI6e1wiJGlkXCI6XCI0MzNcIixcIkZvbnRTaXplXCI6MTAsXCJGb250TmFtZVwiOlwiQ2FsaWJyaVwiLFwiSXNCb2xkXCI6ZmFsc2UsXCJJc0l0YWxpY1wiOmZhbHNlLFwiSXNVbmRlcmxpbmVkXCI6ZmFsc2V9LFwiRm9yZWdyb3VuZFwiOntcIiRpZFwiOlwiNDM0XCIsXCJDb2xvclwiOntcIiRpZFwiOlwiNDM1XCIsXCJBXCI6MjU1LFwiUlwiOjY4LFwiR1wiOjg0LFwiQlwiOjEwNn19LFwiSG9yaXpvbnRhbEFsaWdubWVudFwiOjAsXCJJc1Zpc2libGVcIjp0cnVlfSxcIkRhdGVGb3JtYXRcIjp7XCIkaWRcIjpcIjQzN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MzdcIixcIkZvcm1hdFwiOjAsXCJJc1Zpc2libGVcIjpmYWxzZSxcIkxhc3RLbm93blZpc2liaWxpdHlTdGF0ZVwiOmZhbHNlfSxcIlZhcmlhbmNlU3R5bGVcIjp7XCIkaWRcIjpcIjQzOFwiLFwiVmFyaWFuY2VUZXh0U3R5bGVcIjp7XCIkaWRcIjpcIjQzOVwiLFwiRm9udFNldHRpbmdzXCI6e1wiJGlkXCI6XCI0NDBcIixcIkZvbnRTaXplXCI6MTAsXCJGb250TmFtZVwiOlwiQ2FsaWJyaVwiLFwiSXNCb2xkXCI6ZmFsc2UsXCJJc0l0YWxpY1wiOmZhbHNlLFwiSXNVbmRlcmxpbmVkXCI6ZmFsc2V9LFwiRm9yZWdyb3VuZFwiOntcIiRpZFwiOlwiNDQxXCIsXCJDb2xvclwiOntcIiRpZFwiOlwiNDQyXCIsXCJBXCI6MjU1LFwiUlwiOjAsXCJHXCI6MCxcIkJcIjowfX0sXCJIb3Jpem9udGFsQWxpZ25tZW50XCI6MCxcIklzVmlzaWJsZVwiOmZhbHNlfX19fSx7XCIkaWRcIjpcIjQ0M1wiLFwiU3R5bGVJZFwiOlwiMTliNmQ2Y2ItMmU3NC00NzQ1LTgwY2QtNWM1NmI3N2YxYWQxXCIsXCJOYW1lXCI6XCJTd2ltbGFuZSBTdHlsZSAzXCIsXCJIZWFkZXJTdHlsZVwiOntcIiRpZFwiOlwiNDQ0XCIsXCJUZXh0U3R5bGVcIjp7XCIkaWRcIjpcIjQ0NVwiLFwiRm9udFNldHRpbmdzXCI6e1wiJGlkXCI6XCI0NDZcIixcIkZvbnRTaXplXCI6MTIsXCJGb250TmFtZVwiOlwiQ2FsaWJyaVwiLFwiSXNCb2xkXCI6ZmFsc2UsXCJJc0l0YWxpY1wiOmZhbHNlLFwiSXNVbmRlcmxpbmVkXCI6ZmFsc2V9LFwiRm9yZWdyb3VuZFwiOntcIiRpZFwiOlwiNDQ3XCIsXCJDb2xvclwiOntcIiRpZFwiOlwiNDQ4XCIsXCJBXCI6MjU1LFwiUlwiOjI1NSxcIkdcIjoyNTUsXCJCXCI6MjU1fX0sXCJIb3Jpem9udGFsQWxpZ25tZW50XCI6MCxcIklzVmlzaWJsZVwiOnRydWV9LFwiUmVjdGFuZ2xlU3R5bGVcIjp7XCIkaWRcIjpcIjQ0OVwiLFwiTWFyZ2luXCI6e1wiJGlkXCI6XCI0NTBcIixcIlRvcFwiOjAuMCxcIkxlZnRcIjowLjAsXCJSaWdodFwiOjAuMCxcIkJvdHRvbVwiOjAuMH0sXCJQYWRkaW5nXCI6e1wiJGlkXCI6XCI0NTFcIixcIlRvcFwiOjAuMCxcIkxlZnRcIjowLjAsXCJSaWdodFwiOjAuMCxcIkJvdHRvbVwiOjAuMH0sXCJCYWNrZ3JvdW5kXCI6e1wiJGlkXCI6XCI0NTJcIixcIkNvbG9yXCI6e1wiJGlkXCI6XCI0NTNcIixcIkFcIjoyNTUsXCJSXCI6MTEyLFwiR1wiOjE3MyxcIkJcIjo3MX19LFwiSXNWaXNpYmxlXCI6dHJ1ZSxcIldpZHRoXCI6MC4wLFwiSGVpZ2h0XCI6MC4wLFwiQm9yZGVyU3R5bGVcIjp7XCIkaWRcIjpcIjQ1NFwiLFwiTGluZVN0eWxlXCI6e1wiJGlkXCI6XCI0NTVcIixcIkxpbmVDb2xvclwiOntcIiRpZFwiOlwiNDU2XCIsXCJDb2xvclwiOntcIiRpZFwiOlwiNDU3XCIsXCJBXCI6MjU1LFwiUlwiOjI1NSxcIkdcIjowLFwiQlwiOjB9fSxcIkxpbmVXZWlnaHRcIjowLjAsXCJMaW5lVHlwZVwiOjB9LFwiSXNWaXNpYmxlXCI6ZmFsc2V9fX0sXCJCYWNrZ3JvdW5kU3R5bGVcIjp7XCIkaWRcIjpcIjQ1OFwiLFwiTWFyZ2luXCI6e1wiJGlkXCI6XCI0NTlcIixcIlRvcFwiOjAuMCxcIkxlZnRcIjowLjAsXCJSaWdodFwiOjAuMCxcIkJvdHRvbVwiOjAuMH0sXCJQYWRkaW5nXCI6e1wiJGlkXCI6XCI0NjBcIixcIlRvcFwiOjAuMCxcIkxlZnRcIjowLjAsXCJSaWdodFwiOjAuMCxcIkJvdHRvbVwiOjAuMH0sXCJCYWNrZ3JvdW5kXCI6e1wiJGlkXCI6XCI0NjFcIixcIkNvbG9yXCI6e1wiJGlkXCI6XCI0NjJcIixcIkFcIjo1MSxcIlJcIjoxMTUsXCJHXCI6MTE1LFwiQlwiOjExNX19LFwiSXNWaXNpYmxlXCI6dHJ1ZSxcIldpZHRoXCI6MC4wLFwiSGVpZ2h0XCI6MC4wLFwiQm9yZGVyU3R5bGVcIjp7XCIkaWRcIjpcIjQ2M1wiLFwiTGluZVN0eWxlXCI6e1wiJGlkXCI6XCI0NjRcIixcIkxpbmVDb2xvclwiOntcIiRpZFwiOlwiNDY1XCIsXCJDb2xvclwiOntcIiRpZFwiOlwiNDY2XCIsXCJBXCI6MjU1LFwiUlwiOjIzNCxcIkdcIjoyMixcIkJcIjozMH19LFwiTGluZVdlaWdodFwiOjAuMCxcIkxpbmVUeXBlXCI6MH0sXCJJc1Zpc2libGVcIjpmYWxzZX19LFwiSXNBYm92ZVRpbWViYW5kXCI6ZmFsc2UsXCJTcGFjaW5nXCI6MixcIkRlZmF1bHRTd2ltbGFuZUFjdGl2aXR5U3R5bGVcIjp7XCIkaWRcIjpcIjQ2N1wiLFwiSGVhZGVyU3R5bGVcIjp7XCIkaWRcIjpcIjQ2OFwiLFwiVGV4dFN0eWxlXCI6e1wiJGlkXCI6XCI0NjlcIixcIkZvbnRTZXR0aW5nc1wiOntcIiRpZFwiOlwiNDcwXCIsXCJGb250U2l6ZVwiOjExLFwiRm9udE5hbWVcIjpcIkNhbGlicmlcIixcIklzQm9sZFwiOmZhbHNlLFwiSXNJdGFsaWNcIjpmYWxzZSxcIklzVW5kZXJsaW5lZFwiOmZhbHNlfSxcIkZvcmVncm91bmRcIjp7XCIkaWRcIjpcIjQ3MVwiLFwiQ29sb3JcIjp7XCIkaWRcIjpcIjQ3MlwiLFwiQVwiOjI1NSxcIlJcIjowLFwiR1wiOjAsXCJCXCI6MH19LFwiSG9yaXpvbnRhbEFsaWdubWVudFwiOjAsXCJJc1Zpc2libGVcIjp0cnVlfSxcIlJlY3RhbmdsZVN0eWxlXCI6e1wiJGlkXCI6XCI0NzNcIixcIk1hcmdpblwiOntcIiRpZFwiOlwiNDc0XCIsXCJUb3BcIjowLjAsXCJMZWZ0XCI6MC4wLFwiUmlnaHRcIjowLjAsXCJCb3R0b21cIjowLjB9LFwiUGFkZGluZ1wiOntcIiRpZFwiOlwiNDc1XCIsXCJUb3BcIjowLjAsXCJMZWZ0XCI6MC4wLFwiUmlnaHRcIjowLjAsXCJCb3R0b21cIjowLjB9LFwiQmFja2dyb3VuZFwiOntcIiRpZFwiOlwiNDc2XCIsXCJDb2xvclwiOntcIiRpZFwiOlwiNDc3XCIsXCJBXCI6NjMsXCJSXCI6MTEyLFwiR1wiOjE3MyxcIkJcIjo3MX19LFwiSXNWaXNpYmxlXCI6dHJ1ZSxcIldpZHRoXCI6MC4wLFwiSGVpZ2h0XCI6MC4wLFwiQm9yZGVyU3R5bGVcIjp7XCIkaWRcIjpcIjQ3OFwiLFwiTGluZVN0eWxlXCI6e1wiJGlkXCI6XCI0NzlcIixcIkxpbmVDb2xvclwiOntcIiRpZFwiOlwiNDgwXCIsXCJDb2xvclwiOntcIiRpZFwiOlwiNDgxXCIsXCJBXCI6MjU1LFwiUlwiOjI1NSxcIkdcIjowLFwiQlwiOjB9fSxcIkxpbmVXZWlnaHRcIjowLjAsXCJMaW5lVHlwZVwiOjB9LFwiSXNWaXNpYmxlXCI6ZmFsc2V9fX0sXCJCYWNrZ3JvdW5kU3R5bGVcIjp7XCIkaWRcIjpcIjQ4MlwiLFwiTWFyZ2luXCI6e1wiJGlkXCI6XCI0ODNcIixcIlRvcFwiOjAuMCxcIkxlZnRcIjowLjAsXCJSaWdodFwiOjAuMCxcIkJvdHRvbVwiOjAuMH0sXCJQYWRkaW5nXCI6e1wiJGlkXCI6XCI0ODRcIixcIlRvcFwiOjAuMCxcIkxlZnRcIjowLjAsXCJSaWdodFwiOjAuMCxcIkJvdHRvbVwiOjAuMH0sXCJCYWNrZ3JvdW5kXCI6e1wiJGlkXCI6XCI0ODVcIixcIkNvbG9yXCI6e1wiJGlkXCI6XCI0ODZcIixcIkFcIjo1MSxcIlJcIjoxMTUsXCJHXCI6MTE1LFwiQlwiOjExNX19LFwiSXNWaXNpYmxlXCI6dHJ1ZSxcIldpZHRoXCI6MC4wLFwiSGVpZ2h0XCI6MC4wLFwiQm9yZGVyU3R5bGVcIjp7XCIkaWRcIjpcIjQ4N1wiLFwiTGluZVN0eWxlXCI6e1wiJGlkXCI6XCI0ODhcIixcIkxpbmVDb2xvclwiOntcIiRpZFwiOlwiNDg5XCIsXCJDb2xvclwiOntcIiRpZFwiOlwiNDkwXCIsXCJBXCI6MjU1LFwiUlwiOjIzNCxcIkdcIjoyMixcIkJcIjozMH19LFwiTGluZVdlaWdodFwiOjAuMCxcIkxpbmVUeXBlXCI6MH0sXCJJc1Zpc2libGVcIjpmYWxzZX19fSxcIkRlZmF1bHRTd2ltbGFuZU1pbGVzdG9uZVN0eWxlXCI6e1wiJGlkXCI6XCI0OTFcIixcIlRpdGxlUG9zaXRpb25cIjoyLFwiRGF0ZVBvc2l0aW9uXCI6MCxcIlZhcmlhbmNlUG9zaXRpb25cIjowLFwiU2hhcGVUeXBlXCI6MixcIlNoYXBlU2l6ZVwiOjEsXCJTcGFjaW5nXCI6NSxcIlNoYXBlU3R5bGVcIjp7XCIkaWRcIjpcIjQ5MlwiLFwiTWFyZ2luXCI6e1wiJGlkXCI6XCI0OTNcIixcIlRvcFwiOjAuMCxcIkxlZnRcIjowLjAsXCJSaWdodFwiOjAuMCxcIkJvdHRvbVwiOjAuMH0sXCJQYWRkaW5nXCI6e1wiJGlkXCI6XCI0OTRcIixcIlRvcFwiOjAuMCxcIkxlZnRcIjowLjAsXCJSaWdodFwiOjAuMCxcIkJvdHRvbVwiOjAuMH0sXCJCYWNrZ3JvdW5kXCI6e1wiJGlkXCI6XCI0OTVcIixcIkNvbG9yXCI6e1wiJGlkXCI6XCI0OTZcIixcIkFcIjoyNTUsXCJSXCI6MjYsXCJHXCI6MTcwLFwiQlwiOjY2fX0sXCJJc1Zpc2libGVcIjp0cnVlLFwiV2lkdGhcIjoxMy4wLFwiSGVpZ2h0XCI6MTMuMCxcIkJvcmRlclN0eWxlXCI6e1wiJGlkXCI6XCI0OTdcIixcIkxpbmVTdHlsZVwiOntcIiRpZFwiOlwiNDk4XCIsXCJMaW5lQ29sb3JcIjp7XCIkaWRcIjpcIjQ5OVwiLFwiQ29sb3JcIjp7XCIkaWRcIjpcIjUwMFwiLFwiQVwiOjI1NSxcIlJcIjoyMzQsXCJHXCI6MjIsXCJCXCI6MzB9fSxcIkxpbmVXZWlnaHRcIjoyLjAsXCJMaW5lVHlwZVwiOjB9LFwiSXNWaXNpYmxlXCI6ZmFsc2V9fSxcIlRpdGxlU3R5bGVcIjp7XCIkaWRcIjpcIjUwMVwiLFwiRm9udFNldHRpbmdzXCI6e1wiJGlkXCI6XCI1MDJcIixcIkZvbnRTaXplXCI6MTEsXCJGb250TmFtZVwiOlwiQ2FsaWJyaVwiLFwiSXNCb2xkXCI6dHJ1ZSxcIklzSXRhbGljXCI6ZmFsc2UsXCJJc1VuZGVybGluZWRcIjpmYWxzZX0sXCJGb3JlZ3JvdW5kXCI6e1wiJGlkXCI6XCI1MDNcIixcIkNvbG9yXCI6e1wiJGlkXCI6XCI1MDRcIixcIkFcIjoyNTUsXCJSXCI6MCxcIkdcIjowLFwiQlwiOjB9fSxcIkhvcml6b250YWxBbGlnbm1lbnRcIjowLFwiSXNWaXNpYmxlXCI6dHJ1ZX0sXCJEYXRlU3R5bGVcIjp7XCIkaWRcIjpcIjUwNVwiLFwiRm9udFNldHRpbmdzXCI6e1wiJGlkXCI6XCI1MDZcIixcIkZvbnRTaXplXCI6MTAsXCJGb250TmFtZVwiOlwiQ2FsaWJyaVwiLFwiSXNCb2xkXCI6ZmFsc2UsXCJJc0l0YWxpY1wiOmZhbHNlLFwiSXNVbmRlcmxpbmVkXCI6ZmFsc2V9LFwiRm9yZWdyb3VuZFwiOntcIiRpZFwiOlwiNTA3XCIsXCJDb2xvclwiOntcIiRpZFwiOlwiNTA4XCIsXCJBXCI6MjU1LFwiUlwiOjY4LFwiR1wiOjg0LFwiQlwiOjEwNn19LFwiSG9yaXpvbnRhbEFsaWdubWVudFwiOjIsXCJJc1Zpc2libGVcIjp0cnVlfSxcIkRhdGVGb3JtYXRcIjp7XCIkaWRcIjpcIjUw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mZhbHNlfX19LFwiRGVmYXVsdFN3aW1sYW5lVGFza1N0eWxlXCI6e1wiJGlkXCI6XCI1MTZcIixcIlNoYXBlXCI6MSxcIlNoYXBlVGhpY2tuZXNzXCI6MCxcIkR1cmF0aW9uRm9ybWF0XCI6MCxcIlBlcmNlbnRhZ2VDb21wbGV0ZVRleHRTdHlsZVwiOntcIiRpZFwiOlwiNTE3XCIsXCJGb250U2V0dGluZ3NcIjp7XCIkaWRcIjpcIjUxOFwiLFwiRm9udFNpemVcIjoxMCxcIkZvbnROYW1lXCI6XCJDYWxpYnJpXCIsXCJJc0JvbGRcIjpmYWxzZSxcIklzSXRhbGljXCI6ZmFsc2UsXCJJc1VuZGVybGluZWRcIjpmYWxzZX0sXCJGb3JlZ3JvdW5kXCI6e1wiJGlkXCI6XCI1MTlcIixcIkNvbG9yXCI6e1wiJGlkXCI6XCI1MjBcIixcIkFcIjoyNTUsXCJSXCI6MjM3LFwiR1wiOjEyNSxcIkJcIjo0OX19LFwiSG9yaXpvbnRhbEFsaWdubWVudFwiOjAsXCJJc1Zpc2libGVcIjpmYWxzZX0sXCJQZXJjZW50YWdlQ29tcGxldGVIaWdobGlnaHRTdHlsZVwiOntcIiRpZFwiOlwiNTIxXCIsXCJCYWNrZ3JvdW5kXCI6e1wiJGlkXCI6XCI1MjJcIixcIkNvbG9yXCI6e1wiJGlkXCI6XCI1MjNcIixcIkFcIjo4OSxcIlJcIjowLFwiR1wiOjAsXCJCXCI6MH19fSxcIkR1cmF0aW9uU3R5bGVcIjp7XCIkaWRcIjpcIjUyNFwiLFwiRm9udFNldHRpbmdzXCI6e1wiJGlkXCI6XCI1MjVcIixcIkZvbnRTaXplXCI6MTAsXCJGb250TmFtZVwiOlwiQ2FsaWJyaVwiLFwiSXNCb2xkXCI6ZmFsc2UsXCJJc0l0YWxpY1wiOmZhbHNlLFwiSXNVbmRlcmxpbmVkXCI6ZmFsc2V9LFwiRm9yZWdyb3VuZFwiOntcIiRpZFwiOlwiNTI2XCIsXCJDb2xvclwiOntcIiRpZFwiOlwiNTI3XCIsXCJBXCI6MjU1LFwiUlwiOjIzNyxcIkdcIjoxMjUsXCJCXCI6NDl9fSxcIkhvcml6b250YWxBbGlnbm1lbnRcIjowLFwiSXNWaXNpYmxlXCI6ZmFsc2V9LFwiTWFyZ2luXCI6e1wiJGlkXCI6XCI1MjhcIixcIlRvcFwiOjAuMCxcIkxlZnRcIjowLjAsXCJSaWdodFwiOjAuMCxcIkJvdHRvbVwiOjAuMH0sXCJTdGFydERhdGVQb3NpdGlvblwiOjMsXCJFbmREYXRlUG9zaXRpb25cIjozLFwiVGl0bGVQb3NpdGlvblwiOjQsXCJEdXJhdGlvblBvc2l0aW9uXCI6MCxcIlBlcmNlbnRhZ2VDb21wbGV0ZWRQb3NpdGlvblwiOjAsXCJWYXJpYW5jZVBvc2l0aW9uXCI6MixcIlNwYWNpbmdcIjozLFwiQmFzZWxpbmVTdHlsZVwiOntcIiRpZFwiOlwiNTI5XCIsXCJCYXNlbGluZVNoYXBlU3R5bGVcIjp7XCIkaWRcIjpcIjUzMFwiLFwiTWFyZ2luXCI6e1wiJGlkXCI6XCI1MzFcIixcIlRvcFwiOjAuMCxcIkxlZnRcIjowLjAsXCJSaWdodFwiOjAuMCxcIkJvdHRvbVwiOjAuMH0sXCJQYWRkaW5nXCI6e1wiJGlkXCI6XCI1MzJcIixcIlRvcFwiOjAuMCxcIkxlZnRcIjowLjAsXCJSaWdodFwiOjAuMCxcIkJvdHRvbVwiOjAuMH0sXCJCYWNrZ3JvdW5kXCI6e1wiJGlkXCI6XCI1MzNcIixcIkNvbG9yXCI6e1wiJGlkXCI6XCI1MzRcIixcIkFcIjoxNTMsXCJSXCI6MCxcIkdcIjowLFwiQlwiOjB9fSxcIklzVmlzaWJsZVwiOmZhbHNlLFwiV2lkdGhcIjowLjAsXCJIZWlnaHRcIjowLjAsXCJCb3JkZXJTdHlsZVwiOntcIiRpZFwiOlwiNTM1XCIsXCJMaW5lU3R5bGVcIjp7XCIkaWRcIjpcIjUzNlwiLFwiTGluZUNvbG9yXCI6e1wiJGlkXCI6XCI1MzdcIixcIkNvbG9yXCI6e1wiJGlkXCI6XCI1MzhcIixcIkFcIjoyNTUsXCJSXCI6MjU1LFwiR1wiOjAsXCJCXCI6MH19LFwiTGluZVdlaWdodFwiOjIuMCxcIkxpbmVUeXBlXCI6MH0sXCJJc1Zpc2libGVcIjpmYWxzZX19fSxcIlNoYXBlU3R5bGVcIjp7XCIkaWRcIjpcIjUzOVwiLFwiTWFyZ2luXCI6e1wiJGlkXCI6XCI1NDBcIixcIlRvcFwiOjAuMCxcIkxlZnRcIjo0LjAsXCJSaWdodFwiOjQuMCxcIkJvdHRvbVwiOjAuMH0sXCJQYWRkaW5nXCI6e1wiJGlkXCI6XCI1NDFcIixcIlRvcFwiOjAuMCxcIkxlZnRcIjowLjAsXCJSaWdodFwiOjAuMCxcIkJvdHRvbVwiOjAuMH0sXCJCYWNrZ3JvdW5kXCI6e1wiJGlkXCI6XCI1NDJcIixcIkNvbG9yXCI6e1wiJGlkXCI6XCI1NDNcIixcIkFcIjoyNTUsXCJSXCI6MjYsXCJHXCI6MTcwLFwiQlwiOjY2fX0sXCJJc1Zpc2libGVcIjp0cnVlLFwiV2lkdGhcIjowLjAsXCJIZWlnaHRcIjoxMC4wLFwiQm9yZGVyU3R5bGVcIjp7XCIkaWRcIjpcIjU0NFwiLFwiTGluZVN0eWxlXCI6e1wiJGlkXCI6XCI1NDVcIixcIkxpbmVDb2xvclwiOntcIiRpZFwiOlwiNTQ2XCIsXCJDb2xvclwiOntcIiRpZFwiOlwiNTQ3XCIsXCJBXCI6MjU1LFwiUlwiOjIzNCxcIkdcIjoyMixcIkJcIjozMH19LFwiTGluZVdlaWdodFwiOjIuMCxcIkxpbmVUeXBlXCI6MH0sXCJJc1Zpc2libGVcIjpmYWxzZX19LFwiVGl0bGVTdHlsZVwiOntcIiRpZFwiOlwiNTQ4XCIsXCJGb250U2V0dGluZ3NcIjp7XCIkaWRcIjpcIjU0OVwiLFwiRm9udFNpemVcIjoxMSxcIkZvbnROYW1lXCI6XCJDYWxpYnJpXCIsXCJJc0JvbGRcIjp0cnV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NjgsXCJHXCI6ODQsXCJCXCI6MTA2fX0sXCJIb3Jpem9udGFsQWxpZ25tZW50XCI6MixcIklzVmlzaWJsZVwiOnRydWV9LFwiRGF0ZUZvcm1hdFwiOntcIiRpZFwiOlwiNTU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1N1wiLFwiRm9ybWF0XCI6MCxcIklzVmlzaWJsZVwiOmZhbHNlLFwiTGFzdEtub3duVmlzaWJpbGl0eVN0YXRlXCI6ZmFsc2V9LFwiVmFyaWFuY2VTdHlsZVwiOntcIiRpZFwiOlwiNTU4XCIsXCJWYXJpYW5jZVRleHRTdHlsZVwiOntcIiRpZFwiOlwiNTU5XCIsXCJGb250U2V0dGluZ3NcIjp7XCIkaWRcIjpcIjU2MFwiLFwiRm9udFNpemVcIjoxMCxcIkZvbnROYW1lXCI6XCJDYWxpYnJpXCIsXCJJc0JvbGRcIjpmYWxzZSxcIklzSXRhbGljXCI6ZmFsc2UsXCJJc1VuZGVybGluZWRcIjpmYWxzZX0sXCJGb3JlZ3JvdW5kXCI6e1wiJGlkXCI6XCI1NjFcIixcIkNvbG9yXCI6e1wiJGlkXCI6XCI1NjJcIixcIkFcIjoyNTUsXCJSXCI6MCxcIkdcIjowLFwiQlwiOjB9fSxcIkhvcml6b250YWxBbGlnbm1lbnRcIjowLFwiSXNWaXNpYmxlXCI6ZmFsc2V9fX0sXCJEZWZhdWx0U3dpbWxhbmVNb3RTdHlsZVwiOntcIiRpZFwiOlwiNTYzXCIsXCJTaGFwZVwiOjIsXCJTaGFwZVNpemVcIjoxLFwiRGV0YWlsc1NwYWNpbmdcIjowLjAsXCJQYWRkaW5nXCI6e1wiJGlkXCI6XCI1NjRcIixcIlRvcFwiOjUuMCxcIkxlZnRcIjozLjAsXCJSaWdodFwiOjAuMCxcIkJvdHRvbVwiOjIuMH0sXCJQb3NpdGlvbk9uVGFza1wiOjEsXCJTaGFwZVN0eWxlXCI6e1wiJGlkXCI6XCI1NjVcIixcIk1hcmdpblwiOntcIiRpZFwiOlwiNTY2XCIsXCJUb3BcIjowLjAsXCJMZWZ0XCI6MC4wLFwiUmlnaHRcIjowLjAsXCJCb3R0b21cIjowLjB9LFwiUGFkZGluZ1wiOntcIiRpZFwiOlwiNTY3XCIsXCJUb3BcIjowLjAsXCJMZWZ0XCI6MC4wLFwiUmlnaHRcIjowLjAsXCJCb3R0b21cIjowLjB9LFwiQmFja2dyb3VuZFwiOntcIiRpZFwiOlwiNTY4XCIsXCJDb2xvclwiOntcIiRpZFwiOlwiNTY5XCIsXCJBXCI6MjU1LFwiUlwiOjExMixcIkdcIjoxNzMsXCJCXCI6NzF9fSxcIklzVmlzaWJsZVwiOnRydWUsXCJXaWR0aFwiOjEzLjAsXCJIZWlnaHRcIjoxMy4wLFwiQm9yZGVyU3R5bGVcIjp7XCIkaWRcIjpcIjU3MFwiLFwiTGluZVN0eWxlXCI6e1wiJGlkXCI6XCI1NzFcIixcIkxpbmVDb2xvclwiOntcIiRpZFwiOlwiNTcyXCIsXCJDb2xvclwiOntcIiRpZFwiOlwiNTczXCIsXCJBXCI6MjU1LFwiUlwiOjIzNCxcIkdcIjoyMixcIkJcIjozMH19LFwiTGluZVdlaWdodFwiOjAuMCxcIkxpbmVUeXBlXCI6MH0sXCJJc1Zpc2libGVcIjpmYWxzZX19LFwiVGl0bGVTdHlsZVwiOntcIiRpZFwiOlwiNTc0XCIsXCJGb250U2V0dGluZ3NcIjp7XCIkaWRcIjpcIjU3NVwiLFwiRm9udFNpemVcIjoxMSxcIkZvbnROYW1lXCI6XCJDYWxpYnJpXCIsXCJJc0JvbGRcIjp0cnVlLFwiSXNJdGFsaWNcIjpmYWxzZSxcIklzVW5kZXJsaW5lZFwiOmZhbHNlfSxcIkZvcmVncm91bmRcIjp7XCIkaWRcIjpcIjU3NlwiLFwiQ29sb3JcIjp7XCIkaWRcIjpcIjU3N1wiLFwiQVwiOjI1NSxcIlJcIjowLFwiR1wiOjAsXCJCXCI6MH19LFwiSG9yaXpvbnRhbEFsaWdubWVudFwiOjAsXCJJc1Zpc2libGVcIjp0cnVlfSxcIkRhdGVTdHlsZVwiOntcIiRpZFwiOlwiNTc4XCIsXCJGb250U2V0dGluZ3NcIjp7XCIkaWRcIjpcIjU3OVwiLFwiRm9udFNpemVcIjoxMCxcIkZvbnROYW1lXCI6XCJDYWxpYnJpXCIsXCJJc0JvbGRcIjpmYWxzZSxcIklzSXRhbGljXCI6ZmFsc2UsXCJJc1VuZGVybGluZWRcIjpmYWxzZX0sXCJGb3JlZ3JvdW5kXCI6e1wiJGlkXCI6XCI1ODBcIixcIkNvbG9yXCI6e1wiJGlkXCI6XCI1ODFcIixcIkFcIjoyNTUsXCJSXCI6NjgsXCJHXCI6ODQsXCJCXCI6MTA2fX0sXCJIb3Jpem9udGFsQWxpZ25tZW50XCI6MCxcIklzVmlzaWJsZVwiOnRydWV9LFwiRGF0ZUZvcm1hdFwiOntcIiRpZFwiOlwiNT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U4M1wiLFwiRm9ybWF0XCI6MCxcIklzVmlzaWJsZVwiOmZhbHNlLFwiTGFzdEtub3duVmlzaWJpbGl0eVN0YXRlXCI6ZmFsc2V9LFwiVmFyaWFuY2VTdHlsZVwiOntcIiRpZFwiOlwiNTg0XCIsXCJWYXJpYW5jZVRleHRTdHlsZVwiOntcIiRpZFwiOlwiNTg1XCIsXCJGb250U2V0dGluZ3NcIjp7XCIkaWRcIjpcIjU4NlwiLFwiRm9udFNpemVcIjoxMCxcIkZvbnROYW1lXCI6XCJDYWxpYnJpXCIsXCJJc0JvbGRcIjpmYWxzZSxcIklzSXRhbGljXCI6ZmFsc2UsXCJJc1VuZGVybGluZWRcIjpmYWxzZX0sXCJGb3JlZ3JvdW5kXCI6e1wiJGlkXCI6XCI1ODdcIixcIkNvbG9yXCI6e1wiJGlkXCI6XCI1ODhcIixcIkFcIjoyNTUsXCJSXCI6MCxcIkdcIjowLFwiQlwiOjB9fSxcIkhvcml6b250YWxBbGlnbm1lbnRcIjowLFwiSXNWaXNpYmxlXCI6ZmFsc2V9fX19LHtcIiRpZFwiOlwiNTg5XCIsXCJTdHlsZUlkXCI6XCJlNTYzMmI1Zi1mODM4LTRiOGItYjg5Ni02NDg1YTZiZTZmOWJcIixcIk5hbWVcIjpcIlN3aW1sYW5lIFN0eWxlIDRcIixcIkhlYWRlclN0eWxlXCI6e1wiJGlkXCI6XCI1OTBcIixcIlRleHRTdHlsZVwiOntcIiRpZFwiOlwiNTkxXCIsXCJGb250U2V0dGluZ3NcIjp7XCIkaWRcIjpcIjU5MlwiLFwiRm9udFNpemVcIjoxMi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wLFwiR1wiOjkyLFwiQlwiOjE0MX19LFwiSXNWaXNpYmxlXCI6dHJ1ZSxcIldpZHRoXCI6MC4wLFwiSGVpZ2h0XCI6MC4wLFwiQm9yZGVyU3R5bGVcIjp7XCIkaWRcIjpcIjYwMFwiLFwiTGluZVN0eWxlXCI6e1wiJGlkXCI6XCI2MDFcIixcIkxpbmVDb2xvclwiOntcIiRpZFwiOlwiNjAyXCIsXCJDb2xvclwiOntcIiRpZFwiOlwiNjAzXCIsXCJBXCI6MjU1LFwiUlwiOjI1NSxcIkdcIjowLFwiQlwiOjB9fSxcIkxpbmVXZWlnaHRcIjowLjAsXCJMaW5lVHlwZVwiOjB9LFwiSXNWaXNpYmxlXCI6ZmFsc2V9fX0sXCJCYWNrZ3JvdW5kU3R5bGVcIjp7XCIkaWRcIjpcIjYwNFwiLFwiTWFyZ2luXCI6e1wiJGlkXCI6XCI2MDVcIixcIlRvcFwiOjAuMCxcIkxlZnRcIjowLjAsXCJSaWdodFwiOjAuMCxcIkJvdHRvbVwiOjAuMH0sXCJQYWRkaW5nXCI6e1wiJGlkXCI6XCI2MDZcIixcIlRvcFwiOjAuMCxcIkxlZnRcIjowLjAsXCJSaWdodFwiOjAuMCxcIkJvdHRvbVwiOjAuMH0sXCJCYWNrZ3JvdW5kXCI6e1wiJGlkXCI6XCI2MDdcIixcIkNvbG9yXCI6e1wiJGlkXCI6XCI2MDhcIixcIkFcIjo1MSxcIlJcIjo1NCxcIkdcIjoxNjksXCJCXCI6MjI1fX0sXCJJc1Zpc2libGVcIjp0cnVlLFwiV2lkdGhcIjowLjAsXCJIZWlnaHRcIjowLjAsXCJCb3JkZXJTdHlsZVwiOntcIiRpZFwiOlwiNjA5XCIsXCJMaW5lU3R5bGVcIjp7XCIkaWRcIjpcIjYxMFwiLFwiTGluZUNvbG9yXCI6e1wiJGlkXCI6XCI2MTFcIixcIkNvbG9yXCI6e1wiJGlkXCI6XCI2MTJcIixcIkFcIjoyNTUsXCJSXCI6MjM0LFwiR1wiOjIyLFwiQlwiOjMwfX0sXCJMaW5lV2VpZ2h0XCI6MC4wLFwiTGluZVR5cGVcIjowfSxcIklzVmlzaWJsZVwiOmZhbHNlfX0sXCJJc0Fib3ZlVGltZWJhbmRcIjpmYWxzZSxcIlNwYWNpbmdcIjoyLFwiRGVmYXVsdFN3aW1sYW5lQWN0aXZpdHlTdHlsZVwiOntcIiRpZFwiOlwiNjEzXCIsXCJIZWFkZXJTdHlsZVwiOntcIiRpZFwiOlwiNjE0XCIsXCJUZXh0U3R5bGVcIjp7XCIkaWRcIjpcIjYxNVwiLFwiRm9udFNldHRpbmdzXCI6e1wiJGlkXCI6XCI2MTZcIixcIkZvbnRTaXplXCI6MTEsXCJGb250TmFtZVwiOlwiQ2FsaWJyaVwiLFwiSXNCb2xkXCI6ZmFsc2UsXCJJc0l0YWxpY1wiOmZhbHNlLFwiSXNVbmRlcmxpbmVkXCI6ZmFsc2V9LFwiRm9yZWdyb3VuZFwiOntcIiRpZFwiOlwiNjE3XCIsXCJDb2xvclwiOntcIiRpZFwiOlwiNjE4XCIsXCJBXCI6MjU1LFwiUlwiOjAsXCJHXCI6MCxcIkJcIjowfX0sXCJIb3Jpem9udGFsQWxpZ25tZW50XCI6MCxcIklzVmlzaWJsZVwiOnRydWV9LFwiUmVjdGFuZ2xlU3R5bGVcIjp7XCIkaWRcIjpcIjYxOVwiLFwiTWFyZ2luXCI6e1wiJGlkXCI6XCI2MjBcIixcIlRvcFwiOjAuMCxcIkxlZnRcIjowLjAsXCJSaWdodFwiOjAuMCxcIkJvdHRvbVwiOjAuMH0sXCJQYWRkaW5nXCI6e1wiJGlkXCI6XCI2MjFcIixcIlRvcFwiOjAuMCxcIkxlZnRcIjowLjAsXCJSaWdodFwiOjAuMCxcIkJvdHRvbVwiOjAuMH0sXCJCYWNrZ3JvdW5kXCI6e1wiJGlkXCI6XCI2MjJcIixcIkNvbG9yXCI6e1wiJGlkXCI6XCI2MjNcIixcIkFcIjo2MyxcIlJcIjowLFwiR1wiOjkyLFwiQlwiOjE0MX19LFwiSXNWaXNpYmxlXCI6dHJ1ZSxcIldpZHRoXCI6MC4wLFwiSGVpZ2h0XCI6MC4wLFwiQm9yZGVyU3R5bGVcIjp7XCIkaWRcIjpcIjYyNFwiLFwiTGluZVN0eWxlXCI6e1wiJGlkXCI6XCI2MjVcIixcIkxpbmVDb2xvclwiOntcIiRpZFwiOlwiNjI2XCIsXCJDb2xvclwiOntcIiRpZFwiOlwiNjI3XCIsXCJBXCI6MjU1LFwiUlwiOjI1NSxcIkdcIjowLFwiQlwiOjB9fSxcIkxpbmVXZWlnaHRcIjowLjAsXCJMaW5lVHlwZVwiOjB9LFwiSXNWaXNpYmxlXCI6ZmFsc2V9fX0sXCJCYWNrZ3JvdW5kU3R5bGVcIjp7XCIkaWRcIjpcIjYyOFwiLFwiTWFyZ2luXCI6e1wiJGlkXCI6XCI2MjlcIixcIlRvcFwiOjAuMCxcIkxlZnRcIjowLjAsXCJSaWdodFwiOjAuMCxcIkJvdHRvbVwiOjAuMH0sXCJQYWRkaW5nXCI6e1wiJGlkXCI6XCI2MzBcIixcIlRvcFwiOjAuMCxcIkxlZnRcIjowLjAsXCJSaWdodFwiOjAuMCxcIkJvdHRvbVwiOjAuMH0sXCJCYWNrZ3JvdW5kXCI6e1wiJGlkXCI6XCI2MzFcIixcIkNvbG9yXCI6e1wiJGlkXCI6XCI2MzJcIixcIkFcIjo1MSxcIlJcIjo1NCxcIkdcIjoxNjksXCJCXCI6MjI1fX0sXCJJc1Zpc2libGVcIjp0cnVlLFwiV2lkdGhcIjowLjAsXCJIZWlnaHRcIjowLjAsXCJCb3JkZXJTdHlsZVwiOntcIiRpZFwiOlwiNjMzXCIsXCJMaW5lU3R5bGVcIjp7XCIkaWRcIjpcIjYzNFwiLFwiTGluZUNvbG9yXCI6e1wiJGlkXCI6XCI2MzVcIixcIkNvbG9yXCI6e1wiJGlkXCI6XCI2MzZcIixcIkFcIjoyNTUsXCJSXCI6MjM0LFwiR1wiOjIyLFwiQlwiOjMwfX0sXCJMaW5lV2VpZ2h0XCI6MC4wLFwiTGluZVR5cGVcIjowfSxcIklzVmlzaWJsZVwiOmZhbHNlfX19LFwiRGVmYXVsdFN3aW1sYW5lTWlsZXN0b25lU3R5bGVcIjp7XCIkaWRcIjpcIjYzN1wiLFwiVGl0bGVQb3NpdGlvblwiOjIsXCJEYXRlUG9zaXRpb25cIjowLFwiVmFyaWFuY2VQb3NpdGlvblwiOjAsXCJTaGFwZVR5cGVcIjoyLFwiU2hhcGVTaXplXCI6MSxcIlNwYWNpbmdcIjo1LFwiU2hhcGVTdHlsZVwiOntcIiRpZFwiOlwiNjM4XCIsXCJNYXJnaW5cIjp7XCIkaWRcIjpcIjYzOVwiLFwiVG9wXCI6MC4wLFwiTGVmdFwiOjAuMCxcIlJpZ2h0XCI6MC4wLFwiQm90dG9tXCI6MC4wfSxcIlBhZGRpbmdcIjp7XCIkaWRcIjpcIjY0MFwiLFwiVG9wXCI6MC4wLFwiTGVmdFwiOjAuMCxcIlJpZ2h0XCI6MC4wLFwiQm90dG9tXCI6MC4wfSxcIkJhY2tncm91bmRcIjp7XCIkaWRcIjpcIjY0MVwiLFwiQ29sb3JcIjp7XCIkaWRcIjpcIjY0MlwiLFwiQVwiOjI1NSxcIlJcIjowLFwiR1wiOjkyLFwiQlwiOjE0MX19LFwiSXNWaXNpYmxlXCI6dHJ1ZSxcIldpZHRoXCI6MTMuMCxcIkhlaWdodFwiOjEzLjAsXCJCb3JkZXJTdHlsZVwiOntcIiRpZFwiOlwiNjQzXCIsXCJMaW5lU3R5bGVcIjp7XCIkaWRcIjpcIjY0NFwiLFwiTGluZUNvbG9yXCI6e1wiJGlkXCI6XCI2NDVcIixcIkNvbG9yXCI6e1wiJGlkXCI6XCI2NDZcIixcIkFcIjoyNTUsXCJSXCI6MjM0LFwiR1wiOjIyLFwiQlwiOjMwfX0sXCJMaW5lV2VpZ2h0XCI6Mi4wLFwiTGluZVR5cGVcIjowfSxcIklzVmlzaWJsZVwiOmZhbHNlfX0sXCJUaXRsZVN0eWxlXCI6e1wiJGlkXCI6XCI2NDdcIixcIkZvbnRTZXR0aW5nc1wiOntcIiRpZFwiOlwiNjQ4XCIsXCJGb250U2l6ZVwiOjExLFwiRm9udE5hbWVcIjpcIkNhbGlicmlcIixcIklzQm9sZFwiOnRydWUsXCJJc0l0YWxpY1wiOmZhbHNlLFwiSXNVbmRlcmxpbmVkXCI6ZmFsc2V9LFwiRm9yZWdyb3VuZFwiOntcIiRpZFwiOlwiNjQ5XCIsXCJDb2xvclwiOntcIiRpZFwiOlwiNjUwXCIsXCJBXCI6MjU1LFwiUlwiOjAsXCJHXCI6MCxcIkJcIjowfX0sXCJIb3Jpem9udGFsQWxpZ25tZW50XCI6MCxcIklzVmlzaWJsZVwiOnRydWV9LFwiRGF0ZVN0eWxlXCI6e1wiJGlkXCI6XCI2NTFcIixcIkZvbnRTZXR0aW5nc1wiOntcIiRpZFwiOlwiNjUyXCIsXCJGb250U2l6ZVwiOjEwLFwiRm9udE5hbWVcIjpcIkNhbGlicmlcIixcIklzQm9sZFwiOmZhbHNlLFwiSXNJdGFsaWNcIjpmYWxzZSxcIklzVW5kZXJsaW5lZFwiOmZhbHNlfSxcIkZvcmVncm91bmRcIjp7XCIkaWRcIjpcIjY1M1wiLFwiQ29sb3JcIjp7XCIkaWRcIjpcIjY1NFwiLFwiQVwiOjI1NSxcIlJcIjo2OCxcIkdcIjo4NCxcIkJcIjoxMDZ9fSxcIkhvcml6b250YWxBbGlnbm1lbnRcIjowLFwiSXNWaXNpYmxlXCI6dHJ1ZX0sXCJEYXRlRm9ybWF0XCI6e1wiJGlkXCI6XCI2NT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jU2XCIsXCJGb3JtYXRcIjowLFwiSXNWaXNpYmxlXCI6ZmFsc2UsXCJMYXN0S25vd25WaXNpYmlsaXR5U3RhdGVcIjpmYWxzZX0sXCJWYXJpYW5jZVN0eWxlXCI6e1wiJGlkXCI6XCI2NTdcIixcIlZhcmlhbmNlVGV4dFN0eWxlXCI6e1wiJGlkXCI6XCI2NThcIixcIkZvbnRTZXR0aW5nc1wiOntcIiRpZFwiOlwiNjU5XCIsXCJGb250U2l6ZVwiOjEwLFwiRm9udE5hbWVcIjpcIkNhbGlicmlcIixcIklzQm9sZFwiOmZhbHNlLFwiSXNJdGFsaWNcIjpmYWxzZSxcIklzVW5kZXJsaW5lZFwiOmZhbHNlfSxcIkZvcmVncm91bmRcIjp7XCIkaWRcIjpcIjY2MFwiLFwiQ29sb3JcIjp7XCIkaWRcIjpcIjY2MVwiLFwiQVwiOjI1NSxcIlJcIjowLFwiR1wiOjAsXCJCXCI6MH19LFwiSG9yaXpvbnRhbEFsaWdubWVudFwiOjAsXCJJc1Zpc2libGVcIjpmYWxzZX19fSxcIkRlZmF1bHRTd2ltbGFuZVRhc2tTdHlsZVwiOntcIiRpZFwiOlwiNjYyXCIsXCJTaGFwZVwiOjEsXCJTaGFwZVRoaWNrbmVzc1wiOjAsXCJEdXJhdGlvbkZvcm1hdFwiOjAsXCJQZXJjZW50YWdlQ29tcGxldGVUZXh0U3R5bGVcIjp7XCIkaWRcIjpcIjY2M1wiLFwiRm9udFNldHRpbmdzXCI6e1wiJGlkXCI6XCI2NjRcIixcIkZvbnRTaXplXCI6MTAsXCJGb250TmFtZVwiOlwiQ2FsaWJyaVwiLFwiSXNCb2xkXCI6ZmFsc2UsXCJJc0l0YWxpY1wiOmZhbHNlLFwiSXNVbmRlcmxpbmVkXCI6ZmFsc2V9LFwiRm9yZWdyb3VuZFwiOntcIiRpZFwiOlwiNjY1XCIsXCJDb2xvclwiOntcIiRpZFwiOlwiNjY2XCIsXCJBXCI6MjU1LFwiUlwiOjIzNyxcIkdcIjoxMjUsXCJCXCI6NDl9fSxcIkhvcml6b250YWxBbGlnbm1lbnRcIjoxLFwiSXNWaXNpYmxlXCI6dHJ1ZX0sXCJQZXJjZW50YWdlQ29tcGxldGVIaWdobGlnaHRTdHlsZVwiOntcIiRpZFwiOlwiNjY3XCIsXCJCYWNrZ3JvdW5kXCI6e1wiJGlkXCI6XCI2NjhcIixcIkNvbG9yXCI6e1wiJGlkXCI6XCI2NjlcIixcIkFcIjo4OSxcIlJcIjowLFwiR1wiOjAsXCJCXCI6MH19fSxcIkR1cmF0aW9uU3R5bGVcIjp7XCIkaWRcIjpcIjY3MFwiLFwiRm9udFNldHRpbmdzXCI6e1wiJGlkXCI6XCI2NzFcIixcIkZvbnRTaXplXCI6MTAsXCJGb250TmFtZVwiOlwiQ2FsaWJyaVwiLFwiSXNCb2xkXCI6ZmFsc2UsXCJJc0l0YWxpY1wiOmZhbHNlLFwiSXNVbmRlcmxpbmVkXCI6ZmFsc2V9LFwiRm9yZWdyb3VuZFwiOntcIiRpZFwiOlwiNjcyXCIsXCJDb2xvclwiOntcIiRpZFwiOlwiNjczXCIsXCJBXCI6MjU1LFwiUlwiOjIzNyxcIkdcIjoxMjUsXCJCXCI6NDl9fSxcIkhvcml6b250YWxBbGlnbm1lbnRcIjowLFwiSXNWaXNpYmxlXCI6ZmFsc2V9LFwiTWFyZ2luXCI6e1wiJGlkXCI6XCI2NzR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Njc1XCIsXCJCYXNlbGluZVNoYXBlU3R5bGVcIjp7XCIkaWRcIjpcIjY3NlwiLFwiTWFyZ2luXCI6e1wiJGlkXCI6XCI2NzdcIixcIlRvcFwiOjAuMCxcIkxlZnRcIjowLjAsXCJSaWdodFwiOjAuMCxcIkJvdHRvbVwiOjAuMH0sXCJQYWRkaW5nXCI6e1wiJGlkXCI6XCI2NzhcIixcIlRvcFwiOjAuMCxcIkxlZnRcIjowLjAsXCJSaWdodFwiOjAuMCxcIkJvdHRvbVwiOjAuMH0sXCJCYWNrZ3JvdW5kXCI6e1wiJGlkXCI6XCI2NzlcIixcIkNvbG9yXCI6e1wiJGlkXCI6XCI2ODBcIixcIkFcIjoxNTMsXCJSXCI6MCxcIkdcIjowLFwiQlwiOjB9fSxcIklzVmlzaWJsZVwiOmZhbHNlLFwiV2lkdGhcIjowLjAsXCJIZWlnaHRcIjowLjAsXCJCb3JkZXJTdHlsZVwiOntcIiRpZFwiOlwiNjgxXCIsXCJMaW5lU3R5bGVcIjp7XCIkaWRcIjpcIjY4MlwiLFwiTGluZUNvbG9yXCI6e1wiJGlkXCI6XCI2ODNcIixcIkNvbG9yXCI6e1wiJGlkXCI6XCI2ODRcIixcIkFcIjoyNTUsXCJSXCI6MjU1LFwiR1wiOjAsXCJCXCI6MH19LFwiTGluZVdlaWdodFwiOjIuMCxcIkxpbmVUeXBlXCI6MH0sXCJJc1Zpc2libGVcIjpmYWxzZX19fSxcIlNoYXBlU3R5bGVcIjp7XCIkaWRcIjpcIjY4NVwiLFwiTWFyZ2luXCI6e1wiJGlkXCI6XCI2ODZcIixcIlRvcFwiOjAuMCxcIkxlZnRcIjo0LjAsXCJSaWdodFwiOjQuMCxcIkJvdHRvbVwiOjAuMH0sXCJQYWRkaW5nXCI6e1wiJGlkXCI6XCI2ODdcIixcIlRvcFwiOjAuMCxcIkxlZnRcIjowLjAsXCJSaWdodFwiOjAuMCxcIkJvdHRvbVwiOjAuMH0sXCJCYWNrZ3JvdW5kXCI6e1wiJGlkXCI6XCI2ODhcIixcIkNvbG9yXCI6e1wiJGlkXCI6XCI2ODlcIixcIkFcIjoyNTUsXCJSXCI6MjYsXCJHXCI6MTcwLFwiQlwiOjY2fX0sXCJJc1Zpc2libGVcIjp0cnVlLFwiV2lkdGhcIjoxNjYuMCxcIkhlaWdodFwiOjEwLjAsXCJCb3JkZXJTdHlsZVwiOntcIiRpZFwiOlwiNjkwXCIsXCJMaW5lU3R5bGVcIjp7XCIkaWRcIjpcIjY5MVwiLFwiTGluZUNvbG9yXCI6e1wiJGlkXCI6XCI2OTJcIixcIkNvbG9yXCI6e1wiJGlkXCI6XCI2OTNcIixcIkFcIjoyNTUsXCJSXCI6MjM0LFwiR1wiOjIyLFwiQlwiOjMwfX0sXCJMaW5lV2VpZ2h0XCI6Mi4wLFwiTGluZVR5cGVcIjowfSxcIklzVmlzaWJsZVwiOmZhbHNlfX0sXCJUaXRsZVN0eWxlXCI6e1wiJGlkXCI6XCI2OTRcIixcIkZvbnRTZXR0aW5nc1wiOntcIiRpZFwiOlwiNjk1XCIsXCJGb250U2l6ZVwiOjExLFwiRm9udE5hbWVcIjpcIkNhbGlicmlcIixcIklzQm9sZFwiOnRydWUsXCJJc0l0YWxpY1wiOmZhbHNlLFwiSXNVbmRlcmxpbmVkXCI6ZmFsc2V9LFwiRm9yZWdyb3VuZFwiOntcIiRpZFwiOlwiNjk2XCIsXCJDb2xvclwiOntcIiRpZFwiOlwiNjk3XCIsXCJBXCI6MjU1LFwiUlwiOjAsXCJHXCI6MCxcIkJcIjowfX0sXCJIb3Jpem9udGFsQWxpZ25tZW50XCI6MCxcIklzVmlzaWJsZVwiOnRydWV9LFwiRGF0ZVN0eWxlXCI6e1wiJGlkXCI6XCI2OThcIixcIkZvbnRTZXR0aW5nc1wiOntcIiRpZFwiOlwiNjk5XCIsXCJGb250U2l6ZVwiOjEwLFwiRm9udE5hbWVcIjpcIkNhbGlicmlcIixcIklzQm9sZFwiOmZhbHNlLFwiSXNJdGFsaWNcIjpmYWxzZSxcIklzVW5kZXJsaW5lZFwiOmZhbHNlfSxcIkZvcmVncm91bmRcIjp7XCIkaWRcIjpcIjcwMFwiLFwiQ29sb3JcIjp7XCIkaWRcIjpcIjcwMVwiLFwiQVwiOjI1NSxcIlJcIjo2OCxcIkdcIjo4NCxcIkJcIjoxMDZ9fSxcIkhvcml6b250YWxBbGlnbm1lbnRcIjoyLFwiSXNWaXNpYmxlXCI6dHJ1ZX0sXCJEYXRlRm9ybWF0XCI6e1wiJGlkXCI6XCI3M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AzXCIsXCJGb3JtYXRcIjowLFwiSXNWaXNpYmxlXCI6ZmFsc2UsXCJMYXN0S25vd25WaXNpYmlsaXR5U3RhdGVcIjpmYWxzZX0sXCJWYXJpYW5jZVN0eWxlXCI6e1wiJGlkXCI6XCI3MDRcIixcIlZhcmlhbmNlVGV4dFN0eWxlXCI6e1wiJGlkXCI6XCI3MDVcIixcIkZvbnRTZXR0aW5nc1wiOntcIiRpZFwiOlwiNzA2XCIsXCJGb250U2l6ZVwiOjEwLFwiRm9udE5hbWVcIjpcIkNhbGlicmlcIixcIklzQm9sZFwiOmZhbHNlLFwiSXNJdGFsaWNcIjpmYWxzZSxcIklzVW5kZXJsaW5lZFwiOmZhbHNlfSxcIkZvcmVncm91bmRcIjp7XCIkaWRcIjpcIjcwN1wiLFwiQ29sb3JcIjp7XCIkaWRcIjpcIjcwOFwiLFwiQVwiOjI1NSxcIlJcIjowLFwiR1wiOjAsXCJCXCI6MH19LFwiSG9yaXpvbnRhbEFsaWdubWVudFwiOjAsXCJJc1Zpc2libGVcIjpmYWxzZX19fSxcIkRlZmF1bHRTd2ltbGFuZU1vdFN0eWxlXCI6e1wiJGlkXCI6XCI3MDlcIixcIlNoYXBlXCI6MixcIlNoYXBlU2l6ZVwiOjEsXCJEZXRhaWxzU3BhY2luZ1wiOjAuMCxcIlBhZGRpbmdcIjp7XCIkaWRcIjpcIjcxMFwiLFwiVG9wXCI6NS4wLFwiTGVmdFwiOjMuMCxcIlJpZ2h0XCI6MC4wLFwiQm90dG9tXCI6Mi4wfSxcIlBvc2l0aW9uT25UYXNrXCI6MSxcIlNoYXBlU3R5bGVcIjp7XCIkaWRcIjpcIjcxMVwiLFwiTWFyZ2luXCI6e1wiJGlkXCI6XCI3MTJcIixcIlRvcFwiOjAuMCxcIkxlZnRcIjowLjAsXCJSaWdodFwiOjAuMCxcIkJvdHRvbVwiOjAuMH0sXCJQYWRkaW5nXCI6e1wiJGlkXCI6XCI3MTNcIixcIlRvcFwiOjAuMCxcIkxlZnRcIjowLjAsXCJSaWdodFwiOjAuMCxcIkJvdHRvbVwiOjAuMH0sXCJCYWNrZ3JvdW5kXCI6e1wiJGlkXCI6XCI3MTRcIixcIkNvbG9yXCI6e1wiJGlkXCI6XCI3MTVcIixcIkFcIjoyNTUsXCJSXCI6MCxcIkdcIjo5MixcIkJcIjoxNDF9fSxcIklzVmlzaWJsZVwiOnRydWUsXCJXaWR0aFwiOjEzLjAsXCJIZWlnaHRcIjoxMy4wLFwiQm9yZGVyU3R5bGVcIjp7XCIkaWRcIjpcIjcxNlwiLFwiTGluZVN0eWxlXCI6e1wiJGlkXCI6XCI3MTdcIixcIkxpbmVDb2xvclwiOntcIiRpZFwiOlwiNzE4XCIsXCJDb2xvclwiOntcIiRpZFwiOlwiNzE5XCIsXCJBXCI6MjU1LFwiUlwiOjIzNCxcIkdcIjoyMixcIkJcIjozMH19LFwiTGluZVdlaWdodFwiOjAuMCxcIkxpbmVUeXBlXCI6MH0sXCJJc1Zpc2libGVcIjpmYWxzZX19LFwiVGl0bGVTdHlsZVwiOntcIiRpZFwiOlwiNzIwXCIsXCJGb250U2V0dGluZ3NcIjp7XCIkaWRcIjpcIjcyMVwiLFwiRm9udFNpemVcIjoxMSxcIkZvbnROYW1lXCI6XCJDYWxpYnJpXCIsXCJJc0JvbGRcIjp0cnVlLFwiSXNJdGFsaWNcIjpmYWxzZSxcIklzVW5kZXJsaW5lZFwiOmZhbHNlfSxcIkZvcmVncm91bmRcIjp7XCIkaWRcIjpcIjcyMlwiLFwiQ29sb3JcIjp7XCIkaWRcIjpcIjcyM1wiLFwiQVwiOjI1NSxcIlJcIjowLFwiR1wiOjAsXCJCXCI6MH19LFwiSG9yaXpvbnRhbEFsaWdubWVudFwiOjA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NjgsXCJHXCI6ODQsXCJCXCI6MTA2fX0sXCJIb3Jpem9udGFsQWxpZ25tZW50XCI6MCxcIklzVmlzaWJsZVwiOnRydWV9LFwiRGF0ZUZvcm1hdFwiOntcIiRpZFwiOlwiNzI4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yOVwiLFwiRm9ybWF0XCI6MCxcIklzVmlzaWJsZVwiOmZhbHNlLFwiTGFzdEtub3duVmlzaWJpbGl0eVN0YXRlXCI6ZmFsc2V9LFwiVmFyaWFuY2VTdHlsZVwiOntcIiRpZFwiOlwiNzMwXCIsXCJWYXJpYW5jZVRleHRTdHlsZVwiOntcIiRpZFwiOlwiNzMxXCIsXCJGb250U2V0dGluZ3NcIjp7XCIkaWRcIjpcIjczMlwiLFwiRm9udFNpemVcIjoxMCxcIkZvbnROYW1lXCI6XCJDYWxpYnJpXCIsXCJJc0JvbGRcIjpmYWxzZSxcIklzSXRhbGljXCI6ZmFsc2UsXCJJc1VuZGVybGluZWRcIjpmYWxzZX0sXCJGb3JlZ3JvdW5kXCI6e1wiJGlkXCI6XCI3MzNcIixcIkNvbG9yXCI6e1wiJGlkXCI6XCI3MzRcIixcIkFcIjoyNTUsXCJSXCI6MCxcIkdcIjowLFwiQlwiOjB9fSxcIkhvcml6b250YWxBbGlnbm1lbnRcIjowLFwiSXNWaXNpYmxlXCI6ZmFsc2V9fX19LHtcIiRpZFwiOlwiNzM1XCIsXCJTdHlsZUlkXCI6XCJlMTBmYjNiYS1iNmJiLTRiMjMtODM3MS1iNmVkNGJlNjRhMTFcIixcIk5hbWVcIjpcIlN3aW1sYW5lIFN0eWxlIDVcIixcIkhlYWRlclN0eWxlXCI6e1wiJGlkXCI6XCI3MzZcIixcIlRleHRTdHlsZVwiOntcIiRpZFwiOlwiNzM3XCIsXCJGb250U2V0dGluZ3NcIjp7XCIkaWRcIjpcIjczOFwiLFwiRm9udFNpemVcIjoxMixcIkZvbnROYW1lXCI6XCJDYWxpYnJpXCIsXCJJc0JvbGRcIjpmYWxzZSxcIklzSXRhbGljXCI6ZmFsc2UsXCJJc1VuZGVybGluZWRcIjpmYWxzZX0sXCJGb3JlZ3JvdW5kXCI6e1wiJGlkXCI6XCI3MzlcIixcIkNvbG9yXCI6e1wiJGlkXCI6XCI3NDBcIixcIkFcIjoyNTUsXCJSXCI6MjU1LFwiR1wiOjI1NSxcIkJcIjoyNTV9fSxcIkhvcml6b250YWxBbGlnbm1lbnRcIjowLFwiSXNWaXNpYmxlXCI6dHJ1ZX0sXCJSZWN0YW5nbGVTdHlsZVwiOntcIiRpZFwiOlwiNzQxXCIsXCJNYXJnaW5cIjp7XCIkaWRcIjpcIjc0MlwiLFwiVG9wXCI6MC4wLFwiTGVmdFwiOjAuMCxcIlJpZ2h0XCI6MC4wLFwiQm90dG9tXCI6MC4wfSxcIlBhZGRpbmdcIjp7XCIkaWRcIjpcIjc0M1wiLFwiVG9wXCI6MC4wLFwiTGVmdFwiOjAuMCxcIlJpZ2h0XCI6MC4wLFwiQm90dG9tXCI6MC4wfSxcIkJhY2tncm91bmRcIjp7XCIkaWRcIjpcIjc0NFwiLFwiQ29sb3JcIjp7XCIkaWRcIjpcIjc0NVwiLFwiQVwiOjI1NSxcIlJcIjoyNTUsXCJHXCI6MTkyLFwiQlwiOjB9fSxcIklzVmlzaWJsZVwiOnRydWUsXCJXaWR0aFwiOjAuMCxcIkhlaWdodFwiOjAuMCxcIkJvcmRlclN0eWxlXCI6e1wiJGlkXCI6XCI3NDZcIixcIkxpbmVTdHlsZVwiOntcIiRpZFwiOlwiNzQ3XCIsXCJMaW5lQ29sb3JcIjp7XCIkaWRcIjpcIjc0OFwiLFwiQ29sb3JcIjp7XCIkaWRcIjpcIjc0OVwiLFwiQVwiOjI1NSxcIlJcIjoyNTUsXCJHXCI6MCxcIkJcIjowfX0sXCJMaW5lV2VpZ2h0XCI6MC4wLFwiTGluZVR5cGVcIjowfSxcIklzVmlzaWJsZVwiOmZhbHNlfX19LFwiQmFja2dyb3VuZFN0eWxlXCI6e1wiJGlkXCI6XCI3NTBcIixcIk1hcmdpblwiOntcIiRpZFwiOlwiNzUxXCIsXCJUb3BcIjowLjAsXCJMZWZ0XCI6MC4wLFwiUmlnaHRcIjowLjAsXCJCb3R0b21cIjowLjB9LFwiUGFkZGluZ1wiOntcIiRpZFwiOlwiNzUyXCIsXCJUb3BcIjowLjAsXCJMZWZ0XCI6MC4wLFwiUmlnaHRcIjowLjAsXCJCb3R0b21cIjowLjB9LFwiQmFja2dyb3VuZFwiOntcIiRpZFwiOlwiNzUzXCIsXCJDb2xvclwiOntcIiRpZFwiOlwiNzU0XCIsXCJBXCI6NTEsXCJSXCI6MTE1LFwiR1wiOjExNSxcIkJcIjoxMTV9fSxcIklzVmlzaWJsZVwiOnRydWUsXCJXaWR0aFwiOjAuMCxcIkhlaWdodFwiOjAuMCxcIkJvcmRlclN0eWxlXCI6e1wiJGlkXCI6XCI3NTVcIixcIkxpbmVTdHlsZVwiOntcIiRpZFwiOlwiNzU2XCIsXCJMaW5lQ29sb3JcIjp7XCIkaWRcIjpcIjc1N1wiLFwiQ29sb3JcIjp7XCIkaWRcIjpcIjc1OFwiLFwiQVwiOjI1NSxcIlJcIjoyMzQsXCJHXCI6MjIsXCJCXCI6MzB9fSxcIkxpbmVXZWlnaHRcIjowLjAsXCJMaW5lVHlwZVwiOjB9LFwiSXNWaXNpYmxlXCI6ZmFsc2V9fSxcIklzQWJvdmVUaW1lYmFuZFwiOmZhbHNlLFwiU3BhY2luZ1wiOjIsXCJEZWZhdWx0U3dpbWxhbmVBY3Rpdml0eVN0eWxlXCI6e1wiJGlkXCI6XCI3NTlcIixcIkhlYWRlclN0eWxlXCI6e1wiJGlkXCI6XCI3NjBcIixcIlRleHRTdHlsZVwiOntcIiRpZFwiOlwiNzYxXCIsXCJGb250U2V0dGluZ3NcIjp7XCIkaWRcIjpcIjc2MlwiLFwiRm9udFNpemVcIjoxMSxcIkZvbnROYW1lXCI6XCJDYWxpYnJpXCIsXCJJc0JvbGRcIjpmYWxzZSxcIklzSXRhbGljXCI6ZmFsc2UsXCJJc1VuZGVybGluZWRcIjpmYWxzZX0sXCJGb3JlZ3JvdW5kXCI6e1wiJGlkXCI6XCI3NjNcIixcIkNvbG9yXCI6e1wiJGlkXCI6XCI3NjRcIixcIkFcIjoyNTUsXCJSXCI6MCxcIkdcIjowLFwiQlwiOjB9fSxcIkhvcml6b250YWxBbGlnbm1lbnRcIjowLFwiSXNWaXNpYmxlXCI6dHJ1ZX0sXCJSZWN0YW5nbGVTdHlsZVwiOntcIiRpZFwiOlwiNzY1XCIsXCJNYXJnaW5cIjp7XCIkaWRcIjpcIjc2NlwiLFwiVG9wXCI6MC4wLFwiTGVmdFwiOjAuMCxcIlJpZ2h0XCI6MC4wLFwiQm90dG9tXCI6MC4wfSxcIlBhZGRpbmdcIjp7XCIkaWRcIjpcIjc2N1wiLFwiVG9wXCI6MC4wLFwiTGVmdFwiOjAuMCxcIlJpZ2h0XCI6MC4wLFwiQm90dG9tXCI6MC4wfSxcIkJhY2tncm91bmRcIjp7XCIkaWRcIjpcIjc2OFwiLFwiQ29sb3JcIjp7XCIkaWRcIjpcIjc2OVwiLFwiQVwiOjYzLFwiUlwiOjI1NSxcIkdcIjoxOTIsXCJCXCI6MH19LFwiSXNWaXNpYmxlXCI6dHJ1ZSxcIldpZHRoXCI6MC4wLFwiSGVpZ2h0XCI6MC4wLFwiQm9yZGVyU3R5bGVcIjp7XCIkaWRcIjpcIjc3MFwiLFwiTGluZVN0eWxlXCI6e1wiJGlkXCI6XCI3NzFcIixcIkxpbmVDb2xvclwiOntcIiRpZFwiOlwiNzcyXCIsXCJDb2xvclwiOntcIiRpZFwiOlwiNzczXCIsXCJBXCI6MjU1LFwiUlwiOjI1NSxcIkdcIjowLFwiQlwiOjB9fSxcIkxpbmVXZWlnaHRcIjowLjAsXCJMaW5lVHlwZVwiOjB9LFwiSXNWaXNpYmxlXCI6ZmFsc2V9fX0sXCJCYWNrZ3JvdW5kU3R5bGVcIjp7XCIkaWRcIjpcIjc3NFwiLFwiTWFyZ2luXCI6e1wiJGlkXCI6XCI3NzVcIixcIlRvcFwiOjAuMCxcIkxlZnRcIjowLjAsXCJSaWdodFwiOjAuMCxcIkJvdHRvbVwiOjAuMH0sXCJQYWRkaW5nXCI6e1wiJGlkXCI6XCI3NzZcIixcIlRvcFwiOjAuMCxcIkxlZnRcIjowLjAsXCJSaWdodFwiOjAuMCxcIkJvdHRvbVwiOjAuMH0sXCJCYWNrZ3JvdW5kXCI6e1wiJGlkXCI6XCI3NzdcIixcIkNvbG9yXCI6e1wiJGlkXCI6XCI3NzhcIixcIkFcIjo1MSxcIlJcIjoxMTUsXCJHXCI6MTE1LFwiQlwiOjExNX19LFwiSXNWaXNpYmxlXCI6dHJ1ZSxcIldpZHRoXCI6MC4wLFwiSGVpZ2h0XCI6MC4wLFwiQm9yZGVyU3R5bGVcIjp7XCIkaWRcIjpcIjc3OVwiLFwiTGluZVN0eWxlXCI6e1wiJGlkXCI6XCI3ODBcIixcIkxpbmVDb2xvclwiOntcIiRpZFwiOlwiNzgxXCIsXCJDb2xvclwiOntcIiRpZFwiOlwiNzgyXCIsXCJBXCI6MjU1LFwiUlwiOjIzNCxcIkdcIjoyMixcIkJcIjozMH19LFwiTGluZVdlaWdodFwiOjAuMCxcIkxpbmVUeXBlXCI6MH0sXCJJc1Zpc2libGVcIjpmYWxzZX19fSxcIkRlZmF1bHRTd2ltbGFuZU1pbGVzdG9uZVN0eWxlXCI6e1wiJGlkXCI6XCI3ODNcIixcIlRpdGxlUG9zaXRpb25cIjoyLFwiRGF0ZVBvc2l0aW9uXCI6MCxcIlZhcmlhbmNlUG9zaXRpb25cIjowLFwiU2hhcGVUeXBlXCI6MixcIlNoYXBlU2l6ZVwiOjEsXCJTcGFjaW5nXCI6NSxcIlNoYXBlU3R5bGVcIjp7XCIkaWRcIjpcIjc4NFwiLFwiTWFyZ2luXCI6e1wiJGlkXCI6XCI3ODVcIixcIlRvcFwiOjAuMCxcIkxlZnRcIjowLjAsXCJSaWdodFwiOjAuMCxcIkJvdHRvbVwiOjAuMH0sXCJQYWRkaW5nXCI6e1wiJGlkXCI6XCI3ODZcIixcIlRvcFwiOjAuMCxcIkxlZnRcIjowLjAsXCJSaWdodFwiOjAuMCxcIkJvdHRvbVwiOjAuMH0sXCJCYWNrZ3JvdW5kXCI6e1wiJGlkXCI6XCI3ODdcIixcIkNvbG9yXCI6e1wiJGlkXCI6XCI3ODhcIixcIkFcIjoyNTUsXCJSXCI6MjU1LFwiR1wiOjE5MixcIkJcIjowfX0sXCJJc1Zpc2libGVcIjp0cnVlLFwiV2lkdGhcIjoxMy4wLFwiSGVpZ2h0XCI6MTMuMCxcIkJvcmRlclN0eWxlXCI6e1wiJGlkXCI6XCI3ODlcIixcIkxpbmVTdHlsZVwiOntcIiRpZFwiOlwiNzkwXCIsXCJMaW5lQ29sb3JcIjp7XCIkaWRcIjpcIjc5MVwiLFwiQ29sb3JcIjp7XCIkaWRcIjpcIjc5MlwiLFwiQVwiOjI1NSxcIlJcIjoyMzQsXCJHXCI6MjIsXCJCXCI6MzB9fSxcIkxpbmVXZWlnaHRcIjoyLjAsXCJMaW5lVHlwZVwiOjB9LFwiSXNWaXNpYmxlXCI6ZmFsc2V9fSxcIlRpdGxlU3R5bGVcIjp7XCIkaWRcIjpcIjc5M1wiLFwiRm9udFNldHRpbmdzXCI6e1wiJGlkXCI6XCI3OTRcIixcIkZvbnRTaXplXCI6MTEsXCJGb250TmFtZVwiOlwiQ2FsaWJyaVwiLFwiSXNCb2xkXCI6dHJ1ZSxcIklzSXRhbGljXCI6ZmFsc2UsXCJJc1VuZGVybGluZWRcIjpmYWxzZX0sXCJGb3JlZ3JvdW5kXCI6e1wiJGlkXCI6XCI3OTVcIixcIkNvbG9yXCI6e1wiJGlkXCI6XCI3OTZcIixcIkFcIjoyNTUsXCJSXCI6MCxcIkdcIjowLFwiQlwiOjB9fSxcIkhvcml6b250YWxBbGlnbm1lbnRcIjowLFwiSXNWaXNpYmxlXCI6dHJ1ZX0sXCJEYXRlU3R5bGVcIjp7XCIkaWRcIjpcIjc5N1wiLFwiRm9udFNldHRpbmdzXCI6e1wiJGlkXCI6XCI3OThcIixcIkZvbnRTaXplXCI6MTAsXCJGb250TmFtZVwiOlwiQ2FsaWJyaVwiLFwiSXNCb2xkXCI6ZmFsc2UsXCJJc0l0YWxpY1wiOmZhbHNlLFwiSXNVbmRlcmxpbmVkXCI6ZmFsc2V9LFwiRm9yZWdyb3VuZFwiOntcIiRpZFwiOlwiNzk5XCIsXCJDb2xvclwiOntcIiRpZFwiOlwiODAwXCIsXCJBXCI6MjU1LFwiUlwiOjY4LFwiR1wiOjg0LFwiQlwiOjEwNn19LFwiSG9yaXpvbnRhbEFsaWdubWVudFwiOjAsXCJJc1Zpc2libGVcIjp0cnVlfSxcIkRhdGVGb3JtYXRcIjp7XCIkaWRcIjpcIjgwM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4MDJcIixcIkZvcm1hdFwiOjAsXCJJc1Zpc2libGVcIjpmYWxzZSxcIkxhc3RLbm93blZpc2liaWxpdHlTdGF0ZVwiOmZhbHNlfSxcIlZhcmlhbmNlU3R5bGVcIjp7XCIkaWRcIjpcIjgwM1wiLFwiVmFyaWFuY2VUZXh0U3R5bGVcIjp7XCIkaWRcIjpcIjgwNFwiLFwiRm9udFNldHRpbmdzXCI6e1wiJGlkXCI6XCI4MDVcIixcIkZvbnRTaXplXCI6MTAsXCJGb250TmFtZVwiOlwiQ2FsaWJyaVwiLFwiSXNCb2xkXCI6ZmFsc2UsXCJJc0l0YWxpY1wiOmZhbHNlLFwiSXNVbmRlcmxpbmVkXCI6ZmFsc2V9LFwiRm9yZWdyb3VuZFwiOntcIiRpZFwiOlwiODA2XCIsXCJDb2xvclwiOntcIiRpZFwiOlwiODA3XCIsXCJBXCI6MjU1LFwiUlwiOjAsXCJHXCI6MCxcIkJcIjowfX0sXCJIb3Jpem9udGFsQWxpZ25tZW50XCI6MCxcIklzVmlzaWJsZVwiOmZhbHNlfX19LFwiRGVmYXVsdFN3aW1sYW5lVGFza1N0eWxlXCI6e1wiJGlkXCI6XCI4MDhcIixcIlNoYXBlXCI6MSxcIlNoYXBlVGhpY2tuZXNzXCI6MCxcIkR1cmF0aW9uRm9ybWF0XCI6MCxcIlBlcmNlbnRhZ2VDb21wbGV0ZVRleHRTdHlsZVwiOntcIiRpZFwiOlwiODA5XCIsXCJGb250U2V0dGluZ3NcIjp7XCIkaWRcIjpcIjgxMFwiLFwiRm9udFNpemVcIjoxMCxcIkZvbnROYW1lXCI6XCJDYWxpYnJpXCIsXCJJc0JvbGRcIjpmYWxzZSxcIklzSXRhbGljXCI6ZmFsc2UsXCJJc1VuZGVybGluZWRcIjpmYWxzZX0sXCJGb3JlZ3JvdW5kXCI6e1wiJGlkXCI6XCI4MTFcIixcIkNvbG9yXCI6e1wiJGlkXCI6XCI4MTJcIixcIkFcIjoyNTUsXCJSXCI6MjM3LFwiR1wiOjEyNSxcIkJcIjo0OX19LFwiSG9yaXpvbnRhbEFsaWdubWVudFwiOjEsXCJJc1Zpc2libGVcIjp0cnVlfSxcIlBlcmNlbnRhZ2VDb21wbGV0ZUhpZ2hsaWdodFN0eWxlXCI6e1wiJGlkXCI6XCI4MTNcIixcIkJhY2tncm91bmRcIjp7XCIkaWRcIjpcIjgxNFwiLFwiQ29sb3JcIjp7XCIkaWRcIjpcIjgxNVwiLFwiQVwiOjg5LFwiUlwiOjAsXCJHXCI6MCxcIkJcIjowfX19LFwiRHVyYXRpb25TdHlsZVwiOntcIiRpZFwiOlwiODE2XCIsXCJGb250U2V0dGluZ3NcIjp7XCIkaWRcIjpcIjgxN1wiLFwiRm9udFNpemVcIjoxMCxcIkZvbnROYW1lXCI6XCJDYWxpYnJpXCIsXCJJc0JvbGRcIjpmYWxzZSxcIklzSXRhbGljXCI6ZmFsc2UsXCJJc1VuZGVybGluZWRcIjpmYWxzZX0sXCJGb3JlZ3JvdW5kXCI6e1wiJGlkXCI6XCI4MThcIixcIkNvbG9yXCI6e1wiJGlkXCI6XCI4MTlcIixcIkFcIjoyNTUsXCJSXCI6MjM3LFwiR1wiOjEyNSxcIkJcIjo0OX19LFwiSG9yaXpvbnRhbEFsaWdubWVudFwiOjAsXCJJc1Zpc2libGVcIjpmYWxzZX0sXCJNYXJnaW5cIjp7XCIkaWRcIjpcIjgyMF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4MjFcIixcIkJhc2VsaW5lU2hhcGVTdHlsZVwiOntcIiRpZFwiOlwiODIyXCIsXCJNYXJnaW5cIjp7XCIkaWRcIjpcIjgyM1wiLFwiVG9wXCI6MC4wLFwiTGVmdFwiOjAuMCxcIlJpZ2h0XCI6MC4wLFwiQm90dG9tXCI6MC4wfSxcIlBhZGRpbmdcIjp7XCIkaWRcIjpcIjgyNFwiLFwiVG9wXCI6MC4wLFwiTGVmdFwiOjAuMCxcIlJpZ2h0XCI6MC4wLFwiQm90dG9tXCI6MC4wfSxcIkJhY2tncm91bmRcIjp7XCIkaWRcIjpcIjgyNVwiLFwiQ29sb3JcIjp7XCIkaWRcIjpcIjgyNlwiLFwiQVwiOjE1MyxcIlJcIjowLFwiR1wiOjAsXCJCXCI6MH19LFwiSXNWaXNpYmxlXCI6ZmFsc2UsXCJXaWR0aFwiOjAuMCxcIkhlaWdodFwiOjAuMCxcIkJvcmRlclN0eWxlXCI6e1wiJGlkXCI6XCI4MjdcIixcIkxpbmVTdHlsZVwiOntcIiRpZFwiOlwiODI4XCIsXCJMaW5lQ29sb3JcIjp7XCIkaWRcIjpcIjgyOVwiLFwiQ29sb3JcIjp7XCIkaWRcIjpcIjgzMFwiLFwiQVwiOjI1NSxcIlJcIjoyNTUsXCJHXCI6MCxcIkJcIjowfX0sXCJMaW5lV2VpZ2h0XCI6Mi4wLFwiTGluZVR5cGVcIjowfSxcIklzVmlzaWJsZVwiOmZhbHNlfX19LFwiU2hhcGVTdHlsZVwiOntcIiRpZFwiOlwiODMxXCIsXCJNYXJnaW5cIjp7XCIkaWRcIjpcIjgzMlwiLFwiVG9wXCI6MC4wLFwiTGVmdFwiOjQuMCxcIlJpZ2h0XCI6NC4wLFwiQm90dG9tXCI6MC4wfSxcIlBhZGRpbmdcIjp7XCIkaWRcIjpcIjgzM1wiLFwiVG9wXCI6MC4wLFwiTGVmdFwiOjAuMCxcIlJpZ2h0XCI6MC4wLFwiQm90dG9tXCI6MC4wfSxcIkJhY2tncm91bmRcIjp7XCIkaWRcIjpcIjgzNFwiLFwiQ29sb3JcIjp7XCIkaWRcIjpcIjgzNVwiLFwiQVwiOjI1NSxcIlJcIjoyNixcIkdcIjoxNzAsXCJCXCI6NjZ9fSxcIklzVmlzaWJsZVwiOnRydWUsXCJXaWR0aFwiOjIzOC4wLFwiSGVpZ2h0XCI6MTAuMCxcIkJvcmRlclN0eWxlXCI6e1wiJGlkXCI6XCI4MzZcIixcIkxpbmVTdHlsZVwiOntcIiRpZFwiOlwiODM3XCIsXCJMaW5lQ29sb3JcIjp7XCIkaWRcIjpcIjgzOFwiLFwiQ29sb3JcIjp7XCIkaWRcIjpcIjgzOVwiLFwiQVwiOjI1NSxcIlJcIjoyMzQsXCJHXCI6MjIsXCJCXCI6MzB9fSxcIkxpbmVXZWlnaHRcIjoyLjAsXCJMaW5lVHlwZVwiOjB9LFwiSXNWaXNpYmxlXCI6ZmFsc2V9fSxcIlRpdGxlU3R5bGVcIjp7XCIkaWRcIjpcIjg0MFwiLFwiRm9udFNldHRpbmdzXCI6e1wiJGlkXCI6XCI4NDFcIixcIkZvbnRTaXplXCI6MTEsXCJGb250TmFtZVwiOlwiQ2FsaWJyaVwiLFwiSXNCb2xkXCI6dHJ1ZSxcIklzSXRhbGljXCI6ZmFsc2UsXCJJc1VuZGVybGluZWRcIjpmYWxzZX0sXCJGb3JlZ3JvdW5kXCI6e1wiJGlkXCI6XCI4NDJcIixcIkNvbG9yXCI6e1wiJGlkXCI6XCI4NDNcIixcIkFcIjoyNTUsXCJSXCI6MCxcIkdcIjowLFwiQlwiOjB9fSxcIkhvcml6b250YWxBbGlnbm1lbnRcIjowLFwiSXNWaXNpYmxlXCI6dHJ1ZX0sXCJEYXRlU3R5bGVcIjp7XCIkaWRcIjpcIjg0NFwiLFwiRm9udFNldHRpbmdzXCI6e1wiJGlkXCI6XCI4NDVcIixcIkZvbnRTaXplXCI6MTAsXCJGb250TmFtZVwiOlwiQ2FsaWJyaVwiLFwiSXNCb2xkXCI6ZmFsc2UsXCJJc0l0YWxpY1wiOmZhbHNlLFwiSXNVbmRlcmxpbmVkXCI6ZmFsc2V9LFwiRm9yZWdyb3VuZFwiOntcIiRpZFwiOlwiODQ2XCIsXCJDb2xvclwiOntcIiRpZFwiOlwiODQ3XCIsXCJBXCI6MjU1LFwiUlwiOjY4LFwiR1wiOjg0LFwiQlwiOjEwNn19LFwiSG9yaXpvbnRhbEFsaWdubWVudFwiOjIsXCJJc1Zpc2libGVcIjp0cnVlfSxcIkRhdGVGb3JtYXRcIjp7XCIkaWRcIjpcIjg0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4NDlcIixcIkZvcm1hdFwiOjAsXCJJc1Zpc2libGVcIjpmYWxzZSxcIkxhc3RLbm93blZpc2liaWxpdHlTdGF0ZVwiOmZhbHNlfSxcIlZhcmlhbmNlU3R5bGVcIjp7XCIkaWRcIjpcIjg1MFwiLFwiVmFyaWFuY2VUZXh0U3R5bGVcIjp7XCIkaWRcIjpcIjg1MVwiLFwiRm9udFNldHRpbmdzXCI6e1wiJGlkXCI6XCI4NTJcIixcIkZvbnRTaXplXCI6MTAsXCJGb250TmFtZVwiOlwiQ2FsaWJyaVwiLFwiSXNCb2xkXCI6ZmFsc2UsXCJJc0l0YWxpY1wiOmZhbHNlLFwiSXNVbmRlcmxpbmVkXCI6ZmFsc2V9LFwiRm9yZWdyb3VuZFwiOntcIiRpZFwiOlwiODUzXCIsXCJDb2xvclwiOntcIiRpZFwiOlwiODU0XCIsXCJBXCI6MjU1LFwiUlwiOjAsXCJHXCI6MCxcIkJcIjowfX0sXCJIb3Jpem9udGFsQWxpZ25tZW50XCI6MCxcIklzVmlzaWJsZVwiOmZhbHNlfX19LFwiRGVmYXVsdFN3aW1sYW5lTW90U3R5bGVcIjp7XCIkaWRcIjpcIjg1NVwiLFwiU2hhcGVcIjoyLFwiU2hhcGVTaXplXCI6MSxcIkRldGFpbHNTcGFjaW5nXCI6MC4wLFwiUGFkZGluZ1wiOntcIiRpZFwiOlwiODU2XCIsXCJUb3BcIjo1LjAsXCJMZWZ0XCI6My4wLFwiUmlnaHRcIjowLjAsXCJCb3R0b21cIjoyLjB9LFwiUG9zaXRpb25PblRhc2tcIjoxLFwiU2hhcGVTdHlsZVwiOntcIiRpZFwiOlwiODU3XCIsXCJNYXJnaW5cIjp7XCIkaWRcIjpcIjg1OFwiLFwiVG9wXCI6MC4wLFwiTGVmdFwiOjAuMCxcIlJpZ2h0XCI6MC4wLFwiQm90dG9tXCI6MC4wfSxcIlBhZGRpbmdcIjp7XCIkaWRcIjpcIjg1OVwiLFwiVG9wXCI6MC4wLFwiTGVmdFwiOjAuMCxcIlJpZ2h0XCI6MC4wLFwiQm90dG9tXCI6MC4wfSxcIkJhY2tncm91bmRcIjp7XCIkaWRcIjpcIjg2MFwiLFwiQ29sb3JcIjp7XCIkaWRcIjpcIjg2MVwiLFwiQVwiOjI1NSxcIlJcIjoyNTUsXCJHXCI6MTkyLFwiQlwiOjB9fSxcIklzVmlzaWJsZVwiOnRydWUsXCJXaWR0aFwiOjEzLjAsXCJIZWlnaHRcIjoxMy4wLFwiQm9yZGVyU3R5bGVcIjp7XCIkaWRcIjpcIjg2MlwiLFwiTGluZVN0eWxlXCI6e1wiJGlkXCI6XCI4NjNcIixcIkxpbmVDb2xvclwiOntcIiRpZFwiOlwiODY0XCIsXCJDb2xvclwiOntcIiRpZFwiOlwiODY1XCIsXCJBXCI6MjU1LFwiUlwiOjIzNCxcIkdcIjoyMixcIkJcIjozMH19LFwiTGluZVdlaWdodFwiOjAuMCxcIkxpbmVUeXBlXCI6MH0sXCJJc1Zpc2libGVcIjpmYWxzZX19LFwiVGl0bGVTdHlsZVwiOntcIiRpZFwiOlwiODY2XCIsXCJGb250U2V0dGluZ3NcIjp7XCIkaWRcIjpcIjg2N1wiLFwiRm9udFNpemVcIjoxMSxcIkZvbnROYW1lXCI6XCJDYWxpYnJpXCIsXCJJc0JvbGRcIjp0cnVlLFwiSXNJdGFsaWNcIjpmYWxzZSxcIklzVW5kZXJsaW5lZFwiOmZhbHNlfSxcIkZvcmVncm91bmRcIjp7XCIkaWRcIjpcIjg2OFwiLFwiQ29sb3JcIjp7XCIkaWRcIjpcIjg2OVwiLFwiQVwiOjI1NSxcIlJcIjowLFwiR1wiOjAsXCJCXCI6MH19LFwiSG9yaXpvbnRhbEFsaWdubWVudFwiOjAsXCJJc1Zpc2libGVcIjp0cnVlfSxcIkRhdGVTdHlsZVwiOntcIiRpZFwiOlwiODcwXCIsXCJGb250U2V0dGluZ3NcIjp7XCIkaWRcIjpcIjg3MVwiLFwiRm9udFNpemVcIjoxMCxcIkZvbnROYW1lXCI6XCJDYWxpYnJpXCIsXCJJc0JvbGRcIjpmYWxzZSxcIklzSXRhbGljXCI6ZmFsc2UsXCJJc1VuZGVybGluZWRcIjpmYWxzZX0sXCJGb3JlZ3JvdW5kXCI6e1wiJGlkXCI6XCI4NzJcIixcIkNvbG9yXCI6e1wiJGlkXCI6XCI4NzNcIixcIkFcIjoyNTUsXCJSXCI6NjgsXCJHXCI6ODQsXCJCXCI6MTA2fX0sXCJIb3Jpem9udGFsQWxpZ25tZW50XCI6MCxcIklzVmlzaWJsZVwiOnRydWV9LFwiRGF0ZUZvcm1hdFwiOntcIiRpZFwiOlwiODc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g3NVwiLFwiRm9ybWF0XCI6MCxcIklzVmlzaWJsZVwiOmZhbHNlLFwiTGFzdEtub3duVmlzaWJpbGl0eVN0YXRlXCI6ZmFsc2V9LFwiVmFyaWFuY2VTdHlsZVwiOntcIiRpZFwiOlwiODc2XCIsXCJWYXJpYW5jZVRleHRTdHlsZVwiOntcIiRpZFwiOlwiODc3XCIsXCJGb250U2V0dGluZ3NcIjp7XCIkaWRcIjpcIjg3OFwiLFwiRm9udFNpemVcIjoxMCxcIkZvbnROYW1lXCI6XCJDYWxpYnJpXCIsXCJJc0JvbGRcIjpmYWxzZSxcIklzSXRhbGljXCI6ZmFsc2UsXCJJc1VuZGVybGluZWRcIjpmYWxzZX0sXCJGb3JlZ3JvdW5kXCI6e1wiJGlkXCI6XCI4NzlcIixcIkNvbG9yXCI6e1wiJGlkXCI6XCI4ODBcIixcIkFcIjoyNTUsXCJSXCI6MCxcIkdcIjowLFwiQlwiOjB9fSxcIkhvcml6b250YWxBbGlnbm1lbnRcIjowLFwiSXNWaXNpYmxlXCI6ZmFsc2V9fX19XSxcIkdyaWRsaW5lUGFuZWxTdHlsZVwiOntcIiRpZFwiOlwiODgxXCIsXCJHcmlkbGluZVN0eWxlXCI6e1wiJGlkXCI6XCI4ODJcIixcIkxpbmVDb2xvclwiOntcIiRpZFwiOlwiODgzXCIsXCJDb2xvclwiOntcIiRpZFwiOlwiODg0XCIsXCJBXCI6MzgsXCJSXCI6OTEsXCJHXCI6MTU1LFwiQlwiOjIxM319LFwiTGluZVdlaWdodFwiOjEuMCxcIkxpbmVUeXBlXCI6MH0sXCJJc1Zpc2libGVcIjp0cnVlfSxcIkFjdGl2aXR5TGluZVBhbmVsU3R5bGVcIjp7XCIkaWRcIjpcIjg4NVwiLFwiQWN0aXZpdHlMaW5lU3R5bGVcIjp7XCIkaWRcIjpcIjg4NlwiLFwiTGluZUNvbG9yXCI6e1wiJGlkXCI6XCI4ODdcIixcIkNvbG9yXCI6e1wiJGlkXCI6XCI4ODhcIixcIkFcIjozOCxcIlJcIjo2OCxcIkdcIjoxMTQsXCJCXCI6MTk2fX0sXCJMaW5lV2VpZ2h0XCI6MS4wLFwiTGluZVR5cGVcIjowfSxcIklzVmlzaWJsZVwiOnRydWV9LFwiRGVmYXVsdERlcGVuZGVuY3lTdHlsZVwiOntcIiRpZFwiOlwiODg5XCIsXCJMaW5lU3R5bGVcIjp7XCIkaWRcIjpcIjg5MFwiLFwiTGluZUNvbG9yXCI6e1wiJGlkXCI6XCI4OTFcIixcIkNvbG9yXCI6e1wiJGlkXCI6XCI4OTJcIixcIkFcIjoyNTUsXCJSXCI6MCxcIkdcIjowLFwiQlwiOjB9fSxcIkxpbmVXZWlnaHRcIjoxLjAsXCJMaW5lVHlwZVwiOjB9LFwiRW5kQXJyb3doZWFkTGluZVN0eWxlXCI6e1wiJGlkXCI6XCI4OTNcIixcIktpbmRcIjoxLFwiV2lkdGhcIjoxLFwiTGVuZ3RoXCI6MH0sXCJCcmluZ1RvRnJvbnRcIjp0cnVlLFwiUmFkaXVzXCI6MC4wfSxcIkNyaXRpY2FsUGF0aFN0eWxlXCI6e1wiJGlkXCI6XCI4OTRcIixcIkNyaXRpY2FsUGF0aFN0eWxlT3B0aW9uc1wiOjE1LFwiTGluZVN0eWxlXCI6e1wiJGlkXCI6XCI4OTVcIixcIkxpbmVDb2xvclwiOntcIiRpZFwiOlwiODk2XCIsXCJDb2xvclwiOntcIiRpZFwiOlwiODk3XCIsXCJBXCI6MjU1LFwiUlwiOjIyMixcIkdcIjo1MCxcIkJcIjo1MH19LFwiTGluZVdlaWdodFwiOjEuMCxcIkxpbmVUeXBlXCI6MH0sXCJUaXRsZUZvcmVncm91bmRcIjp7XCIkaWRcIjpcIjg5OFwiLFwiQ29sb3JcIjp7XCIkaWRcIjpcIjg5OVwiLFwiQVwiOjI1NSxcIlJcIjoxNzYsXCJHXCI6MTksXCJCXCI6MjV9fSxcIlNoYXBlc0JhY2tncm91bmRcIjp7XCIkaWRcIjpcIjkwMFwiLFwiQ29sb3JcIjp7XCIkaWRcIjpcIjkwMVwiLFwiQVwiOjI1NSxcIlJcIjoyNTMsXCJHXCI6MjAzLFwiQlwiOjIwOH19LFwiU2hhcGVzQm9yZGVyU3R5bGVcIjp7XCIkaWRcIjpcIjkwMlwiLFwiTGluZUNvbG9yXCI6e1wiJGlkXCI6XCI5MDNcIixcIkNvbG9yXCI6e1wiJGlkXCI6XCI5MDRcIixcIkFcIjoyNTUsXCJSXCI6MjIyLFwiR1wiOjUwLFwiQlwiOjUwfX0sXCJMaW5lV2VpZ2h0XCI6Mi4wLFwiTGluZVR5cGVcIjowfX0sXCJQYW5lbHNTcGFjaW5nRGVmaW5pdGlvblwiOntcIiRpZFwiOlwiOTA1XCIsXCJTcGFjaW5nQWJvdmVUaW1lYmFuZFwiOjUsXCJTcGFjaW5nQmVsb3dUaW1lYmFuZFwiOjUsXCJTcGFjaW5nQWJvdmVCZXR3ZWVuU3dpbWxhbmVzQW5kVGFza3NcIjo1LFwiU3BhY2luZ0JlbG93QmV0d2VlblN3aW1sYW5lc0FuZFRhc2tzXCI6NX0sXCJDb25kaXRpb25hbEZvcm1hdHRpbmdcIjp7XCIkaWRcIjpcIjkwNlwiLFwiUHZBRm9ybWF0dGluZ1wiOntcIiRpZFwiOlwiOTA3XCIsXCJEZWxheVRhc2tTdHlsZVwiOntcIiRpZFwiOlwiOTA4XCIsXCJTdHlsZU9wdGlvbnNcIjoyNCxcIlRpdGxlRm9yZWdyb3VuZFwiOntcIiRpZFwiOlwiOTA5XCIsXCJDb2xvclwiOntcIiRpZFwiOlwiOTEwXCIsXCJBXCI6MjU1LFwiUlwiOjE3NSxcIkdcIjowLFwiQlwiOjB9fSxcIkFjdHVhbFNoYXBlc0JhY2tncm91bmRcIjp7XCIkaWRcIjpcIjkxMVwiLFwiQ29sb3JcIjp7XCIkaWRcIjpcIjkxMlwiLFwiQVwiOjYyLFwiUlwiOjI1NSxcIkdcIjowLFwiQlwiOjB9fSxcIkFjdHVhbFNoYXBlc0JvcmRlclN0eWxlXCI6e1wiJGlkXCI6XCI5MTNcIixcIkxpbmVDb2xvclwiOntcIiRpZFwiOlwiOTE0XCIsXCJDb2xvclwiOntcIiRpZFwiOlwiOTE1XCIsXCJBXCI6MTYzLFwiUlwiOjI1NSxcIkdcIjowLFwiQlwiOjB9fSxcIkxpbmVXZWlnaHRcIjozLjAsXCJMaW5lVHlwZVwiOjB9LFwiQmFzZWxpbmVTaGFwZXNCYWNrZ3JvdW5kXCI6e1wiJGlkXCI6XCI5MTZcIixcIkNvbG9yXCI6e1wiJGlkXCI6XCI5MTdcIixcIkFcIjoxODQsXCJSXCI6MjU1LFwiR1wiOjAsXCJCXCI6MH19LFwiVmFyaWFuY2VGb3JlZ3JvdW5kXCI6e1wiJGlkXCI6XCI5MThcIixcIkNvbG9yXCI6e1wiJGlkXCI6XCI5MTlcIixcIkFcIjoyNTUsXCJSXCI6MTc1LFwiR1wiOjAsXCJCXCI6MH19fSxcIkRlbGF5TWlsZXN0b25lU3R5bGVcIjp7XCIkaWRcIjpcIjkyMFwiLFwiU3R5bGVPcHRpb25zXCI6MTgsXCJUaXRsZUZvcmVncm91bmRcIjp7XCIkaWRcIjpcIjkyMVwiLFwiQ29sb3JcIjp7XCIkaWRcIjpcIjkyMlwiLFwiQVwiOjI1NSxcIlJcIjoxNzUsXCJHXCI6MCxcIkJcIjowfX0sXCJBY3R1YWxTaGFwZXNCYWNrZ3JvdW5kXCI6e1wiJGlkXCI6XCI5MjNcIixcIkNvbG9yXCI6e1wiJGlkXCI6XCI5MjRcIixcIkFcIjoyNTUsXCJSXCI6MjIyLFwiR1wiOjgwLFwiQlwiOjUwfX0sXCJBY3R1YWxTaGFwZXNCb3JkZXJTdHlsZVwiOntcIiRpZFwiOlwiOTI1XCIsXCJMaW5lQ29sb3JcIjp7XCIkaWRcIjpcIjkyNlwiLFwiQ29sb3JcIjp7XCIkaWRcIjpcIjkyN1wiLFwiQVwiOjE2MyxcIlJcIjoyNTUsXCJHXCI6MCxcIkJcIjowfX0sXCJMaW5lV2VpZ2h0XCI6My4wLFwiTGluZVR5cGVcIjowfSxcIkJhc2VsaW5lU2hhcGVzQmFja2dyb3VuZFwiOntcIiRpZFwiOlwiOTI4XCIsXCJDb2xvclwiOntcIiRpZFwiOlwiOTI5XCIsXCJBXCI6MTg0LFwiUlwiOjI1NSxcIkdcIjowLFwiQlwiOjB9fSxcIlZhcmlhbmNlRm9yZWdyb3VuZFwiOntcIiRpZFwiOlwiOTMwXCIsXCJDb2xvclwiOntcIiRpZFwiOlwiOTMxXCIsXCJBXCI6MjU1LFwiUlwiOjE3NSxcIkdcIjowLFwiQlwiOjB9fX0sXCJBZHZhbmNlVGFza1N0eWxlXCI6e1wiJGlkXCI6XCI5MzJcIixcIlN0eWxlT3B0aW9uc1wiOjI0LFwiVGl0bGVGb3JlZ3JvdW5kXCI6e1wiJGlkXCI6XCI5MzNcIixcIkNvbG9yXCI6e1wiJGlkXCI6XCI5MzRcIixcIkFcIjoyNTUsXCJSXCI6MCxcIkdcIjoxMTAsXCJCXCI6MH19LFwiQWN0dWFsU2hhcGVzQmFja2dyb3VuZFwiOntcIiRpZFwiOlwiOTM1XCIsXCJDb2xvclwiOntcIiRpZFwiOlwiOTM2XCIsXCJBXCI6NjEsXCJSXCI6MCxcIkdcIjoxMjgsXCJCXCI6MH19LFwiQWN0dWFsU2hhcGVzQm9yZGVyU3R5bGVcIjp7XCIkaWRcIjpcIjkzN1wiLFwiTGluZUNvbG9yXCI6e1wiJGlkXCI6XCI5MzhcIixcIkNvbG9yXCI6e1wiJGlkXCI6XCI5MzlcIixcIkFcIjoxNjMsXCJSXCI6MCxcIkdcIjoxMjgsXCJCXCI6MH19LFwiTGluZVdlaWdodFwiOjMuMCxcIkxpbmVUeXBlXCI6MH0sXCJCYXNlbGluZVNoYXBlc0JhY2tncm91bmRcIjp7XCIkaWRcIjpcIjk0MFwiLFwiQ29sb3JcIjp7XCIkaWRcIjpcIjk0MVwiLFwiQVwiOjE4NCxcIlJcIjowLFwiR1wiOjEyOCxcIkJcIjowfX0sXCJWYXJpYW5jZUZvcmVncm91bmRcIjp7XCIkaWRcIjpcIjk0MlwiLFwiQ29sb3JcIjp7XCIkaWRcIjpcIjk0M1wiLFwiQVwiOjI1NSxcIlJcIjowLFwiR1wiOjExMCxcIkJcIjowfX19LFwiQWR2YW5jZU1pbGVzdG9uZVN0eWxlXCI6e1wiJGlkXCI6XCI5NDRcIixcIlN0eWxlT3B0aW9uc1wiOjE4LFwiVGl0bGVGb3JlZ3JvdW5kXCI6e1wiJGlkXCI6XCI5NDVcIixcIkNvbG9yXCI6e1wiJGlkXCI6XCI5NDZcIixcIkFcIjoyNTUsXCJSXCI6MCxcIkdcIjoxMTAsXCJCXCI6MH19LFwiQWN0dWFsU2hhcGVzQmFja2dyb3VuZFwiOntcIiRpZFwiOlwiOTQ3XCIsXCJDb2xvclwiOntcIiRpZFwiOlwiOTQ4XCIsXCJBXCI6MjU1LFwiUlwiOjIwLFwiR1wiOjEwMCxcIkJcIjowfX0sXCJBY3R1YWxTaGFwZXNCb3JkZXJTdHlsZVwiOntcIiRpZFwiOlwiOTQ5XCIsXCJMaW5lQ29sb3JcIjp7XCIkaWRcIjpcIjk1MFwiLFwiQ29sb3JcIjp7XCIkaWRcIjpcIjk1MVwiLFwiQVwiOjE2MyxcIlJcIjowLFwiR1wiOjEyOCxcIkJcIjowfX0sXCJMaW5lV2VpZ2h0XCI6My4wLFwiTGluZVR5cGVcIjowfSxcIkJhc2VsaW5lU2hhcGVzQmFja2dyb3VuZFwiOntcIiRpZFwiOlwiOTUyXCIsXCJDb2xvclwiOntcIiRpZFwiOlwiOTUzXCIsXCJBXCI6MTg0LFwiUlwiOjAsXCJHXCI6MTI4LFwiQlwiOjB9fSxcIlZhcmlhbmNlRm9yZWdyb3VuZFwiOntcIiRpZFwiOlwiOTU0XCIsXCJDb2xvclwiOntcIiRpZFwiOlwiOTU1XCIsXCJBXCI6MjU1LFwiUlwiOjAsXCJHXCI6MTEwLFwiQlwiOjB9fX19fSxcIl9zZWxlY3RlZFRoZW1lUHJlc2V0Q29sb3JzXCI6e1wiJGlkXCI6XCI5NTZcIixcIlRleHRMaWdodFwiOntcIiRpZFwiOlwiOTU3XCIsXCJBXCI6MjU1LFwiUlwiOjI1NSxcIkdcIjoyNTUsXCJCXCI6MjU1fSxcIlRleHREYXJrXCI6e1wiJGlkXCI6XCI5NThcIixcIkFcIjoyNTUsXCJSXCI6MCxcIkdcIjowLFwiQlwiOjB9LFwiQWNjZW50MVwiOntcIiRpZFwiOlwiOTU5XCIsXCJBXCI6MjU1LFwiUlwiOjI1NSxcIkdcIjoyNTUsXCJCXCI6MjU1fSxcIkFjY2VudDJcIjp7XCIkaWRcIjpcIjk2MFwiLFwiQVwiOjI1NSxcIlJcIjo2OCxcIkdcIjo4NCxcIkJcIjoxMDZ9LFwiQWNjZW50M1wiOntcIiRpZFwiOlwiOTYxXCIsXCJBXCI6MjU1LFwiUlwiOjExMixcIkdcIjoxNzMsXCJCXCI6NzF9LFwiQWNjZW50NFwiOntcIiRpZFwiOlwiOTYyXCIsXCJBXCI6MjU1LFwiUlwiOjAsXCJHXCI6OTIsXCJCXCI6MTQxfSxcIkFjY2VudDVcIjp7XCIkaWRcIjpcIjk2M1wiLFwiQVwiOjI1NSxcIlJcIjoyNTUsXCJHXCI6MTkyLFwiQlwiOjB9LFwiQWNjZW50NlwiOntcIiRpZFwiOlwiOTY0XCIsXCJBXCI6MjU1LFwiUlwiOjE1LFwiR1wiOjE1OCxcIkJcIjoyMTN9LFwiQWNjZW50N1wiOntcIiRpZFwiOlwiOTY1XCIsXCJBXCI6MjU1LFwiUlwiOjE2MCxcIkdcIjo0MyxcIkJcIjoxNDd9LFwiQWNjZW50OFwiOntcIiRpZFwiOlwiOTY2XCIsXCJBXCI6MjU1LFwiUlwiOjc4LFwiR1wiOjE2NyxcIkJcIjo0Nn19LFwiX2N1c3RvbVByZXNldENvbG9yc1wiOntcIiRpZFwiOlwiOTY3XCJ9fX0iLCJSZWNlbnRDb2xvcnNDb2xsZWN0aW9uIjoiW1wiI0ZGREFFRUZBXCIsXCIjRkYwMDcyQkNcIixcIiNGRjZGMzE5OFwiLFwiI0ZGMUFBQTQyXCIsXCIjRkZERERGNEJcIixcIiNGRkVBMTYxRVwiXSJ9LCJTZXR0aW5ncyI6eyIkaWQiOiI1NTAyIiwiSW1wYU9wdGlvbnMiOnsiJGlkIjoiNTUwMy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U1MDQiLCJVc2VUaW1lIjpmYWxzZSwiV29ya0RheVN0YXJ0IjoiMDA6MDA6MDAiLCJXb3JrRGF5RW5kIjoiMjM6NTk6MDAifSwiTGFzdFVzZWRUZW1wbGF0ZUlkIjoiY2MyNmY4NjMtMjdjZS00ODBlLWE1ODktYjNmMTJmMmQ2ZWIwIiwiTGFzdFVzZWRUaGVtZURldGFpbHMiOnsiJGlkIjoiNTUwNSIsIklkIjoiODRhMWNhMmYtY2JhOS00YTc2LWFkMDYtYTU5OTVkZTNmZjliIiwiVGl0bGUiOiJVbnRpdGxlZCB0aGVtZSIsIkNhdGVnb3J5IjoyfSwiRmlyc3RXZWVrT2ZZZWFyIjowLCJQbGFjZU1pbGVzdG9uZUF0VGhlQmVnaW5uaW5nT2ZUaGVEYXkiOmZhbHNlLCJEZXBlbmRlbmN5U2NoZWR1bGluZ1NldHRpbmdzIjp7IiRpZCI6IjU1MDY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mZhbHNlLCJQbGFubmVkTW9kdWxlRW5hYmxlZCI6ZmFsc2UsIk9sZEZpeGVkSW50ZXJ2YWxzUmVuZGVyaW5nU3RyYXRlZ3lVc2VkQmVmb3JlIjpmYWxzZSwiRGVwZW5kZW5jaWVzIjp7Il9kZXBlbmRlbmNpZXMiOltdfX0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IMEBANDELAPSEDTIMEEXTENSION" val="False"/>
  <p:tag name="OTLTIMEBANDAPPENDYEARONYEARCHANGE" val="False"/>
  <p:tag name="OTLMARKERSHAPE" val="OTL"/>
  <p:tag name="OTLTIMEBANDCULTUREINFO" val="da-DK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39.5066666666667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PACINGABOVEFORSWLANDTASKS" val="5"/>
  <p:tag name="OTLTIMEBANDSPACINGBELOWFORSWLANDTASKS" val="5"/>
  <p:tag name="OTLTIMEBANDSCALEFORMAT" val="d"/>
  <p:tag name="OTLTIMEBANDSCALETYPE" val="Days"/>
  <p:tag name="OTLTIMEBANDSHAPETYPE" val="RectangleTimeband"/>
  <p:tag name="OTLTIMEBANDSHAPEHEIGHT" val="14.3999996185303"/>
  <p:tag name="OTLTIMEBANDSHAPEPADDINGLEFT" val="0"/>
  <p:tag name="OTLTIMEBANDENDDATE" val="2028-08-25T23:59:00.000000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IMEBANDELAPSEDTIMEEXTENSION" val="False"/>
  <p:tag name="OTLTIMEBANDAPPENDYEARONYEARCHANGE" val="False"/>
  <p:tag name="OTLMARKERSHAPE" val="OTL"/>
  <p:tag name="OTLTIMEBANDCULTUREINFO" val="da-DK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39.5066666666667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PACINGABOVEFORSWLANDTASKS" val="5"/>
  <p:tag name="OTLTIMEBANDSPACINGBELOWFORSWLANDTASKS" val="5"/>
  <p:tag name="OTLTIMEBANDSCALEFORMAT" val="MMM"/>
  <p:tag name="OTLTIMEBANDSCALETYPE" val="Years"/>
  <p:tag name="OTLTIMEBANDSHAPETYPE" val="RectangleTimeband"/>
  <p:tag name="OTLTIMEBANDSHAPEHEIGHT" val="14.3999996185303"/>
  <p:tag name="OTLTIMEBANDSHAPEPADDINGLEFT" val="0"/>
  <p:tag name="OTLTIMEBANDENDDATE" val="2028-08-25T23:59:00.000000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SWIMLANESPACING" val="2"/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SWIMLANESPACING" val="2"/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IMEBANDELAPSEDTIMEEXTENSION" val="False"/>
  <p:tag name="OTLTIMEBANDAPPENDYEARONYEARCHANGE" val="False"/>
  <p:tag name="OTLMARKERSHAPE" val="OTL"/>
  <p:tag name="OTLTIMEBANDCULTUREINFO" val="da-DK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39.5066666666667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Fals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5"/>
  <p:tag name="OTLTIMEBANDSPACINGBELOW" val="5"/>
  <p:tag name="OTLTIMEBANDSPACINGABOVEFORSWLANDTASKS" val="5"/>
  <p:tag name="OTLTIMEBANDSPACINGBELOWFORSWLANDTASKS" val="5"/>
  <p:tag name="OTLTIMEBANDSCALEFORMAT" val="MMM"/>
  <p:tag name="OTLTIMEBANDSCALETYPE" val="Months"/>
  <p:tag name="OTLTIMEBANDSHAPETYPE" val="RectangleTimeband"/>
  <p:tag name="OTLTIMEBANDSHAPEHEIGHT" val="14.3999996185303"/>
  <p:tag name="OTLTIMEBANDSHAPEPADDINGLEFT" val="0"/>
  <p:tag name="OTLTIMEBANDENDDATE" val="2028-08-25T23:59:00.000000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SWIMLANESPACING" val="2"/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SWIMLANESPACING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DURATIONFORMAT" val="day"/>
  <p:tag name="OTLSPACING" val="3"/>
  <p:tag name="OTLSHAPETHICKNESSTYPE" val="Thin"/>
  <p:tag name="OTLWEEKNUMBERINGFORMAT" val="WNFormat1"/>
  <p:tag name="OTLWEEKNUMBERINGISVISIBLE" val="False"/>
  <p:tag name="OTLSTARTDATE" val="2027-05-06T23:59:00.0000000Z"/>
  <p:tag name="OTLENDDATE" val="2027-05-11T23:59:00.0000000Z"/>
  <p:tag name="OTLBASELINESTARTDATE" val="2027-05-06T23:59:00.0000000"/>
  <p:tag name="OTLBASELINEENDDATE" val="2027-05-11T23:59:00.000000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DURATIONFORMAT" val="day"/>
  <p:tag name="OTLSPACING" val="3"/>
  <p:tag name="OTLSHAPETHICKNESSTYPE" val="Thin"/>
  <p:tag name="OTLWEEKNUMBERINGFORMAT" val="WNFormat1"/>
  <p:tag name="OTLWEEKNUMBERINGISVISIBLE" val="False"/>
  <p:tag name="OTLSTARTDATE" val="2026-12-02T00:00:00.0000000Z"/>
  <p:tag name="OTLBASELINESTARTDATE" val="2026-12-02T00:00:00.0000000"/>
  <p:tag name="OTLENDDATE" val="2027-01-17T23:59:00.0000000Z"/>
  <p:tag name="OTLBASELINEENDDATE" val="2027-01-17T23:59:00.000000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DURATIONFORMAT" val="day"/>
  <p:tag name="OTLSPACING" val="3"/>
  <p:tag name="OTLSHAPETHICKNESSTYPE" val="Thin"/>
  <p:tag name="OTLWEEKNUMBERINGFORMAT" val="WNFormat1"/>
  <p:tag name="OTLWEEKNUMBERINGISVISIBLE" val="False"/>
  <p:tag name="OTLSTARTDATE" val="2026-10-02T00:00:00.0000000Z"/>
  <p:tag name="OTLENDDATE" val="2026-11-08T23:59:00.0000000Z"/>
  <p:tag name="OTLBASELINESTARTDATE" val="2026-10-02T00:00:00.0000000"/>
  <p:tag name="OTLBASELINEENDDATE" val="2026-11-08T23:59:00.000000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DURATIONFORMAT" val="day"/>
  <p:tag name="OTLSPACING" val="3"/>
  <p:tag name="OTLSHAPETHICKNESSTYPE" val="Thin"/>
  <p:tag name="OTLWEEKNUMBERINGFORMAT" val="WNFormat1"/>
  <p:tag name="OTLWEEKNUMBERINGISVISIBLE" val="False"/>
  <p:tag name="OTLSTARTDATE" val="2026-10-02T23:59:00.0000000Z"/>
  <p:tag name="OTLENDDATE" val="2026-11-08T23:59:00.0000000Z"/>
  <p:tag name="OTLBASELINESTARTDATE" val="2026-10-02T23:59:00.0000000"/>
  <p:tag name="OTLBASELINEENDDATE" val="2026-11-08T23:59:00.000000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DURATIONFORMAT" val="day"/>
  <p:tag name="OTLSPACING" val="3"/>
  <p:tag name="OTLSHAPETHICKNESSTYPE" val="Thin"/>
  <p:tag name="OTLWEEKNUMBERINGFORMAT" val="WNFormat1"/>
  <p:tag name="OTLWEEKNUMBERINGISVISIBLE" val="False"/>
  <p:tag name="OTLSTARTDATE" val="2026-11-09T23:59:00.0000000Z"/>
  <p:tag name="OTLENDDATE" val="2026-11-30T23:59:00.0000000Z"/>
  <p:tag name="OTLBASELINESTARTDATE" val="2026-11-09T23:59:00.0000000"/>
  <p:tag name="OTLBASELINEENDDATE" val="2026-11-30T23:59:00.000000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12-02T00:00:00.0000000Z"/>
  <p:tag name="OTLENDDATE" val="2027-01-17T23:59:00.0000000Z"/>
  <p:tag name="OTLBASELINESTARTDATE" val="2026-12-02T00:00:00.0000000"/>
  <p:tag name="OTLBASELINEENDDATE" val="2027-01-17T23:59:00.000000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7-01-11T00:00:00.0000000Z"/>
  <p:tag name="OTLENDDATE" val="2027-01-27T23:59:00.0000000Z"/>
  <p:tag name="OTLBASELINESTARTDATE" val="2027-01-11T00:00:00.0000000"/>
  <p:tag name="OTLBASELINEENDDATE" val="2027-01-27T23:59:00.000000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7-02-01T00:00:00.0000000Z"/>
  <p:tag name="OTLENDDATE" val="2027-02-21T23:59:00.0000000Z"/>
  <p:tag name="OTLBASELINESTARTDATE" val="2027-02-01T00:00:00.0000000"/>
  <p:tag name="OTLBASELINEENDDATE" val="2027-02-21T23:59:00.000000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7-02-22T00:00:00.0000000Z"/>
  <p:tag name="OTLENDDATE" val="2027-03-04T23:59:00.0000000Z"/>
  <p:tag name="OTLBASELINESTARTDATE" val="2027-02-22T00:00:00.0000000"/>
  <p:tag name="OTLBASELINEENDDATE" val="2027-03-04T23:59:00.000000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7-04-19T00:00:00.0000000Z"/>
  <p:tag name="OTLENDDATE" val="2027-05-05T23:59:00.0000000Z"/>
  <p:tag name="OTLBASELINESTARTDATE" val="2027-04-19T00:00:00.0000000"/>
  <p:tag name="OTLBASELINEENDDATE" val="2027-05-05T23:59:00.000000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7-05-12T23:59:00.0000000Z"/>
  <p:tag name="OTLENDDATE" val="2027-06-23T23:59:00.0000000Z"/>
  <p:tag name="OTLBASELINESTARTDATE" val="2027-05-12T23:59:00.0000000"/>
  <p:tag name="OTLBASELINEENDDATE" val="2027-06-23T23:59:00.000000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7-06-24T23:59:00.0000000Z"/>
  <p:tag name="OTLENDDATE" val="2027-07-06T23:59:00.0000000Z"/>
  <p:tag name="OTLBASELINESTARTDATE" val="2027-06-24T23:59:00.0000000"/>
  <p:tag name="OTLBASELINEENDDATE" val="2027-07-06T23:59:00.000000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7-03-04T00:00:00.0000000Z"/>
  <p:tag name="OTLENDDATE" val="2027-04-18T23:59:00.0000000Z"/>
  <p:tag name="OTLBASELINESTARTDATE" val="2027-03-04T00:00:00.0000000"/>
  <p:tag name="OTLBASELINEENDDATE" val="2027-04-18T23:59:00.000000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7-01-01T23:59:00.0000000Z"/>
  <p:tag name="OTLENDDATE" val="2027-09-10T23:59:00.0000000Z"/>
  <p:tag name="OTLBASELINESTARTDATE" val="2027-01-01T23:59:00.0000000"/>
  <p:tag name="OTLBASELINEENDDATE" val="2027-09-10T23:59:00.0000000"/>
  <p:tag name="OTLDURATIONFORMAT" val="day"/>
  <p:tag name="OTLSPACING" val="3"/>
  <p:tag name="OTLSHAPETHICKNESSTYPE" val="Thin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7-09-10T23:59:00.0000000Z"/>
  <p:tag name="OTLBASELINESTARTDATE" val="2027-09-10T23:59:00.0000000"/>
  <p:tag name="OTLBASELINEENDDATE" val="2027-12-31T23:59:00.0000000"/>
  <p:tag name="OTLDURATIONFORMAT" val="day"/>
  <p:tag name="OTLSPACING" val="3"/>
  <p:tag name="OTLSHAPETHICKNESSTYPE" val="Thin"/>
  <p:tag name="OTLENDDATE" val="2028-06-01T23:59:00.0000000Z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12-02T00:00:00.0000000Z"/>
  <p:tag name="OTLENDDATE" val="2026-12-17T23:59:00.0000000Z"/>
  <p:tag name="OTLDURATIONFORMAT" val="day"/>
  <p:tag name="OTLSPACING" val="3"/>
  <p:tag name="OTLSHAPETHICKNESSTYPE" val="Thin"/>
  <p:tag name="OTLBASELINESTARTDATE" val="2026-12-02T00:00:00.0000000"/>
  <p:tag name="OTLBASELINEENDDATE" val="2026-12-17T23:59:00.000000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7-01-04T00:00:00.0000000Z"/>
  <p:tag name="OTLENDDATE" val="2027-01-08T23:59:00.0000000Z"/>
  <p:tag name="OTLDURATIONFORMAT" val="day"/>
  <p:tag name="OTLSPACING" val="3"/>
  <p:tag name="OTLSHAPETHICKNESSTYPE" val="Thin"/>
  <p:tag name="OTLBASELINESTARTDATE" val="2027-01-04T00:00:00.0000000"/>
  <p:tag name="OTLBASELINEENDDATE" val="2027-01-08T23:59:00.000000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10-01T23:59:00.0000000Z"/>
  <p:tag name="OTLDURATIONFORMAT" val="day"/>
  <p:tag name="OTLSPACING" val="3"/>
  <p:tag name="OTLSHAPETHICKNESSTYPE" val="Thin"/>
  <p:tag name="OTLENDDATE" val="2026-12-31T23:59:00.0000000Z"/>
  <p:tag name="OTLBASELINESTARTDATE" val="2026-10-01T23:59:00.0000000"/>
  <p:tag name="OTLBASELINEENDDATE" val="2026-12-31T23:59:00.000000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Hid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POSITIONONTASK" val="None"/>
  <p:tag name="OTLRELATEDTASKID" val="00000000-0000-0000-0000-000000000000"/>
  <p:tag name="OTLWEEKNUMBERINGFORMAT" val="WNFormat1"/>
  <p:tag name="OTLWEEKNUMBERINGISVISIBLE" val="False"/>
  <p:tag name="OTLMILESTONESPACING" val="5"/>
  <p:tag name="OTLMTITLE" val="sende afslagsbreve og opfordringsbreve til at skrive tilbud"/>
  <p:tag name="OTLDATE" val="2026-12-01T23:59:00.0000000"/>
  <p:tag name="OTLBASELINEDATE" val="2026-12-01T23:59:00.000000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kontraktunderskrivelse"/>
  <p:tag name="OTLPOSITIONONTASK" val="None"/>
  <p:tag name="OTLRELATEDTASKID" val="00000000-0000-0000-0000-000000000000"/>
  <p:tag name="OTLDATE" val="2027-07-07T23:59:00.0000000"/>
  <p:tag name="OTLBASELINEDATE" val="2027-07-07T23:59:00.000000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Invitere til forhandlingsmøder"/>
  <p:tag name="OTLDATE" val="2027-01-31T23:59:00.0000000"/>
  <p:tag name="OTLPOSITIONONTASK" val="None"/>
  <p:tag name="OTLRELATEDTASKID" val="00000000-0000-0000-0000-000000000000"/>
  <p:tag name="OTLBASELINEDATE" val="2027-01-31T23:59:00.000000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Digitaliseringsboard(DB)"/>
  <p:tag name="OTLDATE" val="2027-05-26T23:59:00.0000000"/>
  <p:tag name="OTLBASELINEDATE" val="2027-05-26T23:59:00.0000000"/>
  <p:tag name="OTLPOSITIONONTASK" val="None"/>
  <p:tag name="OTLRELATEDTASKID" val="00000000-0000-0000-0000-00000000000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ILESTONESPACING" val="5"/>
  <p:tag name="OTLMTITLE" val="Digitaliseringsboard(DB)"/>
  <p:tag name="OTLDATE" val="2027-06-23T23:59:00.0000000"/>
  <p:tag name="OTLBASELINEDATE" val="2027-06-23T23:59:00.0000000"/>
  <p:tag name="OTLPOSITIONONTASK" val="None"/>
  <p:tag name="OTLRELATEDTASKID" val="00000000-0000-0000-0000-00000000000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Belo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DEP har godkendt lovhjemmel til lovprogrammet"/>
  <p:tag name="OTLDATE" val="2027-09-10T00:00:00.0000000"/>
  <p:tag name="OTLPOSITIONONTASK" val="None"/>
  <p:tag name="OTLRELATEDTASKID" val="00000000-0000-0000-0000-000000000000"/>
  <p:tag name="OTLBASELINEDATE" val="2027-09-10T00:00:00.000000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MTITLE" val="Lovhjemmel godkendt i Folketinget"/>
  <p:tag name="OTLDATE" val="2028-01-01T00:00:00.0000000"/>
  <p:tag name="OTLPOSITIONONTASK" val="None"/>
  <p:tag name="OTLRELATEDTASKID" val="00000000-0000-0000-0000-000000000000"/>
  <p:tag name="OTLBASELINEDATE" val="2028-01-01T00:00:00.000000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POSITIONONTASK" val="None"/>
  <p:tag name="OTLRELATEDTASKID" val="00000000-0000-0000-0000-000000000000"/>
  <p:tag name="OTLMTITLE" val="DEP har givet tilsagn om lovhjemmel på arbejdsprogrammet"/>
  <p:tag name="OTLDATE" val="2027-03-10T00:00:00.0000000"/>
  <p:tag name="OTLBASELINEDATE" val="2027-03-10T00:00:00.000000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Office PowerPoint</Application>
  <PresentationFormat>Widescreen</PresentationFormat>
  <Paragraphs>109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Office-tema</vt:lpstr>
      <vt:lpstr>PowerPoint-præsentation</vt:lpstr>
    </vt:vector>
  </TitlesOfParts>
  <Company>LMST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 Riis Stawicki</dc:creator>
  <cp:lastModifiedBy>Eva Riis Stawicki</cp:lastModifiedBy>
  <cp:revision>1</cp:revision>
  <dcterms:created xsi:type="dcterms:W3CDTF">2026-09-04T09:30:20Z</dcterms:created>
  <dcterms:modified xsi:type="dcterms:W3CDTF">2026-09-04T09:30:37Z</dcterms:modified>
</cp:coreProperties>
</file>